
<file path=[Content_Types].xml><?xml version="1.0" encoding="utf-8"?>
<Types xmlns="http://schemas.openxmlformats.org/package/2006/content-types">
  <Default ContentType="image/jpeg" Extension="jpeg"/>
  <Default ContentType="image/.jpg" Extension="jp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presentationml.tags+xml" PartName="/ppt/tags/tag1.xml"/>
  <Override ContentType="application/vnd.openxmlformats-officedocument.presentationml.tags+xml" PartName="/ppt/tags/tag2.xml"/>
  <Override ContentType="application/vnd.openxmlformats-officedocument.presentationml.tags+xml" PartName="/ppt/tags/tag3.xml"/>
  <Override ContentType="application/vnd.openxmlformats-officedocument.presentationml.tags+xml" PartName="/ppt/tags/tag4.xml"/>
  <Override ContentType="application/vnd.openxmlformats-officedocument.presentationml.tags+xml" PartName="/ppt/tags/tag5.xml"/>
  <Override ContentType="application/vnd.openxmlformats-officedocument.presentationml.tags+xml" PartName="/ppt/tags/tag6.xml"/>
  <Override ContentType="application/vnd.openxmlformats-officedocument.presentationml.tags+xml" PartName="/ppt/tags/tag7.xml"/>
  <Override ContentType="application/vnd.openxmlformats-officedocument.presentationml.tags+xml" PartName="/ppt/tags/tag8.xml"/>
  <Override ContentType="application/vnd.openxmlformats-officedocument.presentationml.tags+xml" PartName="/ppt/tags/tag9.xml"/>
  <Override ContentType="application/vnd.openxmlformats-officedocument.presentationml.tags+xml" PartName="/ppt/tags/tag1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app.xml" Type="http://schemas.openxmlformats.org/officeDocument/2006/relationships/extended-properties"/><Relationship Id="rId3" Target="docProps/core.xml" Type="http://schemas.openxmlformats.org/package/2006/relationships/metadata/core-properties"/><Relationship Id="rId4" Target="docProps/thumbnail.jpeg" Type="http://schemas.openxmlformats.org/package/2006/relationships/metadata/thumbnail"/><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19"/>
  </p:handoutMasterIdLst>
  <p:sldIdLst>
    <p:sldId id="3443" r:id="rId3"/>
    <p:sldId id="3444" r:id="rId5"/>
    <p:sldId id="3467" r:id="rId6"/>
    <p:sldId id="3460" r:id="rId7"/>
    <p:sldId id="3448" r:id="rId8"/>
    <p:sldId id="3449" r:id="rId9"/>
    <p:sldId id="3472" r:id="rId10"/>
    <p:sldId id="3459" r:id="rId11"/>
    <p:sldId id="3450" r:id="rId12"/>
    <p:sldId id="3455" r:id="rId13"/>
    <p:sldId id="3473" r:id="rId14"/>
    <p:sldId id="3458" r:id="rId15"/>
    <p:sldId id="3446" r:id="rId16"/>
    <p:sldId id="3456" r:id="rId17"/>
    <p:sldId id="3475" r:id="rId18"/>
  </p:sldIdLst>
  <p:sldSz cx="12858750" cy="7232650"/>
  <p:notesSz cx="6858000" cy="9144000"/>
  <p:custDataLst>
    <p:tags r:id="rId23"/>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02" userDrawn="1">
          <p15:clr>
            <a:srgbClr val="A4A3A4"/>
          </p15:clr>
        </p15:guide>
        <p15:guide id="2" pos="4051" userDrawn="1">
          <p15:clr>
            <a:srgbClr val="A4A3A4"/>
          </p15:clr>
        </p15:guide>
        <p15:guide id="3" pos="519" userDrawn="1">
          <p15:clr>
            <a:srgbClr val="A4A3A4"/>
          </p15:clr>
        </p15:guide>
        <p15:guide id="5" orient="horz" pos="4107" userDrawn="1">
          <p15:clr>
            <a:srgbClr val="A4A3A4"/>
          </p15:clr>
        </p15:guide>
        <p15:guide id="6" pos="7512" userDrawn="1">
          <p15:clr>
            <a:srgbClr val="A4A3A4"/>
          </p15:clr>
        </p15:guide>
        <p15:guide id="7" pos="6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2744"/>
    <a:srgbClr val="0673AE"/>
    <a:srgbClr val="FE5817"/>
    <a:srgbClr val="5ED1E5"/>
    <a:srgbClr val="FFC000"/>
    <a:srgbClr val="F2F2F2"/>
    <a:srgbClr val="C00000"/>
    <a:srgbClr val="F59817"/>
    <a:srgbClr val="33AE7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08" autoAdjust="0"/>
    <p:restoredTop sz="66240" autoAdjust="0"/>
  </p:normalViewPr>
  <p:slideViewPr>
    <p:cSldViewPr showGuides="1">
      <p:cViewPr varScale="1">
        <p:scale>
          <a:sx n="72" d="100"/>
          <a:sy n="72" d="100"/>
        </p:scale>
        <p:origin x="1692" y="66"/>
      </p:cViewPr>
      <p:guideLst>
        <p:guide orient="horz" pos="302"/>
        <p:guide pos="4051"/>
        <p:guide pos="519"/>
        <p:guide orient="horz" pos="4107"/>
        <p:guide pos="7512"/>
        <p:guide pos="6892"/>
      </p:guideLst>
    </p:cSldViewPr>
  </p:slideViewPr>
  <p:outlineViewPr>
    <p:cViewPr>
      <p:scale>
        <a:sx n="100" d="100"/>
        <a:sy n="100" d="100"/>
      </p:scale>
      <p:origin x="0" y="-20556"/>
    </p:cViewPr>
  </p:outlineViewPr>
  <p:notesTextViewPr>
    <p:cViewPr>
      <p:scale>
        <a:sx n="1" d="1"/>
        <a:sy n="1" d="1"/>
      </p:scale>
      <p:origin x="0" y="0"/>
    </p:cViewPr>
  </p:notesTextViewPr>
  <p:sorterViewPr>
    <p:cViewPr>
      <p:scale>
        <a:sx n="132" d="100"/>
        <a:sy n="132" d="100"/>
      </p:scale>
      <p:origin x="0" y="1728"/>
    </p:cViewPr>
  </p:sorterViewPr>
  <p:notesViewPr>
    <p:cSldViewPr>
      <p:cViewPr varScale="1">
        <p:scale>
          <a:sx n="65" d="100"/>
          <a:sy n="65" d="100"/>
        </p:scale>
        <p:origin x="2796" y="54"/>
      </p:cViewPr>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7.xml" Type="http://schemas.openxmlformats.org/officeDocument/2006/relationships/slide"/><Relationship Id="rId11" Target="slides/slide8.xml" Type="http://schemas.openxmlformats.org/officeDocument/2006/relationships/slide"/><Relationship Id="rId12" Target="slides/slide9.xml" Type="http://schemas.openxmlformats.org/officeDocument/2006/relationships/slide"/><Relationship Id="rId13" Target="slides/slide10.xml" Type="http://schemas.openxmlformats.org/officeDocument/2006/relationships/slide"/><Relationship Id="rId14" Target="slides/slide11.xml" Type="http://schemas.openxmlformats.org/officeDocument/2006/relationships/slide"/><Relationship Id="rId15" Target="slides/slide12.xml" Type="http://schemas.openxmlformats.org/officeDocument/2006/relationships/slide"/><Relationship Id="rId16" Target="slides/slide13.xml" Type="http://schemas.openxmlformats.org/officeDocument/2006/relationships/slide"/><Relationship Id="rId17" Target="slides/slide14.xml" Type="http://schemas.openxmlformats.org/officeDocument/2006/relationships/slide"/><Relationship Id="rId18" Target="slides/slide15.xml" Type="http://schemas.openxmlformats.org/officeDocument/2006/relationships/slide"/><Relationship Id="rId19" Target="handoutMasters/handoutMaster1.xml" Type="http://schemas.openxmlformats.org/officeDocument/2006/relationships/handoutMaster"/><Relationship Id="rId2" Target="theme/theme1.xml" Type="http://schemas.openxmlformats.org/officeDocument/2006/relationships/theme"/><Relationship Id="rId20" Target="presProps.xml" Type="http://schemas.openxmlformats.org/officeDocument/2006/relationships/presProps"/><Relationship Id="rId21" Target="viewProps.xml" Type="http://schemas.openxmlformats.org/officeDocument/2006/relationships/viewProps"/><Relationship Id="rId22" Target="tableStyles.xml" Type="http://schemas.openxmlformats.org/officeDocument/2006/relationships/tableStyles"/><Relationship Id="rId23" Target="tags/tag10.xml" Type="http://schemas.openxmlformats.org/officeDocument/2006/relationships/tags"/><Relationship Id="rId3" Target="slides/slide1.xml" Type="http://schemas.openxmlformats.org/officeDocument/2006/relationships/slide"/><Relationship Id="rId4" Target="notesMasters/notesMaster1.xml" Type="http://schemas.openxmlformats.org/officeDocument/2006/relationships/notesMaster"/><Relationship Id="rId5" Target="slides/slide2.xml" Type="http://schemas.openxmlformats.org/officeDocument/2006/relationships/slide"/><Relationship Id="rId6" Target="slides/slide3.xml" Type="http://schemas.openxmlformats.org/officeDocument/2006/relationships/slide"/><Relationship Id="rId7" Target="slides/slide4.xml" Type="http://schemas.openxmlformats.org/officeDocument/2006/relationships/slide"/><Relationship Id="rId8" Target="slides/slide5.xml" Type="http://schemas.openxmlformats.org/officeDocument/2006/relationships/slide"/><Relationship Id="rId9" Target="slides/slide6.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930" algn="l" rtl="0" eaLnBrk="0" fontAlgn="base" hangingPunct="0">
      <a:spcBef>
        <a:spcPct val="30000"/>
      </a:spcBef>
      <a:spcAft>
        <a:spcPct val="0"/>
      </a:spcAft>
      <a:defRPr sz="1300" kern="1200">
        <a:solidFill>
          <a:schemeClr val="tx1"/>
        </a:solidFill>
        <a:latin typeface="+mn-lt"/>
        <a:ea typeface="+mn-ea"/>
        <a:cs typeface="+mn-cs"/>
      </a:defRPr>
    </a:lvl2pPr>
    <a:lvl3pPr marL="913130" algn="l" rtl="0" eaLnBrk="0" fontAlgn="base" hangingPunct="0">
      <a:spcBef>
        <a:spcPct val="30000"/>
      </a:spcBef>
      <a:spcAft>
        <a:spcPct val="0"/>
      </a:spcAft>
      <a:defRPr sz="1300" kern="1200">
        <a:solidFill>
          <a:schemeClr val="tx1"/>
        </a:solidFill>
        <a:latin typeface="+mn-lt"/>
        <a:ea typeface="+mn-ea"/>
        <a:cs typeface="+mn-cs"/>
      </a:defRPr>
    </a:lvl3pPr>
    <a:lvl4pPr marL="1370330" algn="l" rtl="0" eaLnBrk="0" fontAlgn="base" hangingPunct="0">
      <a:spcBef>
        <a:spcPct val="30000"/>
      </a:spcBef>
      <a:spcAft>
        <a:spcPct val="0"/>
      </a:spcAft>
      <a:defRPr sz="1300" kern="1200">
        <a:solidFill>
          <a:schemeClr val="tx1"/>
        </a:solidFill>
        <a:latin typeface="+mn-lt"/>
        <a:ea typeface="+mn-ea"/>
        <a:cs typeface="+mn-cs"/>
      </a:defRPr>
    </a:lvl4pPr>
    <a:lvl5pPr marL="1827530" algn="l" rtl="0" eaLnBrk="0" fontAlgn="base" hangingPunct="0">
      <a:spcBef>
        <a:spcPct val="30000"/>
      </a:spcBef>
      <a:spcAft>
        <a:spcPct val="0"/>
      </a:spcAft>
      <a:defRPr sz="1300" kern="1200">
        <a:solidFill>
          <a:schemeClr val="tx1"/>
        </a:solidFill>
        <a:latin typeface="+mn-lt"/>
        <a:ea typeface="+mn-ea"/>
        <a:cs typeface="+mn-cs"/>
      </a:defRPr>
    </a:lvl5pPr>
    <a:lvl6pPr marL="2285365" algn="l" defTabSz="914400" rtl="0" eaLnBrk="1" latinLnBrk="0" hangingPunct="1">
      <a:defRPr sz="1300" kern="1200">
        <a:solidFill>
          <a:schemeClr val="tx1"/>
        </a:solidFill>
        <a:latin typeface="+mn-lt"/>
        <a:ea typeface="+mn-ea"/>
        <a:cs typeface="+mn-cs"/>
      </a:defRPr>
    </a:lvl6pPr>
    <a:lvl7pPr marL="2742565" algn="l" defTabSz="914400" rtl="0" eaLnBrk="1" latinLnBrk="0" hangingPunct="1">
      <a:defRPr sz="1300" kern="1200">
        <a:solidFill>
          <a:schemeClr val="tx1"/>
        </a:solidFill>
        <a:latin typeface="+mn-lt"/>
        <a:ea typeface="+mn-ea"/>
        <a:cs typeface="+mn-cs"/>
      </a:defRPr>
    </a:lvl7pPr>
    <a:lvl8pPr marL="3199765" algn="l" defTabSz="914400" rtl="0" eaLnBrk="1" latinLnBrk="0" hangingPunct="1">
      <a:defRPr sz="1300" kern="1200">
        <a:solidFill>
          <a:schemeClr val="tx1"/>
        </a:solidFill>
        <a:latin typeface="+mn-lt"/>
        <a:ea typeface="+mn-ea"/>
        <a:cs typeface="+mn-cs"/>
      </a:defRPr>
    </a:lvl8pPr>
    <a:lvl9pPr marL="3656965"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slides/slide1.xml" Type="http://schemas.openxmlformats.org/officeDocument/2006/relationships/slide"/><Relationship Id="rId2" Target="../notesMasters/notesMaster1.xml" Type="http://schemas.openxmlformats.org/officeDocument/2006/relationships/notesMaster"/></Relationships>
</file>

<file path=ppt/notesSlides/_rels/notesSlide2.xml.rels><?xml version="1.0" encoding="UTF-8" standalone="yes"?><Relationships xmlns="http://schemas.openxmlformats.org/package/2006/relationships"><Relationship Id="rId1" Target="../slides/slide2.xml" Type="http://schemas.openxmlformats.org/officeDocument/2006/relationships/slide"/><Relationship Id="rId2" Target="../notesMasters/notesMaster1.xml" Type="http://schemas.openxmlformats.org/officeDocument/2006/relationships/notesMaster"/></Relationships>
</file>

<file path=ppt/notesSlides/_rels/notesSlide3.xml.rels><?xml version="1.0" encoding="UTF-8" standalone="yes"?><Relationships xmlns="http://schemas.openxmlformats.org/package/2006/relationships"><Relationship Id="rId1" Target="../slides/slide3.xml" Type="http://schemas.openxmlformats.org/officeDocument/2006/relationships/slide"/><Relationship Id="rId2" Target="../notesMasters/notesMaster1.xml" Type="http://schemas.openxmlformats.org/officeDocument/2006/relationships/notesMaster"/></Relationships>
</file>

<file path=ppt/notesSlides/_rels/notesSlide4.xml.rels><?xml version="1.0" encoding="UTF-8" standalone="yes"?><Relationships xmlns="http://schemas.openxmlformats.org/package/2006/relationships"><Relationship Id="rId1" Target="../slides/slide4.xml" Type="http://schemas.openxmlformats.org/officeDocument/2006/relationships/slide"/><Relationship Id="rId2" Target="../notesMasters/notesMaster1.xml" Type="http://schemas.openxmlformats.org/officeDocument/2006/relationships/notesMaster"/></Relationships>
</file>

<file path=ppt/notesSlides/_rels/notesSlide5.xml.rels><?xml version="1.0" encoding="UTF-8" standalone="yes"?><Relationships xmlns="http://schemas.openxmlformats.org/package/2006/relationships"><Relationship Id="rId1" Target="../slides/slide5.xml" Type="http://schemas.openxmlformats.org/officeDocument/2006/relationships/slide"/><Relationship Id="rId2" Target="../notesMasters/notesMaster1.xml" Type="http://schemas.openxmlformats.org/officeDocument/2006/relationships/notesMaster"/></Relationships>
</file>

<file path=ppt/notesSlides/_rels/notesSlide6.xml.rels><?xml version="1.0" encoding="UTF-8" standalone="yes"?><Relationships xmlns="http://schemas.openxmlformats.org/package/2006/relationships"><Relationship Id="rId1" Target="../slides/slide6.xml" Type="http://schemas.openxmlformats.org/officeDocument/2006/relationships/slide"/><Relationship Id="rId2" Target="../notesMasters/notesMaster1.xml" Type="http://schemas.openxmlformats.org/officeDocument/2006/relationships/notesMaster"/></Relationships>
</file>

<file path=ppt/notesSlides/_rels/notesSlide7.xml.rels><?xml version="1.0" encoding="UTF-8" standalone="yes"?><Relationships xmlns="http://schemas.openxmlformats.org/package/2006/relationships"><Relationship Id="rId1" Target="../slides/slide7.xml" Type="http://schemas.openxmlformats.org/officeDocument/2006/relationships/slide"/><Relationship Id="rId2" Target="../notesMasters/notesMaster1.xml" Type="http://schemas.openxmlformats.org/officeDocument/2006/relationships/notesMaster"/></Relationships>
</file>

<file path=ppt/notesSlides/_rels/notesSlide8.xml.rels><?xml version="1.0" encoding="UTF-8" standalone="yes"?><Relationships xmlns="http://schemas.openxmlformats.org/package/2006/relationships"><Relationship Id="rId1" Target="../slides/slide8.xml" Type="http://schemas.openxmlformats.org/officeDocument/2006/relationships/slide"/><Relationship Id="rId2" Target="../notesMasters/notesMaster1.xml" Type="http://schemas.openxmlformats.org/officeDocument/2006/relationships/notesMaster"/></Relationships>
</file>

<file path=ppt/notesSlides/_rels/notesSlide9.xml.rels><?xml version="1.0" encoding="UTF-8" standalone="yes"?><Relationships xmlns="http://schemas.openxmlformats.org/package/2006/relationships"><Relationship Id="rId1" Target="../slides/slide9.xml" Type="http://schemas.openxmlformats.org/officeDocument/2006/relationships/slide"/><Relationship Id="rId2" Target="../notesMasters/notesMaster1.xml" Type="http://schemas.openxmlformats.org/officeDocument/2006/relationships/notesMaster"/></Relationships>
</file>

<file path=ppt/notesSlides/_rels/notesSlide10.xml.rels><?xml version="1.0" encoding="UTF-8" standalone="yes"?><Relationships xmlns="http://schemas.openxmlformats.org/package/2006/relationships"><Relationship Id="rId1" Target="../slides/slide10.xml" Type="http://schemas.openxmlformats.org/officeDocument/2006/relationships/slide"/><Relationship Id="rId2" Target="../notesMasters/notesMaster1.xml" Type="http://schemas.openxmlformats.org/officeDocument/2006/relationships/notesMaster"/></Relationships>
</file>

<file path=ppt/notesSlides/_rels/notesSlide11.xml.rels><?xml version="1.0" encoding="UTF-8" standalone="yes"?><Relationships xmlns="http://schemas.openxmlformats.org/package/2006/relationships"><Relationship Id="rId1" Target="../slides/slide11.xml" Type="http://schemas.openxmlformats.org/officeDocument/2006/relationships/slide"/><Relationship Id="rId2" Target="../notesMasters/notesMaster1.xml" Type="http://schemas.openxmlformats.org/officeDocument/2006/relationships/notesMaster"/></Relationships>
</file>

<file path=ppt/notesSlides/_rels/notesSlide12.xml.rels><?xml version="1.0" encoding="UTF-8" standalone="yes"?><Relationships xmlns="http://schemas.openxmlformats.org/package/2006/relationships"><Relationship Id="rId1" Target="../slides/slide12.xml" Type="http://schemas.openxmlformats.org/officeDocument/2006/relationships/slide"/><Relationship Id="rId2" Target="../notesMasters/notesMaster1.xml" Type="http://schemas.openxmlformats.org/officeDocument/2006/relationships/notesMaster"/></Relationships>
</file>

<file path=ppt/notesSlides/_rels/notesSlide13.xml.rels><?xml version="1.0" encoding="UTF-8" standalone="yes"?><Relationships xmlns="http://schemas.openxmlformats.org/package/2006/relationships"><Relationship Id="rId1" Target="../slides/slide13.xml" Type="http://schemas.openxmlformats.org/officeDocument/2006/relationships/slide"/><Relationship Id="rId2" Target="../notesMasters/notesMaster1.xml" Type="http://schemas.openxmlformats.org/officeDocument/2006/relationships/notesMaster"/></Relationships>
</file>

<file path=ppt/notesSlides/_rels/notesSlide14.xml.rels><?xml version="1.0" encoding="UTF-8" standalone="yes"?><Relationships xmlns="http://schemas.openxmlformats.org/package/2006/relationships"><Relationship Id="rId1" Target="../slides/slide14.xml" Type="http://schemas.openxmlformats.org/officeDocument/2006/relationships/slide"/><Relationship Id="rId2" Target="../notesMasters/notesMaster1.xml" Type="http://schemas.openxmlformats.org/officeDocument/2006/relationships/notesMaster"/></Relationships>
</file>

<file path=ppt/notesSlides/_rels/notesSlide15.xml.rels><?xml version="1.0" encoding="UTF-8" standalone="yes"?><Relationships xmlns="http://schemas.openxmlformats.org/package/2006/relationships"><Relationship Id="rId1" Target="../slides/slide15.xml" Type="http://schemas.openxmlformats.org/officeDocument/2006/relationships/slide"/><Relationship Id="rId2"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topic</a:t>
            </a:r>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smtClean="0"/>
              <a:t>menu</a:t>
            </a:r>
            <a:endParaRPr lang="en-US" altLang="zh-CN" dirty="0"/>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fld id="{EC530858-BF76-453D-8D3B-E94317EF6EAB}" type="slidenum">
              <a:rPr lang="zh-CN" altLang="en-US" smtClean="0">
                <a:latin typeface="Calibri" panose="020F0502020204030204" pitchFamily="34" charset="0"/>
              </a:rPr>
            </a:fld>
            <a:endParaRPr lang="zh-CN" altLang="en-US" smtClean="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menu1</a:t>
            </a:r>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7D643E-5F2C-49CF-83FF-E485C6A051C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smtClean="0"/>
              <a:t>My First Template</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menu2</a:t>
            </a:r>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menu3</a:t>
            </a:r>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end</a:t>
            </a:r>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84238" y="6704013"/>
            <a:ext cx="2892425" cy="384175"/>
          </a:xfrm>
          <a:prstGeom prst="rect">
            <a:avLst/>
          </a:prstGeom>
        </p:spPr>
        <p:txBody>
          <a:bodyPr/>
          <a:lstStyle/>
          <a:p>
            <a:fld id="{32BF82D2-7A68-459D-A996-9BDDA2518FA4}" type="datetimeFigureOut">
              <a:rPr lang="zh-CN" altLang="en-US" smtClean="0"/>
            </a:fld>
            <a:endParaRPr lang="zh-CN" altLang="en-US"/>
          </a:p>
        </p:txBody>
      </p:sp>
      <p:sp>
        <p:nvSpPr>
          <p:cNvPr id="3" name="页脚占位符 2"/>
          <p:cNvSpPr>
            <a:spLocks noGrp="1"/>
          </p:cNvSpPr>
          <p:nvPr>
            <p:ph type="ftr" sz="quarter" idx="11"/>
          </p:nvPr>
        </p:nvSpPr>
        <p:spPr>
          <a:xfrm>
            <a:off x="4259263" y="6704013"/>
            <a:ext cx="4340225" cy="38417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9082088" y="6704013"/>
            <a:ext cx="2892425" cy="384175"/>
          </a:xfrm>
          <a:prstGeom prst="rect">
            <a:avLst/>
          </a:prstGeom>
        </p:spPr>
        <p:txBody>
          <a:bodyPr/>
          <a:lstStyle/>
          <a:p>
            <a:fld id="{3E01EE5D-26FB-46D5-A381-ECFB35BF1D34}"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84238" y="385763"/>
            <a:ext cx="11090275" cy="1397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84238" y="6704013"/>
            <a:ext cx="2892425" cy="384175"/>
          </a:xfrm>
          <a:prstGeom prst="rect">
            <a:avLst/>
          </a:prstGeom>
        </p:spPr>
        <p:txBody>
          <a:bodyPr/>
          <a:lstStyle/>
          <a:p>
            <a:fld id="{32BF82D2-7A68-459D-A996-9BDDA2518FA4}" type="datetimeFigureOut">
              <a:rPr lang="zh-CN" altLang="en-US" smtClean="0"/>
            </a:fld>
            <a:endParaRPr lang="zh-CN" altLang="en-US"/>
          </a:p>
        </p:txBody>
      </p:sp>
      <p:sp>
        <p:nvSpPr>
          <p:cNvPr id="4" name="页脚占位符 3"/>
          <p:cNvSpPr>
            <a:spLocks noGrp="1"/>
          </p:cNvSpPr>
          <p:nvPr>
            <p:ph type="ftr" sz="quarter" idx="11"/>
          </p:nvPr>
        </p:nvSpPr>
        <p:spPr>
          <a:xfrm>
            <a:off x="4259263" y="6704013"/>
            <a:ext cx="4340225" cy="38417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9082088" y="6704013"/>
            <a:ext cx="2892425" cy="384175"/>
          </a:xfrm>
          <a:prstGeom prst="rect">
            <a:avLst/>
          </a:prstGeom>
        </p:spPr>
        <p:txBody>
          <a:bodyPr/>
          <a:lstStyle/>
          <a:p>
            <a:fld id="{3E01EE5D-26FB-46D5-A381-ECFB35BF1D34}" type="slidenum">
              <a:rPr lang="zh-CN" altLang="en-US" smtClean="0"/>
            </a:fld>
            <a:endParaRPr lang="zh-CN" altLang="en-US"/>
          </a:p>
        </p:txBody>
      </p:sp>
      <p:sp>
        <p:nvSpPr>
          <p:cNvPr id="7" name="矩形 6"/>
          <p:cNvSpPr/>
          <p:nvPr userDrawn="1"/>
        </p:nvSpPr>
        <p:spPr>
          <a:xfrm>
            <a:off x="8325228" y="6280621"/>
            <a:ext cx="775136" cy="246221"/>
          </a:xfrm>
          <a:prstGeom prst="rect">
            <a:avLst/>
          </a:prstGeom>
        </p:spPr>
        <p:txBody>
          <a:bodyPr wrap="square">
            <a:spAutoFit/>
          </a:bodyPr>
          <a:lstStyle/>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r>
              <a:rPr lang="en-US" altLang="zh-CN" sz="100" dirty="0" smtClean="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pPr>
            <a:r>
              <a:rPr lang="zh-CN" altLang="en-US" sz="100" dirty="0" smtClean="0">
                <a:solidFill>
                  <a:prstClr val="white"/>
                </a:solidFill>
                <a:latin typeface="Calibri" panose="020F0502020204030204"/>
                <a:ea typeface="宋体" panose="02010600030101010101" pitchFamily="2" charset="-122"/>
              </a:rPr>
              <a:t>字体下载：</a:t>
            </a:r>
            <a:r>
              <a:rPr lang="en-US" altLang="zh-CN" sz="100" dirty="0" smtClean="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media/image1.png" Type="http://schemas.openxmlformats.org/officeDocument/2006/relationships/image"/><Relationship Id="rId2" Target="../slideLayouts/slideLayout1.xml" Type="http://schemas.openxmlformats.org/officeDocument/2006/relationships/slideLayout"/><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media/image1.png" Type="http://schemas.openxmlformats.org/officeDocument/2006/relationships/image"/><Relationship Id="rId10" Target="../notesSlides/notesSlide2.xml" Type="http://schemas.openxmlformats.org/officeDocument/2006/relationships/notesSlide"/><Relationship Id="rId2" Target="../tags/tag1.xml" Type="http://schemas.openxmlformats.org/officeDocument/2006/relationships/tags"/><Relationship Id="rId3" Target="../tags/tag2.xml" Type="http://schemas.openxmlformats.org/officeDocument/2006/relationships/tags"/><Relationship Id="rId4" Target="../tags/tag3.xml" Type="http://schemas.openxmlformats.org/officeDocument/2006/relationships/tags"/><Relationship Id="rId5" Target="../tags/tag4.xml" Type="http://schemas.openxmlformats.org/officeDocument/2006/relationships/tags"/><Relationship Id="rId6" Target="../tags/tag5.xml" Type="http://schemas.openxmlformats.org/officeDocument/2006/relationships/tags"/><Relationship Id="rId7" Target="../tags/tag6.xml" Type="http://schemas.openxmlformats.org/officeDocument/2006/relationships/tags"/><Relationship Id="rId8" Target="../tags/tag7.xml" Type="http://schemas.openxmlformats.org/officeDocument/2006/relationships/tags"/><Relationship Id="rId9" Target="../slideLayouts/slideLayout1.xml" Type="http://schemas.openxmlformats.org/officeDocument/2006/relationships/slideLayout"/></Relationships>
</file>

<file path=ppt/slides/_rels/slide3.xml.rels><?xml version="1.0" encoding="UTF-8" standalone="yes"?><Relationships xmlns="http://schemas.openxmlformats.org/package/2006/relationships"><Relationship Id="rId1" Target="../media/image1.png" Type="http://schemas.openxmlformats.org/officeDocument/2006/relationships/image"/><Relationship Id="rId2" Target="../slideLayouts/slideLayout1.xml" Type="http://schemas.openxmlformats.org/officeDocument/2006/relationships/slideLayout"/><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media/image2.jpeg" Type="http://schemas.openxmlformats.org/officeDocument/2006/relationships/image"/><Relationship Id="rId2" Target="../slideLayouts/slideLayout1.xml" Type="http://schemas.openxmlformats.org/officeDocument/2006/relationships/slideLayout"/><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tags/tag8.xml" Type="http://schemas.openxmlformats.org/officeDocument/2006/relationships/tags"/><Relationship Id="rId2" Target="../tags/tag9.xml" Type="http://schemas.openxmlformats.org/officeDocument/2006/relationships/tags"/><Relationship Id="rId3" Target="../slideLayouts/slideLayout1.xml" Type="http://schemas.openxmlformats.org/officeDocument/2006/relationships/slideLayout"/><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media/image1.png" Type="http://schemas.openxmlformats.org/officeDocument/2006/relationships/image"/><Relationship Id="rId2" Target="../slideLayouts/slideLayout1.xml" Type="http://schemas.openxmlformats.org/officeDocument/2006/relationships/slideLayout"/><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media/image3.jpeg" Type="http://schemas.openxmlformats.org/officeDocument/2006/relationships/image"/><Relationship Id="rId2" Target="../media/image4.jpeg" Type="http://schemas.openxmlformats.org/officeDocument/2006/relationships/image"/><Relationship Id="rId3" Target="../media/image5.jpeg" Type="http://schemas.openxmlformats.org/officeDocument/2006/relationships/image"/><Relationship Id="rId4" Target="../slideLayouts/slideLayout1.xml" Type="http://schemas.openxmlformats.org/officeDocument/2006/relationships/slideLayout"/><Relationship Id="rId5"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media/image1.png" Type="http://schemas.openxmlformats.org/officeDocument/2006/relationships/image"/><Relationship Id="rId2" Target="../slideLayouts/slideLayout1.xml" Type="http://schemas.openxmlformats.org/officeDocument/2006/relationships/slideLayout"/><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media/image6.jpeg" Type="http://schemas.openxmlformats.org/officeDocument/2006/relationships/image"/><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slideLayouts/slideLayout1.xml" Type="http://schemas.openxmlformats.org/officeDocument/2006/relationships/slideLayout"/><Relationship Id="rId6"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media/image1.png" Type="http://schemas.openxmlformats.org/officeDocument/2006/relationships/image"/><Relationship Id="rId2" Target="../slideLayouts/slideLayout1.xml" Type="http://schemas.openxmlformats.org/officeDocument/2006/relationships/slideLayout"/><Relationship Id="rId3" Target="../notesSlides/notesSlide15.xml" Type="http://schemas.openxmlformats.org/officeDocument/2006/relationships/notesSlid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cstate="screen" r:embed="rId1"/>
          <a:srcRect l="35439" r="11919"/>
          <a:stretch>
            <a:fillRect/>
          </a:stretch>
        </p:blipFill>
        <p:spPr>
          <a:xfrm>
            <a:off x="6011681" y="0"/>
            <a:ext cx="6768752" cy="7232650"/>
          </a:xfrm>
          <a:prstGeom prst="rect">
            <a:avLst/>
          </a:prstGeom>
        </p:spPr>
      </p:pic>
      <p:sp>
        <p:nvSpPr>
          <p:cNvPr id="15" name="椭圆 14"/>
          <p:cNvSpPr/>
          <p:nvPr/>
        </p:nvSpPr>
        <p:spPr>
          <a:xfrm>
            <a:off x="10942265" y="2526064"/>
            <a:ext cx="1206303" cy="1206303"/>
          </a:xfrm>
          <a:prstGeom prst="ellipse">
            <a:avLst/>
          </a:prstGeom>
          <a:solidFill>
            <a:schemeClr val="accent2"/>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11" name="矩形 259"/>
          <p:cNvSpPr>
            <a:spLocks noChangeArrowheads="1"/>
          </p:cNvSpPr>
          <p:nvPr/>
        </p:nvSpPr>
        <p:spPr bwMode="auto">
          <a:xfrm>
            <a:off x="852170" y="2860675"/>
            <a:ext cx="6943725" cy="1015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normAutofit fontScale="97500"/>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buNone/>
            </a:pPr>
            <a:r>
              <a:rPr altLang="zh-CN" b="1" dirty="0" lang="en-US" smtClean="0" sz="6600">
                <a:solidFill>
                  <a:schemeClr val="accent1">
                    <a:lumMod val="75000"/>
                  </a:schemeClr>
                </a:solidFill>
                <a:cs charset="0" panose="020B0604020202020204" pitchFamily="34" typeface="Arial"/>
              </a:rPr>
              <a:t>智能养殖技术实践与个人成长——杭州萤石网络实习报告</a:t>
            </a:r>
            <a:endParaRPr altLang="en-US" b="1" dirty="0" lang="zh-CN" sz="4400">
              <a:solidFill>
                <a:schemeClr val="accent1">
                  <a:lumMod val="75000"/>
                </a:schemeClr>
              </a:solidFill>
              <a:cs charset="0" panose="020B0604020202020204" pitchFamily="34" typeface="Arial"/>
            </a:endParaRPr>
          </a:p>
        </p:txBody>
      </p:sp>
      <p:sp>
        <p:nvSpPr>
          <p:cNvPr id="13" name="矩形 259"/>
          <p:cNvSpPr>
            <a:spLocks noChangeArrowheads="1"/>
          </p:cNvSpPr>
          <p:nvPr/>
        </p:nvSpPr>
        <p:spPr bwMode="auto">
          <a:xfrm>
            <a:off x="852117" y="4541994"/>
            <a:ext cx="588269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normAutofit fontScale="97500"/>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buNone/>
            </a:pPr>
            <a:r>
              <a:rPr altLang="en-US" dirty="0" lang="zh-CN" smtClean="0" sz="1800">
                <a:solidFill>
                  <a:schemeClr val="accent1">
                    <a:lumMod val="75000"/>
                  </a:schemeClr>
                </a:solidFill>
                <a:cs charset="0" panose="020B0604020202020204" pitchFamily="34" typeface="Arial"/>
              </a:rPr>
              <a:t>汇报人： </a:t>
            </a:r>
            <a:endParaRPr altLang="en-US" dirty="0" lang="zh-CN" sz="1800">
              <a:solidFill>
                <a:schemeClr val="accent1">
                  <a:lumMod val="75000"/>
                </a:schemeClr>
              </a:solidFill>
              <a:cs charset="0" panose="020B0604020202020204" pitchFamily="34" typeface="Arial"/>
            </a:endParaRPr>
          </a:p>
        </p:txBody>
      </p:sp>
      <p:sp>
        <p:nvSpPr>
          <p:cNvPr id="4" name="椭圆 3"/>
          <p:cNvSpPr/>
          <p:nvPr/>
        </p:nvSpPr>
        <p:spPr>
          <a:xfrm>
            <a:off x="8794430" y="683617"/>
            <a:ext cx="2902270" cy="2902270"/>
          </a:xfrm>
          <a:prstGeom prst="ellipse">
            <a:avLst/>
          </a:prstGeom>
          <a:solidFill>
            <a:schemeClr val="accent1"/>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14" name="矩形 259"/>
          <p:cNvSpPr>
            <a:spLocks noChangeArrowheads="1"/>
          </p:cNvSpPr>
          <p:nvPr/>
        </p:nvSpPr>
        <p:spPr bwMode="auto">
          <a:xfrm>
            <a:off x="9202665" y="1592720"/>
            <a:ext cx="2085800" cy="12311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normAutofit/>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lgn="ctr">
              <a:buNone/>
            </a:pPr>
            <a:r>
              <a:rPr altLang="zh-CN" cap="all" dirty="0" lang="en-US" smtClean="0" sz="8000">
                <a:solidFill>
                  <a:schemeClr val="bg1"/>
                </a:solidFill>
                <a:latin charset="0" panose="020B0806030902050204" pitchFamily="34" typeface="Impact"/>
                <a:cs charset="0" panose="020B0604020202020204" pitchFamily="34" typeface="Arial"/>
              </a:rPr>
              <a:t>202X</a:t>
            </a:r>
            <a:endParaRPr altLang="en-US" cap="all" dirty="0" lang="zh-CN" sz="8000">
              <a:solidFill>
                <a:schemeClr val="bg1"/>
              </a:solidFill>
              <a:latin charset="0" panose="020B0806030902050204" pitchFamily="34" typeface="Impact"/>
              <a:cs charset="0" panose="020B0604020202020204" pitchFamily="34" typeface="Aria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advTm="0" p14:dur="2000" spd="slow">
        <p15:prstTrans prst="crush"/>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8">
                                  <p:stCondLst>
                                    <p:cond delay="0"/>
                                  </p:stCondLst>
                                  <p:childTnLst>
                                    <p:set>
                                      <p:cBhvr>
                                        <p:cTn dur="1" fill="hold" id="6">
                                          <p:stCondLst>
                                            <p:cond delay="0"/>
                                          </p:stCondLst>
                                        </p:cTn>
                                        <p:tgtEl>
                                          <p:spTgt spid="3"/>
                                        </p:tgtEl>
                                        <p:attrNameLst>
                                          <p:attrName>style.visibility</p:attrName>
                                        </p:attrNameLst>
                                      </p:cBhvr>
                                      <p:to>
                                        <p:strVal val="visible"/>
                                      </p:to>
                                    </p:set>
                                    <p:animEffect filter="wipe(left)" transition="in">
                                      <p:cBhvr>
                                        <p:cTn dur="500" id="7"/>
                                        <p:tgtEl>
                                          <p:spTgt spid="3"/>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53" presetSubtype="16">
                                  <p:stCondLst>
                                    <p:cond delay="0"/>
                                  </p:stCondLst>
                                  <p:childTnLst>
                                    <p:set>
                                      <p:cBhvr>
                                        <p:cTn dur="1" fill="hold" id="11">
                                          <p:stCondLst>
                                            <p:cond delay="0"/>
                                          </p:stCondLst>
                                        </p:cTn>
                                        <p:tgtEl>
                                          <p:spTgt spid="14"/>
                                        </p:tgtEl>
                                        <p:attrNameLst>
                                          <p:attrName>style.visibility</p:attrName>
                                        </p:attrNameLst>
                                      </p:cBhvr>
                                      <p:to>
                                        <p:strVal val="visible"/>
                                      </p:to>
                                    </p:set>
                                    <p:anim calcmode="lin" valueType="num">
                                      <p:cBhvr>
                                        <p:cTn dur="500" fill="hold" id="12"/>
                                        <p:tgtEl>
                                          <p:spTgt spid="14"/>
                                        </p:tgtEl>
                                        <p:attrNameLst>
                                          <p:attrName>ppt_w</p:attrName>
                                        </p:attrNameLst>
                                      </p:cBhvr>
                                      <p:tavLst>
                                        <p:tav tm="0">
                                          <p:val>
                                            <p:fltVal val="0"/>
                                          </p:val>
                                        </p:tav>
                                        <p:tav tm="100000">
                                          <p:val>
                                            <p:strVal val="#ppt_w"/>
                                          </p:val>
                                        </p:tav>
                                      </p:tavLst>
                                    </p:anim>
                                    <p:anim calcmode="lin" valueType="num">
                                      <p:cBhvr>
                                        <p:cTn dur="500" fill="hold" id="13"/>
                                        <p:tgtEl>
                                          <p:spTgt spid="14"/>
                                        </p:tgtEl>
                                        <p:attrNameLst>
                                          <p:attrName>ppt_h</p:attrName>
                                        </p:attrNameLst>
                                      </p:cBhvr>
                                      <p:tavLst>
                                        <p:tav tm="0">
                                          <p:val>
                                            <p:fltVal val="0"/>
                                          </p:val>
                                        </p:tav>
                                        <p:tav tm="100000">
                                          <p:val>
                                            <p:strVal val="#ppt_h"/>
                                          </p:val>
                                        </p:tav>
                                      </p:tavLst>
                                    </p:anim>
                                    <p:animEffect filter="fade" transition="in">
                                      <p:cBhvr>
                                        <p:cTn dur="500" id="14"/>
                                        <p:tgtEl>
                                          <p:spTgt spid="14"/>
                                        </p:tgtEl>
                                      </p:cBhvr>
                                    </p:animEffect>
                                  </p:childTnLst>
                                </p:cTn>
                              </p:par>
                              <p:par>
                                <p:cTn fill="hold" grpId="0" id="15" nodeType="withEffect" presetClass="entr" presetID="53" presetSubtype="16">
                                  <p:stCondLst>
                                    <p:cond delay="0"/>
                                  </p:stCondLst>
                                  <p:childTnLst>
                                    <p:set>
                                      <p:cBhvr>
                                        <p:cTn dur="1" fill="hold" id="16">
                                          <p:stCondLst>
                                            <p:cond delay="0"/>
                                          </p:stCondLst>
                                        </p:cTn>
                                        <p:tgtEl>
                                          <p:spTgt spid="4"/>
                                        </p:tgtEl>
                                        <p:attrNameLst>
                                          <p:attrName>style.visibility</p:attrName>
                                        </p:attrNameLst>
                                      </p:cBhvr>
                                      <p:to>
                                        <p:strVal val="visible"/>
                                      </p:to>
                                    </p:set>
                                    <p:anim calcmode="lin" valueType="num">
                                      <p:cBhvr>
                                        <p:cTn dur="500" fill="hold" id="17"/>
                                        <p:tgtEl>
                                          <p:spTgt spid="4"/>
                                        </p:tgtEl>
                                        <p:attrNameLst>
                                          <p:attrName>ppt_w</p:attrName>
                                        </p:attrNameLst>
                                      </p:cBhvr>
                                      <p:tavLst>
                                        <p:tav tm="0">
                                          <p:val>
                                            <p:fltVal val="0"/>
                                          </p:val>
                                        </p:tav>
                                        <p:tav tm="100000">
                                          <p:val>
                                            <p:strVal val="#ppt_w"/>
                                          </p:val>
                                        </p:tav>
                                      </p:tavLst>
                                    </p:anim>
                                    <p:anim calcmode="lin" valueType="num">
                                      <p:cBhvr>
                                        <p:cTn dur="500" fill="hold" id="18"/>
                                        <p:tgtEl>
                                          <p:spTgt spid="4"/>
                                        </p:tgtEl>
                                        <p:attrNameLst>
                                          <p:attrName>ppt_h</p:attrName>
                                        </p:attrNameLst>
                                      </p:cBhvr>
                                      <p:tavLst>
                                        <p:tav tm="0">
                                          <p:val>
                                            <p:fltVal val="0"/>
                                          </p:val>
                                        </p:tav>
                                        <p:tav tm="100000">
                                          <p:val>
                                            <p:strVal val="#ppt_h"/>
                                          </p:val>
                                        </p:tav>
                                      </p:tavLst>
                                    </p:anim>
                                    <p:animEffect filter="fade" transition="in">
                                      <p:cBhvr>
                                        <p:cTn dur="500" id="19"/>
                                        <p:tgtEl>
                                          <p:spTgt spid="4"/>
                                        </p:tgtEl>
                                      </p:cBhvr>
                                    </p:animEffect>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53" presetSubtype="16">
                                  <p:stCondLst>
                                    <p:cond delay="0"/>
                                  </p:stCondLst>
                                  <p:childTnLst>
                                    <p:set>
                                      <p:cBhvr>
                                        <p:cTn dur="1" fill="hold" id="23">
                                          <p:stCondLst>
                                            <p:cond delay="0"/>
                                          </p:stCondLst>
                                        </p:cTn>
                                        <p:tgtEl>
                                          <p:spTgt spid="15"/>
                                        </p:tgtEl>
                                        <p:attrNameLst>
                                          <p:attrName>style.visibility</p:attrName>
                                        </p:attrNameLst>
                                      </p:cBhvr>
                                      <p:to>
                                        <p:strVal val="visible"/>
                                      </p:to>
                                    </p:set>
                                    <p:anim calcmode="lin" valueType="num">
                                      <p:cBhvr>
                                        <p:cTn dur="500" fill="hold" id="24"/>
                                        <p:tgtEl>
                                          <p:spTgt spid="15"/>
                                        </p:tgtEl>
                                        <p:attrNameLst>
                                          <p:attrName>ppt_w</p:attrName>
                                        </p:attrNameLst>
                                      </p:cBhvr>
                                      <p:tavLst>
                                        <p:tav tm="0">
                                          <p:val>
                                            <p:fltVal val="0"/>
                                          </p:val>
                                        </p:tav>
                                        <p:tav tm="100000">
                                          <p:val>
                                            <p:strVal val="#ppt_w"/>
                                          </p:val>
                                        </p:tav>
                                      </p:tavLst>
                                    </p:anim>
                                    <p:anim calcmode="lin" valueType="num">
                                      <p:cBhvr>
                                        <p:cTn dur="500" fill="hold" id="25"/>
                                        <p:tgtEl>
                                          <p:spTgt spid="15"/>
                                        </p:tgtEl>
                                        <p:attrNameLst>
                                          <p:attrName>ppt_h</p:attrName>
                                        </p:attrNameLst>
                                      </p:cBhvr>
                                      <p:tavLst>
                                        <p:tav tm="0">
                                          <p:val>
                                            <p:fltVal val="0"/>
                                          </p:val>
                                        </p:tav>
                                        <p:tav tm="100000">
                                          <p:val>
                                            <p:strVal val="#ppt_h"/>
                                          </p:val>
                                        </p:tav>
                                      </p:tavLst>
                                    </p:anim>
                                    <p:animEffect filter="fade" transition="in">
                                      <p:cBhvr>
                                        <p:cTn dur="500" id="26"/>
                                        <p:tgtEl>
                                          <p:spTgt spid="15"/>
                                        </p:tgtEl>
                                      </p:cBhvr>
                                    </p:animEffect>
                                  </p:childTnLst>
                                </p:cTn>
                              </p:par>
                            </p:childTnLst>
                          </p:cTn>
                        </p:par>
                        <p:par>
                          <p:cTn fill="hold" id="27">
                            <p:stCondLst>
                              <p:cond delay="500"/>
                            </p:stCondLst>
                            <p:childTnLst>
                              <p:par>
                                <p:cTn fill="hold" grpId="0" id="28" nodeType="afterEffect" presetClass="entr" presetID="41" presetSubtype="0">
                                  <p:stCondLst>
                                    <p:cond delay="0"/>
                                  </p:stCondLst>
                                  <p:iterate type="lt">
                                    <p:tmPct val="10000"/>
                                  </p:iterate>
                                  <p:childTnLst>
                                    <p:set>
                                      <p:cBhvr>
                                        <p:cTn dur="1" fill="hold" id="29">
                                          <p:stCondLst>
                                            <p:cond delay="0"/>
                                          </p:stCondLst>
                                        </p:cTn>
                                        <p:tgtEl>
                                          <p:spTgt spid="11"/>
                                        </p:tgtEl>
                                        <p:attrNameLst>
                                          <p:attrName>style.visibility</p:attrName>
                                        </p:attrNameLst>
                                      </p:cBhvr>
                                      <p:to>
                                        <p:strVal val="visible"/>
                                      </p:to>
                                    </p:set>
                                    <p:anim calcmode="lin" valueType="num">
                                      <p:cBhvr>
                                        <p:cTn dur="500" fill="hold" id="30"/>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dur="500" fill="hold" id="31"/>
                                        <p:tgtEl>
                                          <p:spTgt spid="11"/>
                                        </p:tgtEl>
                                        <p:attrNameLst>
                                          <p:attrName>ppt_y</p:attrName>
                                        </p:attrNameLst>
                                      </p:cBhvr>
                                      <p:tavLst>
                                        <p:tav tm="0">
                                          <p:val>
                                            <p:strVal val="#ppt_y"/>
                                          </p:val>
                                        </p:tav>
                                        <p:tav tm="100000">
                                          <p:val>
                                            <p:strVal val="#ppt_y"/>
                                          </p:val>
                                        </p:tav>
                                      </p:tavLst>
                                    </p:anim>
                                    <p:anim calcmode="lin" valueType="num">
                                      <p:cBhvr>
                                        <p:cTn dur="500" fill="hold" id="32"/>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id="33"/>
                                        <p:tgtEl>
                                          <p:spTgt spid="11"/>
                                        </p:tgtEl>
                                        <p:attrNameLst>
                                          <p:attrName>ppt_w</p:attrName>
                                        </p:attrNameLst>
                                      </p:cBhvr>
                                      <p:tavLst>
                                        <p:tav tm="0">
                                          <p:val>
                                            <p:strVal val="#ppt_w/10"/>
                                          </p:val>
                                        </p:tav>
                                        <p:tav tm="50000">
                                          <p:val>
                                            <p:strVal val="#ppt_w+.01"/>
                                          </p:val>
                                        </p:tav>
                                        <p:tav tm="100000">
                                          <p:val>
                                            <p:strVal val="#ppt_w"/>
                                          </p:val>
                                        </p:tav>
                                      </p:tavLst>
                                    </p:anim>
                                    <p:animEffect filter="fade" transition="in">
                                      <p:cBhvr>
                                        <p:cTn dur="500" id="34" tmFilter="0,0; .5, 1; 1, 1"/>
                                        <p:tgtEl>
                                          <p:spTgt spid="11"/>
                                        </p:tgtEl>
                                      </p:cBhvr>
                                    </p:animEffect>
                                  </p:childTnLst>
                                </p:cTn>
                              </p:par>
                            </p:childTnLst>
                          </p:cTn>
                        </p:par>
                        <p:par>
                          <p:cTn fill="hold" id="35">
                            <p:stCondLst>
                              <p:cond delay="1299"/>
                            </p:stCondLst>
                            <p:childTnLst>
                              <p:par>
                                <p:cTn fill="hold" grpId="1" id="36" nodeType="afterEffect" presetClass="emph" presetID="26" presetSubtype="0">
                                  <p:stCondLst>
                                    <p:cond delay="0"/>
                                  </p:stCondLst>
                                  <p:iterate type="lt">
                                    <p:tmPct val="0"/>
                                  </p:iterate>
                                  <p:childTnLst>
                                    <p:animEffect filter="fade" transition="out">
                                      <p:cBhvr>
                                        <p:cTn dur="500" id="37" tmFilter="0, 0; .2, .5; .8, .5; 1, 0"/>
                                        <p:tgtEl>
                                          <p:spTgt spid="11"/>
                                        </p:tgtEl>
                                      </p:cBhvr>
                                    </p:animEffect>
                                    <p:animScale>
                                      <p:cBhvr>
                                        <p:cTn autoRev="1" dur="250" fill="hold" id="38"/>
                                        <p:tgtEl>
                                          <p:spTgt spid="11"/>
                                        </p:tgtEl>
                                      </p:cBhvr>
                                      <p:by x="105000" y="105000"/>
                                    </p:animScale>
                                  </p:childTnLst>
                                </p:cTn>
                              </p:par>
                            </p:childTnLst>
                          </p:cTn>
                        </p:par>
                        <p:par>
                          <p:cTn fill="hold" id="39">
                            <p:stCondLst>
                              <p:cond delay="1799"/>
                            </p:stCondLst>
                            <p:childTnLst>
                              <p:par>
                                <p:cTn fill="hold" grpId="0" id="40" nodeType="afterEffect" presetClass="entr" presetID="41" presetSubtype="0">
                                  <p:stCondLst>
                                    <p:cond delay="0"/>
                                  </p:stCondLst>
                                  <p:iterate type="lt">
                                    <p:tmPct val="10000"/>
                                  </p:iterate>
                                  <p:childTnLst>
                                    <p:set>
                                      <p:cBhvr>
                                        <p:cTn dur="1" fill="hold" id="41">
                                          <p:stCondLst>
                                            <p:cond delay="0"/>
                                          </p:stCondLst>
                                        </p:cTn>
                                        <p:tgtEl>
                                          <p:spTgt spid="13"/>
                                        </p:tgtEl>
                                        <p:attrNameLst>
                                          <p:attrName>style.visibility</p:attrName>
                                        </p:attrNameLst>
                                      </p:cBhvr>
                                      <p:to>
                                        <p:strVal val="visible"/>
                                      </p:to>
                                    </p:set>
                                    <p:anim calcmode="lin" valueType="num">
                                      <p:cBhvr>
                                        <p:cTn dur="500" fill="hold" id="42"/>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dur="500" fill="hold" id="43"/>
                                        <p:tgtEl>
                                          <p:spTgt spid="13"/>
                                        </p:tgtEl>
                                        <p:attrNameLst>
                                          <p:attrName>ppt_y</p:attrName>
                                        </p:attrNameLst>
                                      </p:cBhvr>
                                      <p:tavLst>
                                        <p:tav tm="0">
                                          <p:val>
                                            <p:strVal val="#ppt_y"/>
                                          </p:val>
                                        </p:tav>
                                        <p:tav tm="100000">
                                          <p:val>
                                            <p:strVal val="#ppt_y"/>
                                          </p:val>
                                        </p:tav>
                                      </p:tavLst>
                                    </p:anim>
                                    <p:anim calcmode="lin" valueType="num">
                                      <p:cBhvr>
                                        <p:cTn dur="500" fill="hold" id="44"/>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id="45"/>
                                        <p:tgtEl>
                                          <p:spTgt spid="13"/>
                                        </p:tgtEl>
                                        <p:attrNameLst>
                                          <p:attrName>ppt_w</p:attrName>
                                        </p:attrNameLst>
                                      </p:cBhvr>
                                      <p:tavLst>
                                        <p:tav tm="0">
                                          <p:val>
                                            <p:strVal val="#ppt_w/10"/>
                                          </p:val>
                                        </p:tav>
                                        <p:tav tm="50000">
                                          <p:val>
                                            <p:strVal val="#ppt_w+.01"/>
                                          </p:val>
                                        </p:tav>
                                        <p:tav tm="100000">
                                          <p:val>
                                            <p:strVal val="#ppt_w"/>
                                          </p:val>
                                        </p:tav>
                                      </p:tavLst>
                                    </p:anim>
                                    <p:animEffect filter="fade" transition="in">
                                      <p:cBhvr>
                                        <p:cTn dur="500" id="46" tmFilter="0,0; .5, 1; 1, 1"/>
                                        <p:tgtEl>
                                          <p:spTgt spid="13"/>
                                        </p:tgtEl>
                                      </p:cBhvr>
                                    </p:animEffect>
                                  </p:childTnLst>
                                </p:cTn>
                              </p:par>
                            </p:childTnLst>
                          </p:cTn>
                        </p:par>
                        <p:par>
                          <p:cTn fill="hold" id="47">
                            <p:stCondLst>
                              <p:cond delay="2500"/>
                            </p:stCondLst>
                            <p:childTnLst>
                              <p:par>
                                <p:cTn fill="hold" grpId="1" id="48" nodeType="afterEffect" presetClass="emph" presetID="26" presetSubtype="0">
                                  <p:stCondLst>
                                    <p:cond delay="0"/>
                                  </p:stCondLst>
                                  <p:iterate type="lt">
                                    <p:tmPct val="0"/>
                                  </p:iterate>
                                  <p:childTnLst>
                                    <p:animEffect filter="fade" transition="out">
                                      <p:cBhvr>
                                        <p:cTn dur="500" id="49" tmFilter="0, 0; .2, .5; .8, .5; 1, 0"/>
                                        <p:tgtEl>
                                          <p:spTgt spid="13"/>
                                        </p:tgtEl>
                                      </p:cBhvr>
                                    </p:animEffect>
                                    <p:animScale>
                                      <p:cBhvr>
                                        <p:cTn autoRev="1" dur="250" fill="hold" id="50"/>
                                        <p:tgtEl>
                                          <p:spTgt spid="13"/>
                                        </p:tgtEl>
                                      </p:cBhvr>
                                      <p:by x="105000" y="105000"/>
                                    </p:animScale>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15"/>
      <p:bldP grpId="0" spid="11"/>
      <p:bldP grpId="1" spid="11"/>
      <p:bldP grpId="0" spid="13"/>
      <p:bldP grpId="1" spid="13"/>
      <p:bldP animBg="1" grpId="0" spid="4"/>
      <p:bldP grpId="0" spid="14"/>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cstate="screen" r:embed="rId1"/>
          <a:srcRect l="35439" r="11919"/>
          <a:stretch>
            <a:fillRect/>
          </a:stretch>
        </p:blipFill>
        <p:spPr>
          <a:xfrm>
            <a:off x="0" y="0"/>
            <a:ext cx="6768752" cy="7232650"/>
          </a:xfrm>
          <a:prstGeom prst="rect">
            <a:avLst/>
          </a:prstGeom>
        </p:spPr>
      </p:pic>
      <p:sp>
        <p:nvSpPr>
          <p:cNvPr id="24" name="椭圆 23"/>
          <p:cNvSpPr/>
          <p:nvPr/>
        </p:nvSpPr>
        <p:spPr>
          <a:xfrm>
            <a:off x="4984658" y="2526064"/>
            <a:ext cx="1206303" cy="1206303"/>
          </a:xfrm>
          <a:prstGeom prst="ellipse">
            <a:avLst/>
          </a:prstGeom>
          <a:solidFill>
            <a:schemeClr val="accent2"/>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42" name="MH_Other_1"/>
          <p:cNvSpPr>
            <a:spLocks noChangeAspect="1"/>
          </p:cNvSpPr>
          <p:nvPr>
            <p:custDataLst>
              <p:tags r:id="rId2"/>
            </p:custDataLst>
          </p:nvPr>
        </p:nvSpPr>
        <p:spPr>
          <a:xfrm>
            <a:off x="7295920" y="2272844"/>
            <a:ext cx="718504" cy="720000"/>
          </a:xfrm>
          <a:prstGeom prst="ellipse">
            <a:avLst/>
          </a:prstGeom>
          <a:solidFill>
            <a:srgbClr val="FFFFFF"/>
          </a:solidFill>
          <a:ln algn="ctr" cap="flat" cmpd="sng" w="57150">
            <a:solidFill>
              <a:schemeClr val="accent1"/>
            </a:solidFill>
            <a:prstDash val="solid"/>
          </a:ln>
          <a:effectLst/>
        </p:spPr>
        <p:txBody>
          <a:bodyPr anchor="ctr" bIns="0" lIns="0" rIns="0" tIns="0">
            <a:normAutofit fontScale="85000" lnSpcReduction="10000"/>
          </a:bodyPr>
          <a:lstStyle/>
          <a:p>
            <a:pPr algn="ctr">
              <a:defRPr/>
            </a:pPr>
            <a:r>
              <a:rPr altLang="zh-CN" dirty="0" kern="0" lang="en-US" sz="4220">
                <a:solidFill>
                  <a:schemeClr val="accent1"/>
                </a:solidFill>
                <a:latin charset="0" panose="020B0604020202020204" pitchFamily="34" typeface="Arial"/>
                <a:ea charset="-122" panose="020B0503020204020204" pitchFamily="34" typeface="微软雅黑"/>
                <a:sym charset="0" panose="020B0604020202020204" pitchFamily="34" typeface="Arial"/>
              </a:rPr>
              <a:t>1</a:t>
            </a:r>
            <a:endParaRPr altLang="zh-CN" dirty="0" kern="0" lang="en-US" sz="4220">
              <a:solidFill>
                <a:schemeClr val="accent1"/>
              </a:solidFill>
              <a:latin charset="0" panose="020B0604020202020204" pitchFamily="34" typeface="Arial"/>
              <a:ea charset="-122" panose="020B0503020204020204" pitchFamily="34" typeface="微软雅黑"/>
              <a:sym charset="0" panose="020B0604020202020204" pitchFamily="34" typeface="Arial"/>
            </a:endParaRPr>
          </a:p>
        </p:txBody>
      </p:sp>
      <p:sp>
        <p:nvSpPr>
          <p:cNvPr id="14" name="MH_Other_2"/>
          <p:cNvSpPr>
            <a:spLocks noChangeAspect="1"/>
          </p:cNvSpPr>
          <p:nvPr>
            <p:custDataLst>
              <p:tags r:id="rId3"/>
            </p:custDataLst>
          </p:nvPr>
        </p:nvSpPr>
        <p:spPr>
          <a:xfrm>
            <a:off x="7295920" y="3301598"/>
            <a:ext cx="718504" cy="720000"/>
          </a:xfrm>
          <a:prstGeom prst="ellipse">
            <a:avLst/>
          </a:prstGeom>
          <a:solidFill>
            <a:srgbClr val="FFFFFF"/>
          </a:solidFill>
          <a:ln algn="ctr" cap="flat" cmpd="sng" w="57150">
            <a:solidFill>
              <a:schemeClr val="accent2"/>
            </a:solidFill>
            <a:prstDash val="solid"/>
          </a:ln>
          <a:effectLst/>
        </p:spPr>
        <p:txBody>
          <a:bodyPr anchor="ctr" bIns="0" lIns="0" rIns="0" tIns="0">
            <a:normAutofit fontScale="85000" lnSpcReduction="10000"/>
          </a:bodyPr>
          <a:lstStyle/>
          <a:p>
            <a:pPr algn="ctr">
              <a:defRPr/>
            </a:pPr>
            <a:r>
              <a:rPr altLang="zh-CN" dirty="0" kern="0" lang="en-US" sz="4220">
                <a:solidFill>
                  <a:schemeClr val="accent2"/>
                </a:solidFill>
                <a:latin charset="0" panose="020B0604020202020204" pitchFamily="34" typeface="Arial"/>
                <a:ea charset="-122" panose="020B0503020204020204" pitchFamily="34" typeface="微软雅黑"/>
                <a:sym charset="0" panose="020B0604020202020204" pitchFamily="34" typeface="Arial"/>
              </a:rPr>
              <a:t>2</a:t>
            </a:r>
            <a:endParaRPr altLang="zh-CN" dirty="0" kern="0" lang="en-US" sz="4220">
              <a:solidFill>
                <a:schemeClr val="accent2"/>
              </a:solidFill>
              <a:latin charset="0" panose="020B0604020202020204" pitchFamily="34" typeface="Arial"/>
              <a:ea charset="-122" panose="020B0503020204020204" pitchFamily="34" typeface="微软雅黑"/>
              <a:sym charset="0" panose="020B0604020202020204" pitchFamily="34" typeface="Arial"/>
            </a:endParaRPr>
          </a:p>
        </p:txBody>
      </p:sp>
      <p:sp>
        <p:nvSpPr>
          <p:cNvPr id="16" name="MH_Other_3"/>
          <p:cNvSpPr>
            <a:spLocks noChangeAspect="1"/>
          </p:cNvSpPr>
          <p:nvPr>
            <p:custDataLst>
              <p:tags r:id="rId4"/>
            </p:custDataLst>
          </p:nvPr>
        </p:nvSpPr>
        <p:spPr>
          <a:xfrm>
            <a:off x="7295920" y="4330352"/>
            <a:ext cx="718504" cy="720000"/>
          </a:xfrm>
          <a:prstGeom prst="ellipse">
            <a:avLst/>
          </a:prstGeom>
          <a:solidFill>
            <a:srgbClr val="FFFFFF"/>
          </a:solidFill>
          <a:ln algn="ctr" cap="flat" cmpd="sng" w="57150">
            <a:solidFill>
              <a:schemeClr val="accent1"/>
            </a:solidFill>
            <a:prstDash val="solid"/>
          </a:ln>
          <a:effectLst/>
        </p:spPr>
        <p:txBody>
          <a:bodyPr anchor="ctr" bIns="0" lIns="0" rIns="0" tIns="0">
            <a:normAutofit fontScale="85000" lnSpcReduction="10000"/>
          </a:bodyPr>
          <a:lstStyle/>
          <a:p>
            <a:pPr algn="ctr">
              <a:defRPr/>
            </a:pPr>
            <a:r>
              <a:rPr altLang="zh-CN" dirty="0" kern="0" lang="en-US" sz="4220">
                <a:solidFill>
                  <a:schemeClr val="accent1"/>
                </a:solidFill>
                <a:latin charset="0" panose="020B0604020202020204" pitchFamily="34" typeface="Arial"/>
                <a:ea charset="-122" panose="020B0503020204020204" pitchFamily="34" typeface="微软雅黑"/>
                <a:sym charset="0" panose="020B0604020202020204" pitchFamily="34" typeface="Arial"/>
              </a:rPr>
              <a:t>3</a:t>
            </a:r>
            <a:endParaRPr altLang="zh-CN" dirty="0" kern="0" lang="en-US" sz="4220">
              <a:solidFill>
                <a:schemeClr val="accent1"/>
              </a:solidFill>
              <a:latin charset="0" panose="020B0604020202020204" pitchFamily="34" typeface="Arial"/>
              <a:ea charset="-122" panose="020B0503020204020204" pitchFamily="34" typeface="微软雅黑"/>
              <a:sym charset="0" panose="020B0604020202020204" pitchFamily="34" typeface="Arial"/>
            </a:endParaRPr>
          </a:p>
        </p:txBody>
      </p:sp>
      <p:sp>
        <p:nvSpPr>
          <p:cNvPr id="20" name="MH_Text_1"/>
          <p:cNvSpPr/>
          <p:nvPr>
            <p:custDataLst>
              <p:tags r:id="rId5"/>
            </p:custDataLst>
          </p:nvPr>
        </p:nvSpPr>
        <p:spPr>
          <a:xfrm>
            <a:off x="8254365" y="2404110"/>
            <a:ext cx="4272280" cy="508635"/>
          </a:xfrm>
          <a:prstGeom prst="rect">
            <a:avLst/>
          </a:prstGeom>
        </p:spPr>
        <p:txBody>
          <a:bodyPr anchor="ctr" bIns="0" lIns="0" rIns="0" tIns="0" wrap="square">
            <a:normAutofit/>
          </a:bodyPr>
          <a:lstStyle/>
          <a:p>
            <a:pPr algn="l"/>
            <a:r>
              <a:rPr altLang="zh-CN" dirty="0" lang="en-US" sz="29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1 实习概况与公司介绍</a:t>
            </a:r>
            <a:endParaRPr altLang="en-US" dirty="0" lang="zh-CN" sz="29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21" name="MH_Text_2"/>
          <p:cNvSpPr/>
          <p:nvPr>
            <p:custDataLst>
              <p:tags r:id="rId6"/>
            </p:custDataLst>
          </p:nvPr>
        </p:nvSpPr>
        <p:spPr>
          <a:xfrm>
            <a:off x="8254365" y="3415665"/>
            <a:ext cx="4290060" cy="492125"/>
          </a:xfrm>
          <a:prstGeom prst="rect">
            <a:avLst/>
          </a:prstGeom>
        </p:spPr>
        <p:txBody>
          <a:bodyPr anchor="ctr" bIns="0" lIns="0" rIns="0" tIns="0" wrap="square">
            <a:normAutofit fontScale="90000"/>
          </a:bodyPr>
          <a:lstStyle/>
          <a:p>
            <a:pPr algn="l"/>
            <a:r>
              <a:rPr altLang="zh-CN" dirty="0" lang="en-US"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2 项目一：猪只发情配种预测系统技术详解</a:t>
            </a:r>
            <a:endParaRPr altLang="en-US" dirty="0" lang="zh-CN" sz="14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22" name="MH_Text_3"/>
          <p:cNvSpPr/>
          <p:nvPr>
            <p:custDataLst>
              <p:tags r:id="rId7"/>
            </p:custDataLst>
          </p:nvPr>
        </p:nvSpPr>
        <p:spPr>
          <a:xfrm>
            <a:off x="8254365" y="4444365"/>
            <a:ext cx="4272280" cy="492125"/>
          </a:xfrm>
          <a:prstGeom prst="rect">
            <a:avLst/>
          </a:prstGeom>
        </p:spPr>
        <p:txBody>
          <a:bodyPr anchor="ctr" bIns="0" lIns="0" rIns="0" tIns="0" wrap="square">
            <a:normAutofit fontScale="90000"/>
          </a:bodyPr>
          <a:lstStyle/>
          <a:p>
            <a:pPr algn="l"/>
            <a:r>
              <a:rPr altLang="zh-CN" dirty="0" lang="en-US"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3 项目二：猪只活体检测系统与实践收获</a:t>
            </a:r>
            <a:endParaRPr altLang="en-US" dirty="0" lang="zh-CN" sz="14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18" name="椭圆 17"/>
          <p:cNvSpPr/>
          <p:nvPr/>
        </p:nvSpPr>
        <p:spPr>
          <a:xfrm>
            <a:off x="2773168" y="1036796"/>
            <a:ext cx="2846582" cy="2846582"/>
          </a:xfrm>
          <a:prstGeom prst="ellipse">
            <a:avLst/>
          </a:prstGeom>
          <a:solidFill>
            <a:schemeClr val="accent1"/>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27" name="矩形 259"/>
          <p:cNvSpPr>
            <a:spLocks noChangeArrowheads="1"/>
          </p:cNvSpPr>
          <p:nvPr/>
        </p:nvSpPr>
        <p:spPr bwMode="auto">
          <a:xfrm>
            <a:off x="3153559" y="1844534"/>
            <a:ext cx="2085800" cy="12311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normAutofit fontScale="97500"/>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lgn="ctr">
              <a:buNone/>
            </a:pPr>
            <a:r>
              <a:rPr altLang="en-US" cap="all" dirty="0" lang="zh-CN" smtClean="0" sz="8000">
                <a:solidFill>
                  <a:schemeClr val="bg1"/>
                </a:solidFill>
                <a:latin charset="0" panose="020B0806030902050204" pitchFamily="34" typeface="Impact"/>
                <a:cs charset="0" panose="020B0604020202020204" pitchFamily="34" typeface="Arial"/>
              </a:rPr>
              <a:t>目录</a:t>
            </a:r>
            <a:endParaRPr altLang="en-US" cap="all" dirty="0" lang="zh-CN" sz="8000">
              <a:solidFill>
                <a:schemeClr val="bg1"/>
              </a:solidFill>
              <a:latin charset="0" panose="020B0806030902050204" pitchFamily="34" typeface="Impact"/>
              <a:cs charset="0" panose="020B0604020202020204" pitchFamily="34" typeface="Arial"/>
            </a:endParaRPr>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advTm="0" p14:dur="2000" spd="slow">
        <p15:prstTrans prst="wind"/>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8">
                                  <p:stCondLst>
                                    <p:cond delay="0"/>
                                  </p:stCondLst>
                                  <p:childTnLst>
                                    <p:set>
                                      <p:cBhvr>
                                        <p:cTn dur="1" fill="hold" id="6">
                                          <p:stCondLst>
                                            <p:cond delay="0"/>
                                          </p:stCondLst>
                                        </p:cTn>
                                        <p:tgtEl>
                                          <p:spTgt spid="19"/>
                                        </p:tgtEl>
                                        <p:attrNameLst>
                                          <p:attrName>style.visibility</p:attrName>
                                        </p:attrNameLst>
                                      </p:cBhvr>
                                      <p:to>
                                        <p:strVal val="visible"/>
                                      </p:to>
                                    </p:set>
                                    <p:animEffect filter="wipe(left)" transition="in">
                                      <p:cBhvr>
                                        <p:cTn dur="500" id="7"/>
                                        <p:tgtEl>
                                          <p:spTgt spid="19"/>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53" presetSubtype="16">
                                  <p:stCondLst>
                                    <p:cond delay="0"/>
                                  </p:stCondLst>
                                  <p:childTnLst>
                                    <p:set>
                                      <p:cBhvr>
                                        <p:cTn dur="1" fill="hold" id="11">
                                          <p:stCondLst>
                                            <p:cond delay="0"/>
                                          </p:stCondLst>
                                        </p:cTn>
                                        <p:tgtEl>
                                          <p:spTgt spid="27"/>
                                        </p:tgtEl>
                                        <p:attrNameLst>
                                          <p:attrName>style.visibility</p:attrName>
                                        </p:attrNameLst>
                                      </p:cBhvr>
                                      <p:to>
                                        <p:strVal val="visible"/>
                                      </p:to>
                                    </p:set>
                                    <p:anim calcmode="lin" valueType="num">
                                      <p:cBhvr>
                                        <p:cTn dur="500" fill="hold" id="12"/>
                                        <p:tgtEl>
                                          <p:spTgt spid="27"/>
                                        </p:tgtEl>
                                        <p:attrNameLst>
                                          <p:attrName>ppt_w</p:attrName>
                                        </p:attrNameLst>
                                      </p:cBhvr>
                                      <p:tavLst>
                                        <p:tav tm="0">
                                          <p:val>
                                            <p:fltVal val="0"/>
                                          </p:val>
                                        </p:tav>
                                        <p:tav tm="100000">
                                          <p:val>
                                            <p:strVal val="#ppt_w"/>
                                          </p:val>
                                        </p:tav>
                                      </p:tavLst>
                                    </p:anim>
                                    <p:anim calcmode="lin" valueType="num">
                                      <p:cBhvr>
                                        <p:cTn dur="500" fill="hold" id="13"/>
                                        <p:tgtEl>
                                          <p:spTgt spid="27"/>
                                        </p:tgtEl>
                                        <p:attrNameLst>
                                          <p:attrName>ppt_h</p:attrName>
                                        </p:attrNameLst>
                                      </p:cBhvr>
                                      <p:tavLst>
                                        <p:tav tm="0">
                                          <p:val>
                                            <p:fltVal val="0"/>
                                          </p:val>
                                        </p:tav>
                                        <p:tav tm="100000">
                                          <p:val>
                                            <p:strVal val="#ppt_h"/>
                                          </p:val>
                                        </p:tav>
                                      </p:tavLst>
                                    </p:anim>
                                    <p:animEffect filter="fade" transition="in">
                                      <p:cBhvr>
                                        <p:cTn dur="500" id="14"/>
                                        <p:tgtEl>
                                          <p:spTgt spid="27"/>
                                        </p:tgtEl>
                                      </p:cBhvr>
                                    </p:animEffect>
                                  </p:childTnLst>
                                </p:cTn>
                              </p:par>
                              <p:par>
                                <p:cTn fill="hold" grpId="0" id="15" nodeType="withEffect" presetClass="entr" presetID="53" presetSubtype="16">
                                  <p:stCondLst>
                                    <p:cond delay="0"/>
                                  </p:stCondLst>
                                  <p:childTnLst>
                                    <p:set>
                                      <p:cBhvr>
                                        <p:cTn dur="1" fill="hold" id="16">
                                          <p:stCondLst>
                                            <p:cond delay="0"/>
                                          </p:stCondLst>
                                        </p:cTn>
                                        <p:tgtEl>
                                          <p:spTgt spid="18"/>
                                        </p:tgtEl>
                                        <p:attrNameLst>
                                          <p:attrName>style.visibility</p:attrName>
                                        </p:attrNameLst>
                                      </p:cBhvr>
                                      <p:to>
                                        <p:strVal val="visible"/>
                                      </p:to>
                                    </p:set>
                                    <p:anim calcmode="lin" valueType="num">
                                      <p:cBhvr>
                                        <p:cTn dur="500" fill="hold" id="17"/>
                                        <p:tgtEl>
                                          <p:spTgt spid="18"/>
                                        </p:tgtEl>
                                        <p:attrNameLst>
                                          <p:attrName>ppt_w</p:attrName>
                                        </p:attrNameLst>
                                      </p:cBhvr>
                                      <p:tavLst>
                                        <p:tav tm="0">
                                          <p:val>
                                            <p:fltVal val="0"/>
                                          </p:val>
                                        </p:tav>
                                        <p:tav tm="100000">
                                          <p:val>
                                            <p:strVal val="#ppt_w"/>
                                          </p:val>
                                        </p:tav>
                                      </p:tavLst>
                                    </p:anim>
                                    <p:anim calcmode="lin" valueType="num">
                                      <p:cBhvr>
                                        <p:cTn dur="500" fill="hold" id="18"/>
                                        <p:tgtEl>
                                          <p:spTgt spid="18"/>
                                        </p:tgtEl>
                                        <p:attrNameLst>
                                          <p:attrName>ppt_h</p:attrName>
                                        </p:attrNameLst>
                                      </p:cBhvr>
                                      <p:tavLst>
                                        <p:tav tm="0">
                                          <p:val>
                                            <p:fltVal val="0"/>
                                          </p:val>
                                        </p:tav>
                                        <p:tav tm="100000">
                                          <p:val>
                                            <p:strVal val="#ppt_h"/>
                                          </p:val>
                                        </p:tav>
                                      </p:tavLst>
                                    </p:anim>
                                    <p:animEffect filter="fade" transition="in">
                                      <p:cBhvr>
                                        <p:cTn dur="500" id="19"/>
                                        <p:tgtEl>
                                          <p:spTgt spid="18"/>
                                        </p:tgtEl>
                                      </p:cBhvr>
                                    </p:animEffect>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53" presetSubtype="16">
                                  <p:stCondLst>
                                    <p:cond delay="0"/>
                                  </p:stCondLst>
                                  <p:childTnLst>
                                    <p:set>
                                      <p:cBhvr>
                                        <p:cTn dur="1" fill="hold" id="23">
                                          <p:stCondLst>
                                            <p:cond delay="0"/>
                                          </p:stCondLst>
                                        </p:cTn>
                                        <p:tgtEl>
                                          <p:spTgt spid="24"/>
                                        </p:tgtEl>
                                        <p:attrNameLst>
                                          <p:attrName>style.visibility</p:attrName>
                                        </p:attrNameLst>
                                      </p:cBhvr>
                                      <p:to>
                                        <p:strVal val="visible"/>
                                      </p:to>
                                    </p:set>
                                    <p:anim calcmode="lin" valueType="num">
                                      <p:cBhvr>
                                        <p:cTn dur="500" fill="hold" id="24"/>
                                        <p:tgtEl>
                                          <p:spTgt spid="24"/>
                                        </p:tgtEl>
                                        <p:attrNameLst>
                                          <p:attrName>ppt_w</p:attrName>
                                        </p:attrNameLst>
                                      </p:cBhvr>
                                      <p:tavLst>
                                        <p:tav tm="0">
                                          <p:val>
                                            <p:fltVal val="0"/>
                                          </p:val>
                                        </p:tav>
                                        <p:tav tm="100000">
                                          <p:val>
                                            <p:strVal val="#ppt_w"/>
                                          </p:val>
                                        </p:tav>
                                      </p:tavLst>
                                    </p:anim>
                                    <p:anim calcmode="lin" valueType="num">
                                      <p:cBhvr>
                                        <p:cTn dur="500" fill="hold" id="25"/>
                                        <p:tgtEl>
                                          <p:spTgt spid="24"/>
                                        </p:tgtEl>
                                        <p:attrNameLst>
                                          <p:attrName>ppt_h</p:attrName>
                                        </p:attrNameLst>
                                      </p:cBhvr>
                                      <p:tavLst>
                                        <p:tav tm="0">
                                          <p:val>
                                            <p:fltVal val="0"/>
                                          </p:val>
                                        </p:tav>
                                        <p:tav tm="100000">
                                          <p:val>
                                            <p:strVal val="#ppt_h"/>
                                          </p:val>
                                        </p:tav>
                                      </p:tavLst>
                                    </p:anim>
                                    <p:animEffect filter="fade" transition="in">
                                      <p:cBhvr>
                                        <p:cTn dur="500" id="26"/>
                                        <p:tgtEl>
                                          <p:spTgt spid="24"/>
                                        </p:tgtEl>
                                      </p:cBhvr>
                                    </p:animEffect>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2" presetSubtype="8">
                                  <p:stCondLst>
                                    <p:cond delay="0"/>
                                  </p:stCondLst>
                                  <p:childTnLst>
                                    <p:set>
                                      <p:cBhvr>
                                        <p:cTn dur="1" fill="hold" id="30">
                                          <p:stCondLst>
                                            <p:cond delay="0"/>
                                          </p:stCondLst>
                                        </p:cTn>
                                        <p:tgtEl>
                                          <p:spTgt spid="42"/>
                                        </p:tgtEl>
                                        <p:attrNameLst>
                                          <p:attrName>style.visibility</p:attrName>
                                        </p:attrNameLst>
                                      </p:cBhvr>
                                      <p:to>
                                        <p:strVal val="visible"/>
                                      </p:to>
                                    </p:set>
                                    <p:anim calcmode="lin" valueType="num">
                                      <p:cBhvr additive="base">
                                        <p:cTn dur="500" fill="hold" id="31"/>
                                        <p:tgtEl>
                                          <p:spTgt spid="42"/>
                                        </p:tgtEl>
                                        <p:attrNameLst>
                                          <p:attrName>ppt_x</p:attrName>
                                        </p:attrNameLst>
                                      </p:cBhvr>
                                      <p:tavLst>
                                        <p:tav tm="0">
                                          <p:val>
                                            <p:strVal val="0-#ppt_w/2"/>
                                          </p:val>
                                        </p:tav>
                                        <p:tav tm="100000">
                                          <p:val>
                                            <p:strVal val="#ppt_x"/>
                                          </p:val>
                                        </p:tav>
                                      </p:tavLst>
                                    </p:anim>
                                    <p:anim calcmode="lin" valueType="num">
                                      <p:cBhvr additive="base">
                                        <p:cTn dur="500" fill="hold" id="32"/>
                                        <p:tgtEl>
                                          <p:spTgt spid="42"/>
                                        </p:tgtEl>
                                        <p:attrNameLst>
                                          <p:attrName>ppt_y</p:attrName>
                                        </p:attrNameLst>
                                      </p:cBhvr>
                                      <p:tavLst>
                                        <p:tav tm="0">
                                          <p:val>
                                            <p:strVal val="#ppt_y"/>
                                          </p:val>
                                        </p:tav>
                                        <p:tav tm="100000">
                                          <p:val>
                                            <p:strVal val="#ppt_y"/>
                                          </p:val>
                                        </p:tav>
                                      </p:tavLst>
                                    </p:anim>
                                  </p:childTnLst>
                                </p:cTn>
                              </p:par>
                              <p:par>
                                <p:cTn fill="hold" grpId="0" id="33" nodeType="withEffect" presetClass="entr" presetID="2" presetSubtype="8">
                                  <p:stCondLst>
                                    <p:cond delay="0"/>
                                  </p:stCondLst>
                                  <p:childTnLst>
                                    <p:set>
                                      <p:cBhvr>
                                        <p:cTn dur="1" fill="hold" id="34">
                                          <p:stCondLst>
                                            <p:cond delay="0"/>
                                          </p:stCondLst>
                                        </p:cTn>
                                        <p:tgtEl>
                                          <p:spTgt spid="20"/>
                                        </p:tgtEl>
                                        <p:attrNameLst>
                                          <p:attrName>style.visibility</p:attrName>
                                        </p:attrNameLst>
                                      </p:cBhvr>
                                      <p:to>
                                        <p:strVal val="visible"/>
                                      </p:to>
                                    </p:set>
                                    <p:anim calcmode="lin" valueType="num">
                                      <p:cBhvr additive="base">
                                        <p:cTn dur="500" fill="hold" id="35"/>
                                        <p:tgtEl>
                                          <p:spTgt spid="20"/>
                                        </p:tgtEl>
                                        <p:attrNameLst>
                                          <p:attrName>ppt_x</p:attrName>
                                        </p:attrNameLst>
                                      </p:cBhvr>
                                      <p:tavLst>
                                        <p:tav tm="0">
                                          <p:val>
                                            <p:strVal val="0-#ppt_w/2"/>
                                          </p:val>
                                        </p:tav>
                                        <p:tav tm="100000">
                                          <p:val>
                                            <p:strVal val="#ppt_x"/>
                                          </p:val>
                                        </p:tav>
                                      </p:tavLst>
                                    </p:anim>
                                    <p:anim calcmode="lin" valueType="num">
                                      <p:cBhvr additive="base">
                                        <p:cTn dur="500" fill="hold" id="36"/>
                                        <p:tgtEl>
                                          <p:spTgt spid="20"/>
                                        </p:tgtEl>
                                        <p:attrNameLst>
                                          <p:attrName>ppt_y</p:attrName>
                                        </p:attrNameLst>
                                      </p:cBhvr>
                                      <p:tavLst>
                                        <p:tav tm="0">
                                          <p:val>
                                            <p:strVal val="#ppt_y"/>
                                          </p:val>
                                        </p:tav>
                                        <p:tav tm="100000">
                                          <p:val>
                                            <p:strVal val="#ppt_y"/>
                                          </p:val>
                                        </p:tav>
                                      </p:tavLst>
                                    </p:anim>
                                  </p:childTnLst>
                                </p:cTn>
                              </p:par>
                            </p:childTnLst>
                          </p:cTn>
                        </p:par>
                      </p:childTnLst>
                    </p:cTn>
                  </p:par>
                  <p:par>
                    <p:cTn fill="hold" id="37">
                      <p:stCondLst>
                        <p:cond delay="indefinite"/>
                      </p:stCondLst>
                      <p:childTnLst>
                        <p:par>
                          <p:cTn fill="hold" id="38">
                            <p:stCondLst>
                              <p:cond delay="0"/>
                            </p:stCondLst>
                            <p:childTnLst>
                              <p:par>
                                <p:cTn fill="hold" grpId="0" id="39" nodeType="clickEffect" presetClass="entr" presetID="2" presetSubtype="8">
                                  <p:stCondLst>
                                    <p:cond delay="0"/>
                                  </p:stCondLst>
                                  <p:childTnLst>
                                    <p:set>
                                      <p:cBhvr>
                                        <p:cTn dur="1" fill="hold" id="40">
                                          <p:stCondLst>
                                            <p:cond delay="0"/>
                                          </p:stCondLst>
                                        </p:cTn>
                                        <p:tgtEl>
                                          <p:spTgt spid="14"/>
                                        </p:tgtEl>
                                        <p:attrNameLst>
                                          <p:attrName>style.visibility</p:attrName>
                                        </p:attrNameLst>
                                      </p:cBhvr>
                                      <p:to>
                                        <p:strVal val="visible"/>
                                      </p:to>
                                    </p:set>
                                    <p:anim calcmode="lin" valueType="num">
                                      <p:cBhvr additive="base">
                                        <p:cTn dur="500" fill="hold" id="41"/>
                                        <p:tgtEl>
                                          <p:spTgt spid="14"/>
                                        </p:tgtEl>
                                        <p:attrNameLst>
                                          <p:attrName>ppt_x</p:attrName>
                                        </p:attrNameLst>
                                      </p:cBhvr>
                                      <p:tavLst>
                                        <p:tav tm="0">
                                          <p:val>
                                            <p:strVal val="0-#ppt_w/2"/>
                                          </p:val>
                                        </p:tav>
                                        <p:tav tm="100000">
                                          <p:val>
                                            <p:strVal val="#ppt_x"/>
                                          </p:val>
                                        </p:tav>
                                      </p:tavLst>
                                    </p:anim>
                                    <p:anim calcmode="lin" valueType="num">
                                      <p:cBhvr additive="base">
                                        <p:cTn dur="500" fill="hold" id="42"/>
                                        <p:tgtEl>
                                          <p:spTgt spid="14"/>
                                        </p:tgtEl>
                                        <p:attrNameLst>
                                          <p:attrName>ppt_y</p:attrName>
                                        </p:attrNameLst>
                                      </p:cBhvr>
                                      <p:tavLst>
                                        <p:tav tm="0">
                                          <p:val>
                                            <p:strVal val="#ppt_y"/>
                                          </p:val>
                                        </p:tav>
                                        <p:tav tm="100000">
                                          <p:val>
                                            <p:strVal val="#ppt_y"/>
                                          </p:val>
                                        </p:tav>
                                      </p:tavLst>
                                    </p:anim>
                                  </p:childTnLst>
                                </p:cTn>
                              </p:par>
                              <p:par>
                                <p:cTn fill="hold" grpId="0" id="43" nodeType="withEffect" presetClass="entr" presetID="2" presetSubtype="8">
                                  <p:stCondLst>
                                    <p:cond delay="0"/>
                                  </p:stCondLst>
                                  <p:childTnLst>
                                    <p:set>
                                      <p:cBhvr>
                                        <p:cTn dur="1" fill="hold" id="44">
                                          <p:stCondLst>
                                            <p:cond delay="0"/>
                                          </p:stCondLst>
                                        </p:cTn>
                                        <p:tgtEl>
                                          <p:spTgt spid="21"/>
                                        </p:tgtEl>
                                        <p:attrNameLst>
                                          <p:attrName>style.visibility</p:attrName>
                                        </p:attrNameLst>
                                      </p:cBhvr>
                                      <p:to>
                                        <p:strVal val="visible"/>
                                      </p:to>
                                    </p:set>
                                    <p:anim calcmode="lin" valueType="num">
                                      <p:cBhvr additive="base">
                                        <p:cTn dur="500" fill="hold" id="45"/>
                                        <p:tgtEl>
                                          <p:spTgt spid="21"/>
                                        </p:tgtEl>
                                        <p:attrNameLst>
                                          <p:attrName>ppt_x</p:attrName>
                                        </p:attrNameLst>
                                      </p:cBhvr>
                                      <p:tavLst>
                                        <p:tav tm="0">
                                          <p:val>
                                            <p:strVal val="0-#ppt_w/2"/>
                                          </p:val>
                                        </p:tav>
                                        <p:tav tm="100000">
                                          <p:val>
                                            <p:strVal val="#ppt_x"/>
                                          </p:val>
                                        </p:tav>
                                      </p:tavLst>
                                    </p:anim>
                                    <p:anim calcmode="lin" valueType="num">
                                      <p:cBhvr additive="base">
                                        <p:cTn dur="500" fill="hold" id="46"/>
                                        <p:tgtEl>
                                          <p:spTgt spid="21"/>
                                        </p:tgtEl>
                                        <p:attrNameLst>
                                          <p:attrName>ppt_y</p:attrName>
                                        </p:attrNameLst>
                                      </p:cBhvr>
                                      <p:tavLst>
                                        <p:tav tm="0">
                                          <p:val>
                                            <p:strVal val="#ppt_y"/>
                                          </p:val>
                                        </p:tav>
                                        <p:tav tm="100000">
                                          <p:val>
                                            <p:strVal val="#ppt_y"/>
                                          </p:val>
                                        </p:tav>
                                      </p:tavLst>
                                    </p:anim>
                                  </p:childTnLst>
                                </p:cTn>
                              </p:par>
                            </p:childTnLst>
                          </p:cTn>
                        </p:par>
                      </p:childTnLst>
                    </p:cTn>
                  </p:par>
                  <p:par>
                    <p:cTn fill="hold" id="47">
                      <p:stCondLst>
                        <p:cond delay="indefinite"/>
                      </p:stCondLst>
                      <p:childTnLst>
                        <p:par>
                          <p:cTn fill="hold" id="48">
                            <p:stCondLst>
                              <p:cond delay="0"/>
                            </p:stCondLst>
                            <p:childTnLst>
                              <p:par>
                                <p:cTn fill="hold" grpId="0" id="49" nodeType="clickEffect" presetClass="entr" presetID="2" presetSubtype="8">
                                  <p:stCondLst>
                                    <p:cond delay="0"/>
                                  </p:stCondLst>
                                  <p:childTnLst>
                                    <p:set>
                                      <p:cBhvr>
                                        <p:cTn dur="1" fill="hold" id="50">
                                          <p:stCondLst>
                                            <p:cond delay="0"/>
                                          </p:stCondLst>
                                        </p:cTn>
                                        <p:tgtEl>
                                          <p:spTgt spid="16"/>
                                        </p:tgtEl>
                                        <p:attrNameLst>
                                          <p:attrName>style.visibility</p:attrName>
                                        </p:attrNameLst>
                                      </p:cBhvr>
                                      <p:to>
                                        <p:strVal val="visible"/>
                                      </p:to>
                                    </p:set>
                                    <p:anim calcmode="lin" valueType="num">
                                      <p:cBhvr additive="base">
                                        <p:cTn dur="500" fill="hold" id="51"/>
                                        <p:tgtEl>
                                          <p:spTgt spid="16"/>
                                        </p:tgtEl>
                                        <p:attrNameLst>
                                          <p:attrName>ppt_x</p:attrName>
                                        </p:attrNameLst>
                                      </p:cBhvr>
                                      <p:tavLst>
                                        <p:tav tm="0">
                                          <p:val>
                                            <p:strVal val="0-#ppt_w/2"/>
                                          </p:val>
                                        </p:tav>
                                        <p:tav tm="100000">
                                          <p:val>
                                            <p:strVal val="#ppt_x"/>
                                          </p:val>
                                        </p:tav>
                                      </p:tavLst>
                                    </p:anim>
                                    <p:anim calcmode="lin" valueType="num">
                                      <p:cBhvr additive="base">
                                        <p:cTn dur="500" fill="hold" id="52"/>
                                        <p:tgtEl>
                                          <p:spTgt spid="16"/>
                                        </p:tgtEl>
                                        <p:attrNameLst>
                                          <p:attrName>ppt_y</p:attrName>
                                        </p:attrNameLst>
                                      </p:cBhvr>
                                      <p:tavLst>
                                        <p:tav tm="0">
                                          <p:val>
                                            <p:strVal val="#ppt_y"/>
                                          </p:val>
                                        </p:tav>
                                        <p:tav tm="100000">
                                          <p:val>
                                            <p:strVal val="#ppt_y"/>
                                          </p:val>
                                        </p:tav>
                                      </p:tavLst>
                                    </p:anim>
                                  </p:childTnLst>
                                </p:cTn>
                              </p:par>
                              <p:par>
                                <p:cTn fill="hold" grpId="0" id="53" nodeType="withEffect" presetClass="entr" presetID="2" presetSubtype="8">
                                  <p:stCondLst>
                                    <p:cond delay="0"/>
                                  </p:stCondLst>
                                  <p:childTnLst>
                                    <p:set>
                                      <p:cBhvr>
                                        <p:cTn dur="1" fill="hold" id="54">
                                          <p:stCondLst>
                                            <p:cond delay="0"/>
                                          </p:stCondLst>
                                        </p:cTn>
                                        <p:tgtEl>
                                          <p:spTgt spid="22"/>
                                        </p:tgtEl>
                                        <p:attrNameLst>
                                          <p:attrName>style.visibility</p:attrName>
                                        </p:attrNameLst>
                                      </p:cBhvr>
                                      <p:to>
                                        <p:strVal val="visible"/>
                                      </p:to>
                                    </p:set>
                                    <p:anim calcmode="lin" valueType="num">
                                      <p:cBhvr additive="base">
                                        <p:cTn dur="500" fill="hold" id="55"/>
                                        <p:tgtEl>
                                          <p:spTgt spid="22"/>
                                        </p:tgtEl>
                                        <p:attrNameLst>
                                          <p:attrName>ppt_x</p:attrName>
                                        </p:attrNameLst>
                                      </p:cBhvr>
                                      <p:tavLst>
                                        <p:tav tm="0">
                                          <p:val>
                                            <p:strVal val="0-#ppt_w/2"/>
                                          </p:val>
                                        </p:tav>
                                        <p:tav tm="100000">
                                          <p:val>
                                            <p:strVal val="#ppt_x"/>
                                          </p:val>
                                        </p:tav>
                                      </p:tavLst>
                                    </p:anim>
                                    <p:anim calcmode="lin" valueType="num">
                                      <p:cBhvr additive="base">
                                        <p:cTn dur="500" fill="hold" id="56"/>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bldLvl="0" grpId="0" spid="24"/>
      <p:bldP animBg="1" bldLvl="0" grpId="0" spid="42"/>
      <p:bldP animBg="1" bldLvl="0" grpId="0" spid="14"/>
      <p:bldP animBg="1" bldLvl="0" grpId="0" spid="16"/>
      <p:bldP grpId="0" spid="20"/>
      <p:bldP grpId="0" spid="21"/>
      <p:bldP grpId="0" spid="22"/>
      <p:bldP animBg="1" bldLvl="0" grpId="0" spid="18"/>
      <p:bldP animBg="1" bldLvl="0" grpId="0" spid="27"/>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cstate="screen" r:embed="rId1"/>
          <a:srcRect l="35439" r="11919"/>
          <a:stretch>
            <a:fillRect/>
          </a:stretch>
        </p:blipFill>
        <p:spPr>
          <a:xfrm>
            <a:off x="0" y="0"/>
            <a:ext cx="6768752" cy="7232650"/>
          </a:xfrm>
          <a:prstGeom prst="rect">
            <a:avLst/>
          </a:prstGeom>
        </p:spPr>
      </p:pic>
      <p:sp>
        <p:nvSpPr>
          <p:cNvPr id="17" name="椭圆 16"/>
          <p:cNvSpPr/>
          <p:nvPr/>
        </p:nvSpPr>
        <p:spPr>
          <a:xfrm>
            <a:off x="4798379" y="2962558"/>
            <a:ext cx="1206303" cy="1206303"/>
          </a:xfrm>
          <a:prstGeom prst="ellipse">
            <a:avLst/>
          </a:prstGeom>
          <a:solidFill>
            <a:schemeClr val="accent2"/>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18" name="椭圆 17"/>
          <p:cNvSpPr/>
          <p:nvPr/>
        </p:nvSpPr>
        <p:spPr>
          <a:xfrm>
            <a:off x="2938884" y="1100604"/>
            <a:ext cx="2718966" cy="2718966"/>
          </a:xfrm>
          <a:prstGeom prst="ellipse">
            <a:avLst/>
          </a:prstGeom>
          <a:solidFill>
            <a:schemeClr val="accent1"/>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19" name="矩形 259"/>
          <p:cNvSpPr>
            <a:spLocks noChangeArrowheads="1"/>
          </p:cNvSpPr>
          <p:nvPr/>
        </p:nvSpPr>
        <p:spPr bwMode="auto">
          <a:xfrm>
            <a:off x="3255467" y="1719727"/>
            <a:ext cx="2085800" cy="14403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normAutofit/>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lgn="ctr">
              <a:buNone/>
            </a:pPr>
            <a:r>
              <a:rPr altLang="zh-CN" dirty="0" lang="en-US" sz="6000">
                <a:solidFill>
                  <a:schemeClr val="bg1"/>
                </a:solidFill>
                <a:latin charset="0" panose="020B0604020202020204" pitchFamily="34" typeface="Arial"/>
                <a:sym charset="0" panose="020B0604020202020204" pitchFamily="34" typeface="Arial"/>
              </a:rPr>
              <a:t>01</a:t>
            </a:r>
            <a:endParaRPr altLang="zh-CN" dirty="0" lang="en-US" sz="6000">
              <a:solidFill>
                <a:schemeClr val="bg1"/>
              </a:solidFill>
              <a:latin charset="0" panose="020B0604020202020204" pitchFamily="34" typeface="Arial"/>
              <a:sym charset="0" panose="020B0604020202020204" pitchFamily="34" typeface="Arial"/>
            </a:endParaRPr>
          </a:p>
          <a:p>
            <a:pPr algn="ctr">
              <a:buNone/>
            </a:pPr>
            <a:r>
              <a:rPr altLang="zh-CN" dirty="0" lang="en-US" sz="2800">
                <a:solidFill>
                  <a:schemeClr val="bg1"/>
                </a:solidFill>
                <a:latin charset="0" panose="020B0604020202020204" pitchFamily="34" typeface="Arial"/>
                <a:sym charset="0" panose="020B0604020202020204" pitchFamily="34" typeface="Arial"/>
              </a:rPr>
              <a:t>CHAPTER</a:t>
            </a:r>
            <a:endParaRPr altLang="en-US" dirty="0" lang="zh-CN" sz="2800">
              <a:solidFill>
                <a:schemeClr val="bg1"/>
              </a:solidFill>
              <a:latin charset="0" panose="020B0604020202020204" pitchFamily="34" typeface="Arial"/>
              <a:sym charset="0" panose="020B0604020202020204" pitchFamily="34" typeface="Arial"/>
            </a:endParaRPr>
          </a:p>
        </p:txBody>
      </p:sp>
      <p:sp>
        <p:nvSpPr>
          <p:cNvPr id="10" name="矩形 9"/>
          <p:cNvSpPr/>
          <p:nvPr/>
        </p:nvSpPr>
        <p:spPr>
          <a:xfrm>
            <a:off x="6660515" y="3183890"/>
            <a:ext cx="6005195" cy="830580"/>
          </a:xfrm>
          <a:prstGeom prst="rect">
            <a:avLst/>
          </a:prstGeom>
        </p:spPr>
        <p:txBody>
          <a:bodyPr bIns="0" lIns="0" rIns="0" tIns="0" wrap="square">
            <a:normAutofit fontScale="90000"/>
          </a:bodyPr>
          <a:lstStyle/>
          <a:p>
            <a:r>
              <a:rPr altLang="zh-CN" b="1" dirty="0" lang="en-US" sz="5400">
                <a:solidFill>
                  <a:schemeClr val="accent1">
                    <a:lumMod val="50000"/>
                  </a:schemeClr>
                </a:solidFill>
                <a:latin charset="0" panose="020B0604020202020204" pitchFamily="34" typeface="Arial"/>
                <a:ea charset="-122" panose="020B0503020204020204" pitchFamily="34" typeface="微软雅黑"/>
                <a:cs typeface="+mn-ea"/>
                <a:sym charset="0" panose="020B0604020202020204" pitchFamily="34" typeface="Arial"/>
              </a:rPr>
              <a:t>1 实习概况与公司介绍</a:t>
            </a:r>
            <a:endParaRPr altLang="en-US" b="1" dirty="0" lang="zh-CN" sz="5400">
              <a:solidFill>
                <a:schemeClr val="accent1">
                  <a:lumMod val="50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advTm="0" p14:dur="1250" spd="slow">
        <p15:prstTrans prst="peelOff"/>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8">
                                  <p:stCondLst>
                                    <p:cond delay="0"/>
                                  </p:stCondLst>
                                  <p:childTnLst>
                                    <p:set>
                                      <p:cBhvr>
                                        <p:cTn dur="1" fill="hold" id="6">
                                          <p:stCondLst>
                                            <p:cond delay="0"/>
                                          </p:stCondLst>
                                        </p:cTn>
                                        <p:tgtEl>
                                          <p:spTgt spid="15"/>
                                        </p:tgtEl>
                                        <p:attrNameLst>
                                          <p:attrName>style.visibility</p:attrName>
                                        </p:attrNameLst>
                                      </p:cBhvr>
                                      <p:to>
                                        <p:strVal val="visible"/>
                                      </p:to>
                                    </p:set>
                                    <p:animEffect filter="wipe(left)" transition="in">
                                      <p:cBhvr>
                                        <p:cTn dur="500" id="7"/>
                                        <p:tgtEl>
                                          <p:spTgt spid="15"/>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53" presetSubtype="16">
                                  <p:stCondLst>
                                    <p:cond delay="0"/>
                                  </p:stCondLst>
                                  <p:childTnLst>
                                    <p:set>
                                      <p:cBhvr>
                                        <p:cTn dur="1" fill="hold" id="11">
                                          <p:stCondLst>
                                            <p:cond delay="0"/>
                                          </p:stCondLst>
                                        </p:cTn>
                                        <p:tgtEl>
                                          <p:spTgt spid="19"/>
                                        </p:tgtEl>
                                        <p:attrNameLst>
                                          <p:attrName>style.visibility</p:attrName>
                                        </p:attrNameLst>
                                      </p:cBhvr>
                                      <p:to>
                                        <p:strVal val="visible"/>
                                      </p:to>
                                    </p:set>
                                    <p:anim calcmode="lin" valueType="num">
                                      <p:cBhvr>
                                        <p:cTn dur="500" fill="hold" id="12"/>
                                        <p:tgtEl>
                                          <p:spTgt spid="19"/>
                                        </p:tgtEl>
                                        <p:attrNameLst>
                                          <p:attrName>ppt_w</p:attrName>
                                        </p:attrNameLst>
                                      </p:cBhvr>
                                      <p:tavLst>
                                        <p:tav tm="0">
                                          <p:val>
                                            <p:fltVal val="0"/>
                                          </p:val>
                                        </p:tav>
                                        <p:tav tm="100000">
                                          <p:val>
                                            <p:strVal val="#ppt_w"/>
                                          </p:val>
                                        </p:tav>
                                      </p:tavLst>
                                    </p:anim>
                                    <p:anim calcmode="lin" valueType="num">
                                      <p:cBhvr>
                                        <p:cTn dur="500" fill="hold" id="13"/>
                                        <p:tgtEl>
                                          <p:spTgt spid="19"/>
                                        </p:tgtEl>
                                        <p:attrNameLst>
                                          <p:attrName>ppt_h</p:attrName>
                                        </p:attrNameLst>
                                      </p:cBhvr>
                                      <p:tavLst>
                                        <p:tav tm="0">
                                          <p:val>
                                            <p:fltVal val="0"/>
                                          </p:val>
                                        </p:tav>
                                        <p:tav tm="100000">
                                          <p:val>
                                            <p:strVal val="#ppt_h"/>
                                          </p:val>
                                        </p:tav>
                                      </p:tavLst>
                                    </p:anim>
                                    <p:animEffect filter="fade" transition="in">
                                      <p:cBhvr>
                                        <p:cTn dur="500" id="14"/>
                                        <p:tgtEl>
                                          <p:spTgt spid="19"/>
                                        </p:tgtEl>
                                      </p:cBhvr>
                                    </p:animEffect>
                                  </p:childTnLst>
                                </p:cTn>
                              </p:par>
                              <p:par>
                                <p:cTn fill="hold" grpId="0" id="15" nodeType="withEffect" presetClass="entr" presetID="53" presetSubtype="16">
                                  <p:stCondLst>
                                    <p:cond delay="0"/>
                                  </p:stCondLst>
                                  <p:childTnLst>
                                    <p:set>
                                      <p:cBhvr>
                                        <p:cTn dur="1" fill="hold" id="16">
                                          <p:stCondLst>
                                            <p:cond delay="0"/>
                                          </p:stCondLst>
                                        </p:cTn>
                                        <p:tgtEl>
                                          <p:spTgt spid="18"/>
                                        </p:tgtEl>
                                        <p:attrNameLst>
                                          <p:attrName>style.visibility</p:attrName>
                                        </p:attrNameLst>
                                      </p:cBhvr>
                                      <p:to>
                                        <p:strVal val="visible"/>
                                      </p:to>
                                    </p:set>
                                    <p:anim calcmode="lin" valueType="num">
                                      <p:cBhvr>
                                        <p:cTn dur="500" fill="hold" id="17"/>
                                        <p:tgtEl>
                                          <p:spTgt spid="18"/>
                                        </p:tgtEl>
                                        <p:attrNameLst>
                                          <p:attrName>ppt_w</p:attrName>
                                        </p:attrNameLst>
                                      </p:cBhvr>
                                      <p:tavLst>
                                        <p:tav tm="0">
                                          <p:val>
                                            <p:fltVal val="0"/>
                                          </p:val>
                                        </p:tav>
                                        <p:tav tm="100000">
                                          <p:val>
                                            <p:strVal val="#ppt_w"/>
                                          </p:val>
                                        </p:tav>
                                      </p:tavLst>
                                    </p:anim>
                                    <p:anim calcmode="lin" valueType="num">
                                      <p:cBhvr>
                                        <p:cTn dur="500" fill="hold" id="18"/>
                                        <p:tgtEl>
                                          <p:spTgt spid="18"/>
                                        </p:tgtEl>
                                        <p:attrNameLst>
                                          <p:attrName>ppt_h</p:attrName>
                                        </p:attrNameLst>
                                      </p:cBhvr>
                                      <p:tavLst>
                                        <p:tav tm="0">
                                          <p:val>
                                            <p:fltVal val="0"/>
                                          </p:val>
                                        </p:tav>
                                        <p:tav tm="100000">
                                          <p:val>
                                            <p:strVal val="#ppt_h"/>
                                          </p:val>
                                        </p:tav>
                                      </p:tavLst>
                                    </p:anim>
                                    <p:animEffect filter="fade" transition="in">
                                      <p:cBhvr>
                                        <p:cTn dur="500" id="19"/>
                                        <p:tgtEl>
                                          <p:spTgt spid="18"/>
                                        </p:tgtEl>
                                      </p:cBhvr>
                                    </p:animEffect>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53" presetSubtype="16">
                                  <p:stCondLst>
                                    <p:cond delay="0"/>
                                  </p:stCondLst>
                                  <p:childTnLst>
                                    <p:set>
                                      <p:cBhvr>
                                        <p:cTn dur="1" fill="hold" id="23">
                                          <p:stCondLst>
                                            <p:cond delay="0"/>
                                          </p:stCondLst>
                                        </p:cTn>
                                        <p:tgtEl>
                                          <p:spTgt spid="17"/>
                                        </p:tgtEl>
                                        <p:attrNameLst>
                                          <p:attrName>style.visibility</p:attrName>
                                        </p:attrNameLst>
                                      </p:cBhvr>
                                      <p:to>
                                        <p:strVal val="visible"/>
                                      </p:to>
                                    </p:set>
                                    <p:anim calcmode="lin" valueType="num">
                                      <p:cBhvr>
                                        <p:cTn dur="500" fill="hold" id="24"/>
                                        <p:tgtEl>
                                          <p:spTgt spid="17"/>
                                        </p:tgtEl>
                                        <p:attrNameLst>
                                          <p:attrName>ppt_w</p:attrName>
                                        </p:attrNameLst>
                                      </p:cBhvr>
                                      <p:tavLst>
                                        <p:tav tm="0">
                                          <p:val>
                                            <p:fltVal val="0"/>
                                          </p:val>
                                        </p:tav>
                                        <p:tav tm="100000">
                                          <p:val>
                                            <p:strVal val="#ppt_w"/>
                                          </p:val>
                                        </p:tav>
                                      </p:tavLst>
                                    </p:anim>
                                    <p:anim calcmode="lin" valueType="num">
                                      <p:cBhvr>
                                        <p:cTn dur="500" fill="hold" id="25"/>
                                        <p:tgtEl>
                                          <p:spTgt spid="17"/>
                                        </p:tgtEl>
                                        <p:attrNameLst>
                                          <p:attrName>ppt_h</p:attrName>
                                        </p:attrNameLst>
                                      </p:cBhvr>
                                      <p:tavLst>
                                        <p:tav tm="0">
                                          <p:val>
                                            <p:fltVal val="0"/>
                                          </p:val>
                                        </p:tav>
                                        <p:tav tm="100000">
                                          <p:val>
                                            <p:strVal val="#ppt_h"/>
                                          </p:val>
                                        </p:tav>
                                      </p:tavLst>
                                    </p:anim>
                                    <p:animEffect filter="fade" transition="in">
                                      <p:cBhvr>
                                        <p:cTn dur="500" id="26"/>
                                        <p:tgtEl>
                                          <p:spTgt spid="17"/>
                                        </p:tgtEl>
                                      </p:cBhvr>
                                    </p:animEffect>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23" presetSubtype="32">
                                  <p:stCondLst>
                                    <p:cond delay="0"/>
                                  </p:stCondLst>
                                  <p:childTnLst>
                                    <p:set>
                                      <p:cBhvr>
                                        <p:cTn dur="1" fill="hold" id="30">
                                          <p:stCondLst>
                                            <p:cond delay="0"/>
                                          </p:stCondLst>
                                        </p:cTn>
                                        <p:tgtEl>
                                          <p:spTgt spid="10"/>
                                        </p:tgtEl>
                                        <p:attrNameLst>
                                          <p:attrName>style.visibility</p:attrName>
                                        </p:attrNameLst>
                                      </p:cBhvr>
                                      <p:to>
                                        <p:strVal val="visible"/>
                                      </p:to>
                                    </p:set>
                                    <p:anim calcmode="lin" valueType="num">
                                      <p:cBhvr>
                                        <p:cTn dur="500" fill="hold" id="31"/>
                                        <p:tgtEl>
                                          <p:spTgt spid="10"/>
                                        </p:tgtEl>
                                        <p:attrNameLst>
                                          <p:attrName>ppt_w</p:attrName>
                                        </p:attrNameLst>
                                      </p:cBhvr>
                                      <p:tavLst>
                                        <p:tav tm="0">
                                          <p:val>
                                            <p:strVal val="4*#ppt_w"/>
                                          </p:val>
                                        </p:tav>
                                        <p:tav tm="100000">
                                          <p:val>
                                            <p:strVal val="#ppt_w"/>
                                          </p:val>
                                        </p:tav>
                                      </p:tavLst>
                                    </p:anim>
                                    <p:anim calcmode="lin" valueType="num">
                                      <p:cBhvr>
                                        <p:cTn dur="500" fill="hold" id="32"/>
                                        <p:tgtEl>
                                          <p:spTgt spid="10"/>
                                        </p:tgtEl>
                                        <p:attrNameLst>
                                          <p:attrName>ppt_h</p:attrName>
                                        </p:attrNameLst>
                                      </p:cBhvr>
                                      <p:tavLst>
                                        <p:tav tm="0">
                                          <p:val>
                                            <p:strVal val="4*#ppt_h"/>
                                          </p:val>
                                        </p:tav>
                                        <p:tav tm="100000">
                                          <p:val>
                                            <p:strVal val="#ppt_h"/>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bldLvl="0" grpId="0" spid="17"/>
      <p:bldP animBg="1" bldLvl="0" grpId="0" spid="18"/>
      <p:bldP animBg="1" bldLvl="0" grpId="0" spid="19"/>
      <p:bldP grpId="0" spid="10"/>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组合 1"/>
          <p:cNvGrpSpPr/>
          <p:nvPr/>
        </p:nvGrpSpPr>
        <p:grpSpPr>
          <a:xfrm>
            <a:off x="688292" y="2268114"/>
            <a:ext cx="1061322" cy="1061322"/>
            <a:chOff x="362669" y="3620029"/>
            <a:chExt cx="1061322" cy="1061322"/>
          </a:xfrm>
        </p:grpSpPr>
        <p:sp>
          <p:nvSpPr>
            <p:cNvPr id="14" name="椭圆 13"/>
            <p:cNvSpPr/>
            <p:nvPr/>
          </p:nvSpPr>
          <p:spPr>
            <a:xfrm>
              <a:off x="362669" y="3620029"/>
              <a:ext cx="1061322" cy="1061322"/>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grpSp>
          <p:nvGrpSpPr>
            <p:cNvPr id="16" name="组合 15"/>
            <p:cNvGrpSpPr/>
            <p:nvPr/>
          </p:nvGrpSpPr>
          <p:grpSpPr>
            <a:xfrm>
              <a:off x="483718" y="3741563"/>
              <a:ext cx="819223" cy="818254"/>
              <a:chOff x="4602162" y="361950"/>
              <a:chExt cx="1343026" cy="1341438"/>
            </a:xfrm>
          </p:grpSpPr>
          <p:sp>
            <p:nvSpPr>
              <p:cNvPr id="17" name="Freeform 23"/>
              <p:cNvSpPr>
                <a:spLocks noEditPoints="1"/>
              </p:cNvSpPr>
              <p:nvPr/>
            </p:nvSpPr>
            <p:spPr bwMode="auto">
              <a:xfrm>
                <a:off x="4602162" y="361950"/>
                <a:ext cx="1343026" cy="1341438"/>
              </a:xfrm>
              <a:custGeom>
                <a:avLst/>
                <a:gdLst>
                  <a:gd fmla="*/ 0 w 355" name="T0"/>
                  <a:gd fmla="*/ 178 h 355" name="T1"/>
                  <a:gd fmla="*/ 355 w 355" name="T2"/>
                  <a:gd fmla="*/ 178 h 355" name="T3"/>
                  <a:gd fmla="*/ 177 w 355" name="T4"/>
                  <a:gd fmla="*/ 331 h 355" name="T5"/>
                  <a:gd fmla="*/ 24 w 355" name="T6"/>
                  <a:gd fmla="*/ 175 h 355" name="T7"/>
                  <a:gd fmla="*/ 58 w 355" name="T8"/>
                  <a:gd fmla="*/ 192 h 355" name="T9"/>
                  <a:gd fmla="*/ 71 w 355" name="T10"/>
                  <a:gd fmla="*/ 232 h 355" name="T11"/>
                  <a:gd fmla="*/ 95 w 355" name="T12"/>
                  <a:gd fmla="*/ 243 h 355" name="T13"/>
                  <a:gd fmla="*/ 112 w 355" name="T14"/>
                  <a:gd fmla="*/ 315 h 355" name="T15"/>
                  <a:gd fmla="*/ 118 w 355" name="T16"/>
                  <a:gd fmla="*/ 305 h 355" name="T17"/>
                  <a:gd fmla="*/ 146 w 355" name="T18"/>
                  <a:gd fmla="*/ 265 h 355" name="T19"/>
                  <a:gd fmla="*/ 162 w 355" name="T20"/>
                  <a:gd fmla="*/ 222 h 355" name="T21"/>
                  <a:gd fmla="*/ 112 w 355" name="T22"/>
                  <a:gd fmla="*/ 189 h 355" name="T23"/>
                  <a:gd fmla="*/ 66 w 355" name="T24"/>
                  <a:gd fmla="*/ 165 h 355" name="T25"/>
                  <a:gd fmla="*/ 102 w 355" name="T26"/>
                  <a:gd fmla="*/ 154 h 355" name="T27"/>
                  <a:gd fmla="*/ 138 w 355" name="T28"/>
                  <a:gd fmla="*/ 140 h 355" name="T29"/>
                  <a:gd fmla="*/ 119 w 355" name="T30"/>
                  <a:gd fmla="*/ 97 h 355" name="T31"/>
                  <a:gd fmla="*/ 95 w 355" name="T32"/>
                  <a:gd fmla="*/ 109 h 355" name="T33"/>
                  <a:gd fmla="*/ 70 w 355" name="T34"/>
                  <a:gd fmla="*/ 93 h 355" name="T35"/>
                  <a:gd fmla="*/ 85 w 355" name="T36"/>
                  <a:gd fmla="*/ 68 h 355" name="T37"/>
                  <a:gd fmla="*/ 177 w 355" name="T38"/>
                  <a:gd fmla="*/ 25 h 355" name="T39"/>
                  <a:gd fmla="*/ 244 w 355" name="T40"/>
                  <a:gd fmla="*/ 63 h 355" name="T41"/>
                  <a:gd fmla="*/ 236 w 355" name="T42"/>
                  <a:gd fmla="*/ 104 h 355" name="T43"/>
                  <a:gd fmla="*/ 220 w 355" name="T44"/>
                  <a:gd fmla="*/ 110 h 355" name="T45"/>
                  <a:gd fmla="*/ 223 w 355" name="T46"/>
                  <a:gd fmla="*/ 104 h 355" name="T47"/>
                  <a:gd fmla="*/ 215 w 355" name="T48"/>
                  <a:gd fmla="*/ 96 h 355" name="T49"/>
                  <a:gd fmla="*/ 213 w 355" name="T50"/>
                  <a:gd fmla="*/ 94 h 355" name="T51"/>
                  <a:gd fmla="*/ 215 w 355" name="T52"/>
                  <a:gd fmla="*/ 126 h 355" name="T53"/>
                  <a:gd fmla="*/ 192 w 355" name="T54"/>
                  <a:gd fmla="*/ 155 h 355" name="T55"/>
                  <a:gd fmla="*/ 219 w 355" name="T56"/>
                  <a:gd fmla="*/ 138 h 355" name="T57"/>
                  <a:gd fmla="*/ 239 w 355" name="T58"/>
                  <a:gd fmla="*/ 150 h 355" name="T59"/>
                  <a:gd fmla="*/ 261 w 355" name="T60"/>
                  <a:gd fmla="*/ 160 h 355" name="T61"/>
                  <a:gd fmla="*/ 262 w 355" name="T62"/>
                  <a:gd fmla="*/ 159 h 355" name="T63"/>
                  <a:gd fmla="*/ 320 w 355" name="T64"/>
                  <a:gd fmla="*/ 175 h 355" name="T65"/>
                  <a:gd fmla="*/ 330 w 355" name="T66"/>
                  <a:gd fmla="*/ 178 h 355" name="T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b="b" l="0" r="r" t="0"/>
                <a:pathLst>
                  <a:path h="355" w="355">
                    <a:moveTo>
                      <a:pt x="177" y="0"/>
                    </a:moveTo>
                    <a:cubicBezTo>
                      <a:pt x="79" y="0"/>
                      <a:pt x="0" y="80"/>
                      <a:pt x="0" y="178"/>
                    </a:cubicBezTo>
                    <a:cubicBezTo>
                      <a:pt x="0" y="275"/>
                      <a:pt x="79" y="355"/>
                      <a:pt x="177" y="355"/>
                    </a:cubicBezTo>
                    <a:cubicBezTo>
                      <a:pt x="275" y="355"/>
                      <a:pt x="355" y="275"/>
                      <a:pt x="355" y="178"/>
                    </a:cubicBezTo>
                    <a:cubicBezTo>
                      <a:pt x="355" y="80"/>
                      <a:pt x="275" y="0"/>
                      <a:pt x="177" y="0"/>
                    </a:cubicBezTo>
                    <a:close/>
                    <a:moveTo>
                      <a:pt x="177" y="331"/>
                    </a:moveTo>
                    <a:cubicBezTo>
                      <a:pt x="93" y="331"/>
                      <a:pt x="24" y="262"/>
                      <a:pt x="24" y="178"/>
                    </a:cubicBezTo>
                    <a:cubicBezTo>
                      <a:pt x="24" y="177"/>
                      <a:pt x="24" y="176"/>
                      <a:pt x="24" y="175"/>
                    </a:cubicBezTo>
                    <a:cubicBezTo>
                      <a:pt x="46" y="192"/>
                      <a:pt x="46" y="192"/>
                      <a:pt x="46" y="192"/>
                    </a:cubicBezTo>
                    <a:cubicBezTo>
                      <a:pt x="58" y="192"/>
                      <a:pt x="58" y="192"/>
                      <a:pt x="58" y="192"/>
                    </a:cubicBezTo>
                    <a:cubicBezTo>
                      <a:pt x="71" y="205"/>
                      <a:pt x="71" y="205"/>
                      <a:pt x="71" y="205"/>
                    </a:cubicBezTo>
                    <a:cubicBezTo>
                      <a:pt x="71" y="232"/>
                      <a:pt x="71" y="232"/>
                      <a:pt x="71" y="232"/>
                    </a:cubicBezTo>
                    <a:cubicBezTo>
                      <a:pt x="82" y="243"/>
                      <a:pt x="82" y="243"/>
                      <a:pt x="82" y="243"/>
                    </a:cubicBezTo>
                    <a:cubicBezTo>
                      <a:pt x="95" y="243"/>
                      <a:pt x="95" y="243"/>
                      <a:pt x="95" y="243"/>
                    </a:cubicBezTo>
                    <a:cubicBezTo>
                      <a:pt x="95" y="298"/>
                      <a:pt x="95" y="298"/>
                      <a:pt x="95" y="298"/>
                    </a:cubicBezTo>
                    <a:cubicBezTo>
                      <a:pt x="112" y="315"/>
                      <a:pt x="112" y="315"/>
                      <a:pt x="112" y="315"/>
                    </a:cubicBezTo>
                    <a:cubicBezTo>
                      <a:pt x="118" y="315"/>
                      <a:pt x="118" y="315"/>
                      <a:pt x="118" y="315"/>
                    </a:cubicBezTo>
                    <a:cubicBezTo>
                      <a:pt x="118" y="305"/>
                      <a:pt x="118" y="305"/>
                      <a:pt x="118" y="305"/>
                    </a:cubicBezTo>
                    <a:cubicBezTo>
                      <a:pt x="146" y="276"/>
                      <a:pt x="146" y="276"/>
                      <a:pt x="146" y="276"/>
                    </a:cubicBezTo>
                    <a:cubicBezTo>
                      <a:pt x="146" y="265"/>
                      <a:pt x="146" y="265"/>
                      <a:pt x="146" y="265"/>
                    </a:cubicBezTo>
                    <a:cubicBezTo>
                      <a:pt x="162" y="249"/>
                      <a:pt x="162" y="249"/>
                      <a:pt x="162" y="249"/>
                    </a:cubicBezTo>
                    <a:cubicBezTo>
                      <a:pt x="162" y="222"/>
                      <a:pt x="162" y="222"/>
                      <a:pt x="162" y="222"/>
                    </a:cubicBezTo>
                    <a:cubicBezTo>
                      <a:pt x="145" y="222"/>
                      <a:pt x="145" y="222"/>
                      <a:pt x="145" y="222"/>
                    </a:cubicBezTo>
                    <a:cubicBezTo>
                      <a:pt x="112" y="189"/>
                      <a:pt x="112" y="189"/>
                      <a:pt x="112" y="189"/>
                    </a:cubicBezTo>
                    <a:cubicBezTo>
                      <a:pt x="66" y="189"/>
                      <a:pt x="66" y="189"/>
                      <a:pt x="66" y="189"/>
                    </a:cubicBezTo>
                    <a:cubicBezTo>
                      <a:pt x="66" y="165"/>
                      <a:pt x="66" y="165"/>
                      <a:pt x="66" y="165"/>
                    </a:cubicBezTo>
                    <a:cubicBezTo>
                      <a:pt x="102" y="165"/>
                      <a:pt x="102" y="165"/>
                      <a:pt x="102" y="165"/>
                    </a:cubicBezTo>
                    <a:cubicBezTo>
                      <a:pt x="102" y="154"/>
                      <a:pt x="102" y="154"/>
                      <a:pt x="102" y="154"/>
                    </a:cubicBezTo>
                    <a:cubicBezTo>
                      <a:pt x="124" y="154"/>
                      <a:pt x="124" y="154"/>
                      <a:pt x="124" y="154"/>
                    </a:cubicBezTo>
                    <a:cubicBezTo>
                      <a:pt x="138" y="140"/>
                      <a:pt x="138" y="140"/>
                      <a:pt x="138" y="140"/>
                    </a:cubicBezTo>
                    <a:cubicBezTo>
                      <a:pt x="138" y="116"/>
                      <a:pt x="138" y="116"/>
                      <a:pt x="138" y="116"/>
                    </a:cubicBezTo>
                    <a:cubicBezTo>
                      <a:pt x="119" y="97"/>
                      <a:pt x="119" y="97"/>
                      <a:pt x="119" y="97"/>
                    </a:cubicBezTo>
                    <a:cubicBezTo>
                      <a:pt x="95" y="97"/>
                      <a:pt x="95" y="97"/>
                      <a:pt x="95" y="97"/>
                    </a:cubicBezTo>
                    <a:cubicBezTo>
                      <a:pt x="95" y="109"/>
                      <a:pt x="95" y="109"/>
                      <a:pt x="95" y="109"/>
                    </a:cubicBezTo>
                    <a:cubicBezTo>
                      <a:pt x="70" y="109"/>
                      <a:pt x="70" y="109"/>
                      <a:pt x="70" y="109"/>
                    </a:cubicBezTo>
                    <a:cubicBezTo>
                      <a:pt x="70" y="93"/>
                      <a:pt x="70" y="93"/>
                      <a:pt x="70" y="93"/>
                    </a:cubicBezTo>
                    <a:cubicBezTo>
                      <a:pt x="85" y="78"/>
                      <a:pt x="85" y="78"/>
                      <a:pt x="85" y="78"/>
                    </a:cubicBezTo>
                    <a:cubicBezTo>
                      <a:pt x="85" y="68"/>
                      <a:pt x="85" y="68"/>
                      <a:pt x="85" y="68"/>
                    </a:cubicBezTo>
                    <a:cubicBezTo>
                      <a:pt x="71" y="68"/>
                      <a:pt x="71" y="68"/>
                      <a:pt x="71" y="68"/>
                    </a:cubicBezTo>
                    <a:cubicBezTo>
                      <a:pt x="98" y="41"/>
                      <a:pt x="136" y="25"/>
                      <a:pt x="177" y="25"/>
                    </a:cubicBezTo>
                    <a:cubicBezTo>
                      <a:pt x="216" y="25"/>
                      <a:pt x="251" y="39"/>
                      <a:pt x="278" y="63"/>
                    </a:cubicBezTo>
                    <a:cubicBezTo>
                      <a:pt x="244" y="63"/>
                      <a:pt x="244" y="63"/>
                      <a:pt x="244" y="63"/>
                    </a:cubicBezTo>
                    <a:cubicBezTo>
                      <a:pt x="219" y="87"/>
                      <a:pt x="219" y="87"/>
                      <a:pt x="219" y="87"/>
                    </a:cubicBezTo>
                    <a:cubicBezTo>
                      <a:pt x="236" y="104"/>
                      <a:pt x="236" y="104"/>
                      <a:pt x="236" y="104"/>
                    </a:cubicBezTo>
                    <a:cubicBezTo>
                      <a:pt x="225" y="115"/>
                      <a:pt x="225" y="115"/>
                      <a:pt x="225" y="115"/>
                    </a:cubicBezTo>
                    <a:cubicBezTo>
                      <a:pt x="220" y="110"/>
                      <a:pt x="220" y="110"/>
                      <a:pt x="220" y="110"/>
                    </a:cubicBezTo>
                    <a:cubicBezTo>
                      <a:pt x="225" y="106"/>
                      <a:pt x="225" y="106"/>
                      <a:pt x="225" y="106"/>
                    </a:cubicBezTo>
                    <a:cubicBezTo>
                      <a:pt x="223" y="104"/>
                      <a:pt x="223" y="104"/>
                      <a:pt x="223" y="104"/>
                    </a:cubicBezTo>
                    <a:cubicBezTo>
                      <a:pt x="223" y="104"/>
                      <a:pt x="223" y="104"/>
                      <a:pt x="223" y="104"/>
                    </a:cubicBezTo>
                    <a:cubicBezTo>
                      <a:pt x="215" y="96"/>
                      <a:pt x="215" y="96"/>
                      <a:pt x="215" y="96"/>
                    </a:cubicBezTo>
                    <a:cubicBezTo>
                      <a:pt x="215" y="96"/>
                      <a:pt x="215" y="96"/>
                      <a:pt x="215" y="96"/>
                    </a:cubicBezTo>
                    <a:cubicBezTo>
                      <a:pt x="213" y="94"/>
                      <a:pt x="213" y="94"/>
                      <a:pt x="213" y="94"/>
                    </a:cubicBezTo>
                    <a:cubicBezTo>
                      <a:pt x="198" y="109"/>
                      <a:pt x="198" y="109"/>
                      <a:pt x="198" y="109"/>
                    </a:cubicBezTo>
                    <a:cubicBezTo>
                      <a:pt x="215" y="126"/>
                      <a:pt x="215" y="126"/>
                      <a:pt x="215" y="126"/>
                    </a:cubicBezTo>
                    <a:cubicBezTo>
                      <a:pt x="192" y="126"/>
                      <a:pt x="192" y="126"/>
                      <a:pt x="192" y="126"/>
                    </a:cubicBezTo>
                    <a:cubicBezTo>
                      <a:pt x="192" y="155"/>
                      <a:pt x="192" y="155"/>
                      <a:pt x="192" y="155"/>
                    </a:cubicBezTo>
                    <a:cubicBezTo>
                      <a:pt x="219" y="155"/>
                      <a:pt x="219" y="155"/>
                      <a:pt x="219" y="155"/>
                    </a:cubicBezTo>
                    <a:cubicBezTo>
                      <a:pt x="219" y="138"/>
                      <a:pt x="219" y="138"/>
                      <a:pt x="219" y="138"/>
                    </a:cubicBezTo>
                    <a:cubicBezTo>
                      <a:pt x="223" y="134"/>
                      <a:pt x="223" y="134"/>
                      <a:pt x="223" y="134"/>
                    </a:cubicBezTo>
                    <a:cubicBezTo>
                      <a:pt x="239" y="150"/>
                      <a:pt x="239" y="150"/>
                      <a:pt x="239" y="150"/>
                    </a:cubicBezTo>
                    <a:cubicBezTo>
                      <a:pt x="239" y="160"/>
                      <a:pt x="239" y="160"/>
                      <a:pt x="239" y="160"/>
                    </a:cubicBezTo>
                    <a:cubicBezTo>
                      <a:pt x="261" y="160"/>
                      <a:pt x="261" y="160"/>
                      <a:pt x="261" y="160"/>
                    </a:cubicBezTo>
                    <a:cubicBezTo>
                      <a:pt x="262" y="159"/>
                      <a:pt x="262" y="159"/>
                      <a:pt x="262" y="159"/>
                    </a:cubicBezTo>
                    <a:cubicBezTo>
                      <a:pt x="262" y="159"/>
                      <a:pt x="262" y="159"/>
                      <a:pt x="262" y="159"/>
                    </a:cubicBezTo>
                    <a:cubicBezTo>
                      <a:pt x="298" y="196"/>
                      <a:pt x="298" y="196"/>
                      <a:pt x="298" y="196"/>
                    </a:cubicBezTo>
                    <a:cubicBezTo>
                      <a:pt x="320" y="175"/>
                      <a:pt x="320" y="175"/>
                      <a:pt x="320" y="175"/>
                    </a:cubicBezTo>
                    <a:cubicBezTo>
                      <a:pt x="330" y="175"/>
                      <a:pt x="330" y="175"/>
                      <a:pt x="330" y="175"/>
                    </a:cubicBezTo>
                    <a:cubicBezTo>
                      <a:pt x="330" y="176"/>
                      <a:pt x="330" y="177"/>
                      <a:pt x="330" y="178"/>
                    </a:cubicBezTo>
                    <a:cubicBezTo>
                      <a:pt x="330" y="262"/>
                      <a:pt x="262" y="331"/>
                      <a:pt x="177" y="331"/>
                    </a:cubicBezTo>
                    <a:close/>
                  </a:path>
                </a:pathLst>
              </a:custGeom>
              <a:solidFill>
                <a:schemeClr val="accent1"/>
              </a:solidFill>
              <a:ln w="9525">
                <a:noFill/>
                <a:round/>
              </a:ln>
            </p:spPr>
            <p:txBody>
              <a:bodyPr anchor="t" anchorCtr="0" bIns="48218" compatLnSpc="1" lIns="96435" numCol="1" rIns="96435" tIns="48218" vert="horz" wrap="square">
                <a:normAutofit/>
              </a:bodyPr>
              <a:lstStyle/>
              <a:p>
                <a:pP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18" name="Freeform 24"/>
              <p:cNvSpPr/>
              <p:nvPr/>
            </p:nvSpPr>
            <p:spPr bwMode="auto">
              <a:xfrm>
                <a:off x="5056188" y="512763"/>
                <a:ext cx="234950" cy="257175"/>
              </a:xfrm>
              <a:custGeom>
                <a:avLst/>
                <a:gdLst>
                  <a:gd fmla="*/ 148 w 148" name="T0"/>
                  <a:gd fmla="*/ 0 h 162" name="T1"/>
                  <a:gd fmla="*/ 0 w 148" name="T2"/>
                  <a:gd fmla="*/ 0 h 162" name="T3"/>
                  <a:gd fmla="*/ 0 w 148" name="T4"/>
                  <a:gd fmla="*/ 100 h 162" name="T5"/>
                  <a:gd fmla="*/ 62 w 148" name="T6"/>
                  <a:gd fmla="*/ 162 h 162" name="T7"/>
                  <a:gd fmla="*/ 88 w 148" name="T8"/>
                  <a:gd fmla="*/ 162 h 162" name="T9"/>
                  <a:gd fmla="*/ 88 w 148" name="T10"/>
                  <a:gd fmla="*/ 119 h 162" name="T11"/>
                  <a:gd fmla="*/ 148 w 148" name="T12"/>
                  <a:gd fmla="*/ 59 h 162" name="T13"/>
                  <a:gd fmla="*/ 148 w 148" name="T14"/>
                  <a:gd fmla="*/ 0 h 162"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62" w="148">
                    <a:moveTo>
                      <a:pt x="148" y="0"/>
                    </a:moveTo>
                    <a:lnTo>
                      <a:pt x="0" y="0"/>
                    </a:lnTo>
                    <a:lnTo>
                      <a:pt x="0" y="100"/>
                    </a:lnTo>
                    <a:lnTo>
                      <a:pt x="62" y="162"/>
                    </a:lnTo>
                    <a:lnTo>
                      <a:pt x="88" y="162"/>
                    </a:lnTo>
                    <a:lnTo>
                      <a:pt x="88" y="119"/>
                    </a:lnTo>
                    <a:lnTo>
                      <a:pt x="148" y="59"/>
                    </a:lnTo>
                    <a:lnTo>
                      <a:pt x="148" y="0"/>
                    </a:lnTo>
                    <a:close/>
                  </a:path>
                </a:pathLst>
              </a:custGeom>
              <a:solidFill>
                <a:schemeClr val="accent1"/>
              </a:solidFill>
              <a:ln w="9525">
                <a:noFill/>
                <a:round/>
              </a:ln>
            </p:spPr>
            <p:txBody>
              <a:bodyPr anchor="t" anchorCtr="0" bIns="48218" compatLnSpc="1" lIns="96435" numCol="1" rIns="96435" tIns="48218" vert="horz" wrap="square">
                <a:normAutofit fontScale="25000" lnSpcReduction="20000"/>
              </a:bodyPr>
              <a:lstStyle/>
              <a:p>
                <a:pP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19" name="Freeform 25"/>
              <p:cNvSpPr/>
              <p:nvPr/>
            </p:nvSpPr>
            <p:spPr bwMode="auto">
              <a:xfrm>
                <a:off x="5272088" y="985838"/>
                <a:ext cx="457200" cy="476250"/>
              </a:xfrm>
              <a:custGeom>
                <a:avLst/>
                <a:gdLst>
                  <a:gd fmla="*/ 245 w 288" name="T0"/>
                  <a:gd fmla="*/ 97 h 300" name="T1"/>
                  <a:gd fmla="*/ 145 w 288" name="T2"/>
                  <a:gd fmla="*/ 0 h 300" name="T3"/>
                  <a:gd fmla="*/ 145 w 288" name="T4"/>
                  <a:gd fmla="*/ 0 h 300" name="T5"/>
                  <a:gd fmla="*/ 33 w 288" name="T6"/>
                  <a:gd fmla="*/ 0 h 300" name="T7"/>
                  <a:gd fmla="*/ 0 w 288" name="T8"/>
                  <a:gd fmla="*/ 33 h 300" name="T9"/>
                  <a:gd fmla="*/ 0 w 288" name="T10"/>
                  <a:gd fmla="*/ 104 h 300" name="T11"/>
                  <a:gd fmla="*/ 48 w 288" name="T12"/>
                  <a:gd fmla="*/ 152 h 300" name="T13"/>
                  <a:gd fmla="*/ 133 w 288" name="T14"/>
                  <a:gd fmla="*/ 152 h 300" name="T15"/>
                  <a:gd fmla="*/ 133 w 288" name="T16"/>
                  <a:gd fmla="*/ 235 h 300" name="T17"/>
                  <a:gd fmla="*/ 200 w 288" name="T18"/>
                  <a:gd fmla="*/ 300 h 300" name="T19"/>
                  <a:gd fmla="*/ 214 w 288" name="T20"/>
                  <a:gd fmla="*/ 300 h 300" name="T21"/>
                  <a:gd fmla="*/ 214 w 288" name="T22"/>
                  <a:gd fmla="*/ 219 h 300" name="T23"/>
                  <a:gd fmla="*/ 248 w 288" name="T24"/>
                  <a:gd fmla="*/ 188 h 300" name="T25"/>
                  <a:gd fmla="*/ 248 w 288" name="T26"/>
                  <a:gd fmla="*/ 131 h 300" name="T27"/>
                  <a:gd fmla="*/ 264 w 288" name="T28"/>
                  <a:gd fmla="*/ 131 h 300" name="T29"/>
                  <a:gd fmla="*/ 288 w 288" name="T30"/>
                  <a:gd fmla="*/ 107 h 300" name="T31"/>
                  <a:gd fmla="*/ 279 w 288" name="T32"/>
                  <a:gd fmla="*/ 97 h 300" name="T33"/>
                  <a:gd fmla="*/ 245 w 288" name="T34"/>
                  <a:gd fmla="*/ 97 h 300" name="T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b="b" l="0" r="r" t="0"/>
                <a:pathLst>
                  <a:path h="300" w="288">
                    <a:moveTo>
                      <a:pt x="245" y="97"/>
                    </a:moveTo>
                    <a:lnTo>
                      <a:pt x="145" y="0"/>
                    </a:lnTo>
                    <a:lnTo>
                      <a:pt x="145" y="0"/>
                    </a:lnTo>
                    <a:lnTo>
                      <a:pt x="33" y="0"/>
                    </a:lnTo>
                    <a:lnTo>
                      <a:pt x="0" y="33"/>
                    </a:lnTo>
                    <a:lnTo>
                      <a:pt x="0" y="104"/>
                    </a:lnTo>
                    <a:lnTo>
                      <a:pt x="48" y="152"/>
                    </a:lnTo>
                    <a:lnTo>
                      <a:pt x="133" y="152"/>
                    </a:lnTo>
                    <a:lnTo>
                      <a:pt x="133" y="235"/>
                    </a:lnTo>
                    <a:lnTo>
                      <a:pt x="200" y="300"/>
                    </a:lnTo>
                    <a:lnTo>
                      <a:pt x="214" y="300"/>
                    </a:lnTo>
                    <a:lnTo>
                      <a:pt x="214" y="219"/>
                    </a:lnTo>
                    <a:lnTo>
                      <a:pt x="248" y="188"/>
                    </a:lnTo>
                    <a:lnTo>
                      <a:pt x="248" y="131"/>
                    </a:lnTo>
                    <a:lnTo>
                      <a:pt x="264" y="131"/>
                    </a:lnTo>
                    <a:lnTo>
                      <a:pt x="288" y="107"/>
                    </a:lnTo>
                    <a:lnTo>
                      <a:pt x="279" y="97"/>
                    </a:lnTo>
                    <a:lnTo>
                      <a:pt x="245" y="97"/>
                    </a:lnTo>
                    <a:close/>
                  </a:path>
                </a:pathLst>
              </a:custGeom>
              <a:solidFill>
                <a:schemeClr val="accent1"/>
              </a:solidFill>
              <a:ln w="9525">
                <a:noFill/>
                <a:round/>
              </a:ln>
            </p:spPr>
            <p:txBody>
              <a:bodyPr anchor="t" anchorCtr="0" bIns="48218" compatLnSpc="1" lIns="96435" numCol="1" rIns="96435" tIns="48218" vert="horz" wrap="square">
                <a:normAutofit fontScale="47500" lnSpcReduction="10000"/>
              </a:bodyPr>
              <a:lstStyle/>
              <a:p>
                <a:pP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20" name="Freeform 26"/>
              <p:cNvSpPr/>
              <p:nvPr/>
            </p:nvSpPr>
            <p:spPr bwMode="auto">
              <a:xfrm>
                <a:off x="5646738" y="1341438"/>
                <a:ext cx="44450" cy="101600"/>
              </a:xfrm>
              <a:custGeom>
                <a:avLst/>
                <a:gdLst>
                  <a:gd fmla="*/ 0 w 28" name="T0"/>
                  <a:gd fmla="*/ 64 h 64" name="T1"/>
                  <a:gd fmla="*/ 28 w 28" name="T2"/>
                  <a:gd fmla="*/ 40 h 64" name="T3"/>
                  <a:gd fmla="*/ 28 w 28" name="T4"/>
                  <a:gd fmla="*/ 0 h 64" name="T5"/>
                  <a:gd fmla="*/ 0 w 28" name="T6"/>
                  <a:gd fmla="*/ 0 h 64" name="T7"/>
                  <a:gd fmla="*/ 0 w 28" name="T8"/>
                  <a:gd fmla="*/ 64 h 64" name="T9"/>
                </a:gdLst>
                <a:ahLst/>
                <a:cxnLst>
                  <a:cxn ang="0">
                    <a:pos x="T0" y="T1"/>
                  </a:cxn>
                  <a:cxn ang="0">
                    <a:pos x="T2" y="T3"/>
                  </a:cxn>
                  <a:cxn ang="0">
                    <a:pos x="T4" y="T5"/>
                  </a:cxn>
                  <a:cxn ang="0">
                    <a:pos x="T6" y="T7"/>
                  </a:cxn>
                  <a:cxn ang="0">
                    <a:pos x="T8" y="T9"/>
                  </a:cxn>
                </a:cxnLst>
                <a:rect b="b" l="0" r="r" t="0"/>
                <a:pathLst>
                  <a:path h="64" w="28">
                    <a:moveTo>
                      <a:pt x="0" y="64"/>
                    </a:moveTo>
                    <a:lnTo>
                      <a:pt x="28" y="40"/>
                    </a:lnTo>
                    <a:lnTo>
                      <a:pt x="28" y="0"/>
                    </a:lnTo>
                    <a:lnTo>
                      <a:pt x="0" y="0"/>
                    </a:lnTo>
                    <a:lnTo>
                      <a:pt x="0" y="64"/>
                    </a:lnTo>
                    <a:close/>
                  </a:path>
                </a:pathLst>
              </a:custGeom>
              <a:solidFill>
                <a:schemeClr val="accent1"/>
              </a:solidFill>
              <a:ln w="9525">
                <a:noFill/>
                <a:round/>
              </a:ln>
            </p:spPr>
            <p:txBody>
              <a:bodyPr anchor="t" anchorCtr="0" bIns="48218" compatLnSpc="1" lIns="96435" numCol="1" rIns="96435" tIns="48218" vert="horz" wrap="square">
                <a:normAutofit fontScale="25000" lnSpcReduction="20000"/>
              </a:bodyPr>
              <a:lstStyle/>
              <a:p>
                <a:pP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grpSp>
      </p:grpSp>
      <p:grpSp>
        <p:nvGrpSpPr>
          <p:cNvPr id="5" name="组合 4"/>
          <p:cNvGrpSpPr/>
          <p:nvPr/>
        </p:nvGrpSpPr>
        <p:grpSpPr>
          <a:xfrm>
            <a:off x="658698" y="4540149"/>
            <a:ext cx="1061322" cy="1061322"/>
            <a:chOff x="362669" y="5389779"/>
            <a:chExt cx="1061322" cy="1061322"/>
          </a:xfrm>
        </p:grpSpPr>
        <p:sp>
          <p:nvSpPr>
            <p:cNvPr id="15" name="椭圆 14"/>
            <p:cNvSpPr/>
            <p:nvPr/>
          </p:nvSpPr>
          <p:spPr>
            <a:xfrm>
              <a:off x="362669" y="5389779"/>
              <a:ext cx="1061322" cy="1061322"/>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grpSp>
          <p:nvGrpSpPr>
            <p:cNvPr id="30" name="组合 29"/>
            <p:cNvGrpSpPr/>
            <p:nvPr/>
          </p:nvGrpSpPr>
          <p:grpSpPr>
            <a:xfrm>
              <a:off x="560765" y="5583971"/>
              <a:ext cx="689373" cy="625287"/>
              <a:chOff x="3468688" y="460375"/>
              <a:chExt cx="631825" cy="573088"/>
            </a:xfrm>
            <a:solidFill>
              <a:srgbClr val="282828"/>
            </a:solidFill>
          </p:grpSpPr>
          <p:sp>
            <p:nvSpPr>
              <p:cNvPr id="31" name="Freeform 19"/>
              <p:cNvSpPr/>
              <p:nvPr/>
            </p:nvSpPr>
            <p:spPr bwMode="auto">
              <a:xfrm>
                <a:off x="3468688" y="460375"/>
                <a:ext cx="271463" cy="422275"/>
              </a:xfrm>
              <a:custGeom>
                <a:avLst/>
                <a:gdLst>
                  <a:gd fmla="*/ 150 w 169" name="T0"/>
                  <a:gd fmla="*/ 150 h 263" name="T1"/>
                  <a:gd fmla="*/ 169 w 169" name="T2"/>
                  <a:gd fmla="*/ 0 h 263" name="T3"/>
                  <a:gd fmla="*/ 56 w 169" name="T4"/>
                  <a:gd fmla="*/ 103 h 263" name="T5"/>
                  <a:gd fmla="*/ 0 w 169" name="T6"/>
                  <a:gd fmla="*/ 263 h 263" name="T7"/>
                  <a:gd fmla="*/ 169 w 169" name="T8"/>
                  <a:gd fmla="*/ 263 h 263" name="T9"/>
                  <a:gd fmla="*/ 150 w 169" name="T10"/>
                  <a:gd fmla="*/ 150 h 263" name="T11"/>
                </a:gdLst>
                <a:ahLst/>
                <a:cxnLst>
                  <a:cxn ang="0">
                    <a:pos x="T0" y="T1"/>
                  </a:cxn>
                  <a:cxn ang="0">
                    <a:pos x="T2" y="T3"/>
                  </a:cxn>
                  <a:cxn ang="0">
                    <a:pos x="T4" y="T5"/>
                  </a:cxn>
                  <a:cxn ang="0">
                    <a:pos x="T6" y="T7"/>
                  </a:cxn>
                  <a:cxn ang="0">
                    <a:pos x="T8" y="T9"/>
                  </a:cxn>
                  <a:cxn ang="0">
                    <a:pos x="T10" y="T11"/>
                  </a:cxn>
                </a:cxnLst>
                <a:rect b="b" l="0" r="r" t="0"/>
                <a:pathLst>
                  <a:path h="263" w="169">
                    <a:moveTo>
                      <a:pt x="150" y="150"/>
                    </a:moveTo>
                    <a:cubicBezTo>
                      <a:pt x="150" y="66"/>
                      <a:pt x="169" y="0"/>
                      <a:pt x="169" y="0"/>
                    </a:cubicBezTo>
                    <a:cubicBezTo>
                      <a:pt x="169" y="0"/>
                      <a:pt x="113" y="10"/>
                      <a:pt x="56" y="103"/>
                    </a:cubicBezTo>
                    <a:cubicBezTo>
                      <a:pt x="0" y="197"/>
                      <a:pt x="0" y="263"/>
                      <a:pt x="0" y="263"/>
                    </a:cubicBezTo>
                    <a:cubicBezTo>
                      <a:pt x="169" y="263"/>
                      <a:pt x="169" y="263"/>
                      <a:pt x="169" y="263"/>
                    </a:cubicBezTo>
                    <a:cubicBezTo>
                      <a:pt x="169" y="263"/>
                      <a:pt x="150" y="235"/>
                      <a:pt x="150" y="150"/>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t" anchorCtr="0" bIns="48218" compatLnSpc="1" lIns="96435" numCol="1" rIns="96435" tIns="48218" vert="horz" wrap="square">
                <a:normAutofit fontScale="92500"/>
              </a:bodyPr>
              <a:lstStyle/>
              <a:p>
                <a:pP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32" name="Freeform 20"/>
              <p:cNvSpPr/>
              <p:nvPr/>
            </p:nvSpPr>
            <p:spPr bwMode="auto">
              <a:xfrm>
                <a:off x="3829050" y="611188"/>
                <a:ext cx="271463" cy="271463"/>
              </a:xfrm>
              <a:custGeom>
                <a:avLst/>
                <a:gdLst>
                  <a:gd fmla="*/ 0 w 171" name="T0"/>
                  <a:gd fmla="*/ 0 h 171" name="T1"/>
                  <a:gd fmla="*/ 0 w 171" name="T2"/>
                  <a:gd fmla="*/ 171 h 171" name="T3"/>
                  <a:gd fmla="*/ 171 w 171" name="T4"/>
                  <a:gd fmla="*/ 171 h 171" name="T5"/>
                  <a:gd fmla="*/ 0 w 171" name="T6"/>
                  <a:gd fmla="*/ 0 h 171" name="T7"/>
                </a:gdLst>
                <a:ahLst/>
                <a:cxnLst>
                  <a:cxn ang="0">
                    <a:pos x="T0" y="T1"/>
                  </a:cxn>
                  <a:cxn ang="0">
                    <a:pos x="T2" y="T3"/>
                  </a:cxn>
                  <a:cxn ang="0">
                    <a:pos x="T4" y="T5"/>
                  </a:cxn>
                  <a:cxn ang="0">
                    <a:pos x="T6" y="T7"/>
                  </a:cxn>
                </a:cxnLst>
                <a:rect b="b" l="0" r="r" t="0"/>
                <a:pathLst>
                  <a:path h="171" w="171">
                    <a:moveTo>
                      <a:pt x="0" y="0"/>
                    </a:moveTo>
                    <a:lnTo>
                      <a:pt x="0" y="171"/>
                    </a:lnTo>
                    <a:lnTo>
                      <a:pt x="171" y="171"/>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t" anchorCtr="0" bIns="48218" compatLnSpc="1" lIns="96435" numCol="1" rIns="96435" tIns="48218" vert="horz" wrap="square">
                <a:normAutofit fontScale="47500" lnSpcReduction="10000"/>
              </a:bodyPr>
              <a:lstStyle/>
              <a:p>
                <a:pP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33" name="Freeform 21"/>
              <p:cNvSpPr/>
              <p:nvPr/>
            </p:nvSpPr>
            <p:spPr bwMode="auto">
              <a:xfrm>
                <a:off x="3468688" y="460375"/>
                <a:ext cx="631825" cy="573088"/>
              </a:xfrm>
              <a:custGeom>
                <a:avLst/>
                <a:gdLst>
                  <a:gd fmla="*/ 207 w 394" name="T0"/>
                  <a:gd fmla="*/ 282 h 357" name="T1"/>
                  <a:gd fmla="*/ 207 w 394" name="T2"/>
                  <a:gd fmla="*/ 0 h 357" name="T3"/>
                  <a:gd fmla="*/ 188 w 394" name="T4"/>
                  <a:gd fmla="*/ 0 h 357" name="T5"/>
                  <a:gd fmla="*/ 188 w 394" name="T6"/>
                  <a:gd fmla="*/ 282 h 357" name="T7"/>
                  <a:gd fmla="*/ 2 w 394" name="T8"/>
                  <a:gd fmla="*/ 282 h 357" name="T9"/>
                  <a:gd fmla="*/ 0 w 394" name="T10"/>
                  <a:gd fmla="*/ 282 h 357" name="T11"/>
                  <a:gd fmla="*/ 75 w 394" name="T12"/>
                  <a:gd fmla="*/ 357 h 357" name="T13"/>
                  <a:gd fmla="*/ 319 w 394" name="T14"/>
                  <a:gd fmla="*/ 357 h 357" name="T15"/>
                  <a:gd fmla="*/ 394 w 394" name="T16"/>
                  <a:gd fmla="*/ 282 h 357" name="T17"/>
                  <a:gd fmla="*/ 392 w 394" name="T18"/>
                  <a:gd fmla="*/ 282 h 357" name="T19"/>
                  <a:gd fmla="*/ 207 w 394" name="T20"/>
                  <a:gd fmla="*/ 282 h 357" name="T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b="b" l="0" r="r" t="0"/>
                <a:pathLst>
                  <a:path h="357" w="394">
                    <a:moveTo>
                      <a:pt x="207" y="282"/>
                    </a:moveTo>
                    <a:cubicBezTo>
                      <a:pt x="207" y="0"/>
                      <a:pt x="207" y="0"/>
                      <a:pt x="207" y="0"/>
                    </a:cubicBezTo>
                    <a:cubicBezTo>
                      <a:pt x="188" y="0"/>
                      <a:pt x="188" y="0"/>
                      <a:pt x="188" y="0"/>
                    </a:cubicBezTo>
                    <a:cubicBezTo>
                      <a:pt x="188" y="282"/>
                      <a:pt x="188" y="282"/>
                      <a:pt x="188" y="282"/>
                    </a:cubicBezTo>
                    <a:cubicBezTo>
                      <a:pt x="2" y="282"/>
                      <a:pt x="2" y="282"/>
                      <a:pt x="2" y="282"/>
                    </a:cubicBezTo>
                    <a:cubicBezTo>
                      <a:pt x="0" y="282"/>
                      <a:pt x="0" y="282"/>
                      <a:pt x="0" y="282"/>
                    </a:cubicBezTo>
                    <a:cubicBezTo>
                      <a:pt x="0" y="323"/>
                      <a:pt x="34" y="357"/>
                      <a:pt x="75" y="357"/>
                    </a:cubicBezTo>
                    <a:cubicBezTo>
                      <a:pt x="319" y="357"/>
                      <a:pt x="319" y="357"/>
                      <a:pt x="319" y="357"/>
                    </a:cubicBezTo>
                    <a:cubicBezTo>
                      <a:pt x="361" y="357"/>
                      <a:pt x="394" y="323"/>
                      <a:pt x="394" y="282"/>
                    </a:cubicBezTo>
                    <a:cubicBezTo>
                      <a:pt x="392" y="282"/>
                      <a:pt x="392" y="282"/>
                      <a:pt x="392" y="282"/>
                    </a:cubicBezTo>
                    <a:lnTo>
                      <a:pt x="207" y="282"/>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t" anchorCtr="0" bIns="48218" compatLnSpc="1" lIns="96435" numCol="1" rIns="96435" tIns="48218" vert="horz" wrap="square">
                <a:normAutofit/>
              </a:bodyPr>
              <a:lstStyle/>
              <a:p>
                <a:pP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grpSp>
      </p:grpSp>
      <p:sp>
        <p:nvSpPr>
          <p:cNvPr id="36" name="TextBox 39"/>
          <p:cNvSpPr txBox="1"/>
          <p:nvPr/>
        </p:nvSpPr>
        <p:spPr>
          <a:xfrm>
            <a:off x="2154555" y="2087245"/>
            <a:ext cx="4274820" cy="2067560"/>
          </a:xfrm>
          <a:prstGeom prst="rect">
            <a:avLst/>
          </a:prstGeom>
          <a:noFill/>
        </p:spPr>
        <p:txBody>
          <a:bodyPr bIns="0" lIns="0" rIns="0" rtlCol="0" tIns="0" wrap="square">
            <a:normAutofit/>
          </a:bodyPr>
          <a:lstStyle/>
          <a:p>
            <a:pPr algn="just">
              <a:lnSpc>
                <a:spcPct val="15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实习生姓名张三，就读于某大学计算机科学与技术专业，目前大三，实习岗位为软件开发工程师。实习周期为2023年7月1日至2023年8月31日，共计两个月。</a:t>
            </a:r>
            <a:endParaRPr altLang="en-US" dirty="0" lang="zh-CN"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39" name="TextBox 39"/>
          <p:cNvSpPr txBox="1"/>
          <p:nvPr/>
        </p:nvSpPr>
        <p:spPr>
          <a:xfrm>
            <a:off x="2154555" y="4287520"/>
            <a:ext cx="4274820" cy="2413635"/>
          </a:xfrm>
          <a:prstGeom prst="rect">
            <a:avLst/>
          </a:prstGeom>
          <a:noFill/>
        </p:spPr>
        <p:txBody>
          <a:bodyPr bIns="0" lIns="0" rIns="0" rtlCol="0" tIns="0" wrap="square">
            <a:normAutofit/>
          </a:bodyPr>
          <a:lstStyle/>
          <a:p>
            <a:pPr algn="just">
              <a:lnSpc>
                <a:spcPct val="150000"/>
              </a:lnSpc>
            </a:pPr>
            <a:r>
              <a:rPr altLang="zh-CN" dirty="0" lang="en-US"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本次汇报将首先介绍个人基本信息与实习概况，接着详细阐述实习期间参与的主要项目与工作内容，然后总结实习收获与技能提升，最后提出对未来工作的展望与建议。</a:t>
            </a:r>
            <a:endParaRPr altLang="en-US" dirty="0" lang="zh-CN"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grpSp>
        <p:nvGrpSpPr>
          <p:cNvPr id="9" name="组合 8"/>
          <p:cNvGrpSpPr/>
          <p:nvPr/>
        </p:nvGrpSpPr>
        <p:grpSpPr>
          <a:xfrm>
            <a:off x="7104348" y="1312863"/>
            <a:ext cx="4960780" cy="5183187"/>
            <a:chOff x="7195062" y="1168053"/>
            <a:chExt cx="4960780" cy="5446888"/>
          </a:xfrm>
          <a:blipFill dpi="0" rotWithShape="1">
            <a:blip cstate="print" r:embed="rId1">
              <a:extLst>
                <a:ext uri="{28A0092B-C50C-407E-A947-70E740481C1C}">
                  <a14:useLocalDpi xmlns:a14="http://schemas.microsoft.com/office/drawing/2010/main" val="0"/>
                </a:ext>
              </a:extLst>
            </a:blip>
            <a:srcRect/>
            <a:stretch>
              <a:fillRect/>
            </a:stretch>
          </a:blipFill>
        </p:grpSpPr>
        <p:sp>
          <p:nvSpPr>
            <p:cNvPr id="47" name="矩形 46"/>
            <p:cNvSpPr/>
            <p:nvPr/>
          </p:nvSpPr>
          <p:spPr>
            <a:xfrm>
              <a:off x="8915221" y="2942533"/>
              <a:ext cx="1538569" cy="36724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8" name="矩形 7"/>
            <p:cNvSpPr/>
            <p:nvPr/>
          </p:nvSpPr>
          <p:spPr>
            <a:xfrm>
              <a:off x="7195062" y="1168053"/>
              <a:ext cx="1538569" cy="36724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41" name="矩形 40"/>
            <p:cNvSpPr/>
            <p:nvPr/>
          </p:nvSpPr>
          <p:spPr>
            <a:xfrm>
              <a:off x="7195062" y="4983353"/>
              <a:ext cx="1538569" cy="163158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48" name="矩形 47"/>
            <p:cNvSpPr/>
            <p:nvPr/>
          </p:nvSpPr>
          <p:spPr>
            <a:xfrm>
              <a:off x="8915221" y="1168053"/>
              <a:ext cx="1538569" cy="163158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49" name="矩形 48"/>
            <p:cNvSpPr/>
            <p:nvPr/>
          </p:nvSpPr>
          <p:spPr>
            <a:xfrm>
              <a:off x="10617273" y="1168053"/>
              <a:ext cx="1538569" cy="36724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grpSp>
      <p:sp>
        <p:nvSpPr>
          <p:cNvPr id="50" name="矩形 49"/>
          <p:cNvSpPr/>
          <p:nvPr/>
        </p:nvSpPr>
        <p:spPr>
          <a:xfrm>
            <a:off x="10526559" y="4925296"/>
            <a:ext cx="1538569" cy="1595002"/>
          </a:xfrm>
          <a:prstGeom prst="rect">
            <a:avLst/>
          </a:prstGeom>
          <a:solidFill>
            <a:srgbClr val="FCA8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51" name="TextBox 39"/>
          <p:cNvSpPr txBox="1"/>
          <p:nvPr/>
        </p:nvSpPr>
        <p:spPr>
          <a:xfrm>
            <a:off x="10640859" y="5177284"/>
            <a:ext cx="1286077" cy="807913"/>
          </a:xfrm>
          <a:prstGeom prst="rect">
            <a:avLst/>
          </a:prstGeom>
          <a:noFill/>
        </p:spPr>
        <p:txBody>
          <a:bodyPr bIns="0" lIns="0" rIns="0" rtlCol="0" tIns="0" wrap="square">
            <a:normAutofit/>
          </a:bodyPr>
          <a:lstStyle/>
          <a:p>
            <a:pPr algn="just">
              <a:lnSpc>
                <a:spcPct val="150000"/>
              </a:lnSpc>
            </a:pPr>
            <a:r>
              <a:rPr altLang="en-US" dirty="0" lang="zh-CN" sz="1100">
                <a:solidFill>
                  <a:schemeClr val="bg1"/>
                </a:solidFill>
                <a:latin charset="0" panose="020B0604020202020204" pitchFamily="34" typeface="Arial"/>
                <a:ea charset="-122" panose="020B0503020204020204" pitchFamily="34" typeface="微软雅黑"/>
                <a:sym charset="0" panose="020B0604020202020204" pitchFamily="34" typeface="Arial"/>
              </a:rPr>
              <a:t>点击请替换文字内容</a:t>
            </a:r>
            <a:endParaRPr altLang="en-US" dirty="0" lang="zh-CN" sz="1100">
              <a:solidFill>
                <a:schemeClr val="bg1"/>
              </a:solidFill>
              <a:latin charset="0" panose="020B0604020202020204" pitchFamily="34" typeface="Arial"/>
              <a:ea charset="-122" panose="020B0503020204020204" pitchFamily="34" typeface="微软雅黑"/>
              <a:sym charset="0" panose="020B0604020202020204" pitchFamily="34" typeface="Arial"/>
            </a:endParaRPr>
          </a:p>
          <a:p>
            <a:pPr algn="just" indent="0" marL="0">
              <a:lnSpc>
                <a:spcPct val="150000"/>
              </a:lnSpc>
              <a:buNone/>
            </a:pPr>
            <a:r>
              <a:rPr altLang="en-US" dirty="0" lang="zh-CN" sz="800">
                <a:solidFill>
                  <a:schemeClr val="bg1"/>
                </a:solidFill>
                <a:latin charset="0" panose="020B0604020202020204" pitchFamily="34" typeface="Arial"/>
                <a:ea charset="-122" panose="020B0503020204020204" pitchFamily="34" typeface="微软雅黑"/>
                <a:sym charset="0" panose="020B0604020202020204" pitchFamily="34" typeface="Arial"/>
              </a:rPr>
              <a:t>请替换文字内容</a:t>
            </a:r>
            <a:r>
              <a:rPr altLang="en-US" dirty="0" lang="zh-CN" smtClean="0" sz="800">
                <a:solidFill>
                  <a:schemeClr val="bg1"/>
                </a:solidFill>
                <a:latin charset="0" panose="020B0604020202020204" pitchFamily="34" typeface="Arial"/>
                <a:ea charset="-122" panose="020B0503020204020204" pitchFamily="34" typeface="微软雅黑"/>
                <a:sym charset="0" panose="020B0604020202020204" pitchFamily="34" typeface="Arial"/>
              </a:rPr>
              <a:t>，添加相关标题，</a:t>
            </a:r>
            <a:r>
              <a:rPr altLang="en-US" dirty="0" lang="zh-CN" sz="800">
                <a:solidFill>
                  <a:schemeClr val="bg1"/>
                </a:solidFill>
                <a:latin charset="0" panose="020B0604020202020204" pitchFamily="34" typeface="Arial"/>
                <a:ea charset="-122" panose="020B0503020204020204" pitchFamily="34" typeface="微软雅黑"/>
                <a:sym charset="0" panose="020B0604020202020204" pitchFamily="34" typeface="Arial"/>
              </a:rPr>
              <a:t>修改文字内容，也可以直接复制你的内容到此</a:t>
            </a:r>
            <a:r>
              <a:rPr altLang="en-US" dirty="0" lang="zh-CN" smtClean="0" sz="800">
                <a:solidFill>
                  <a:schemeClr val="bg1"/>
                </a:solidFill>
                <a:latin charset="0" panose="020B0604020202020204" pitchFamily="34" typeface="Arial"/>
                <a:ea charset="-122" panose="020B0503020204020204" pitchFamily="34" typeface="微软雅黑"/>
                <a:sym charset="0" panose="020B0604020202020204" pitchFamily="34" typeface="Arial"/>
              </a:rPr>
              <a:t>。</a:t>
            </a:r>
            <a:endParaRPr altLang="en-US" dirty="0" lang="zh-CN" sz="800">
              <a:solidFill>
                <a:schemeClr val="bg1"/>
              </a:solidFill>
              <a:latin charset="0" panose="020B0604020202020204" pitchFamily="34" typeface="Arial"/>
              <a:ea charset="-122" panose="020B0503020204020204" pitchFamily="34" typeface="微软雅黑"/>
              <a:sym charset="0" panose="020B0604020202020204" pitchFamily="34" typeface="Arial"/>
            </a:endParaRPr>
          </a:p>
        </p:txBody>
      </p:sp>
      <p:sp>
        <p:nvSpPr>
          <p:cNvPr id="26" name="TextBox 8"/>
          <p:cNvSpPr txBox="1"/>
          <p:nvPr/>
        </p:nvSpPr>
        <p:spPr>
          <a:xfrm>
            <a:off x="596900" y="478790"/>
            <a:ext cx="12022455" cy="492125"/>
          </a:xfrm>
          <a:prstGeom prst="rect">
            <a:avLst/>
          </a:prstGeom>
          <a:noFill/>
        </p:spPr>
        <p:txBody>
          <a:bodyPr anchor="ctr" bIns="0" lIns="0" rIns="0" rtlCol="0" tIns="0" wrap="square">
            <a:normAutofit fontScale="97500" lnSpcReduction="20000"/>
          </a:bodyPr>
          <a:lstStyle/>
          <a:p>
            <a:pPr algn="l"/>
            <a:r>
              <a:rPr altLang="zh-CN" dirty="0" lang="en-US"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报告人信息</a:t>
            </a:r>
            <a:endParaRPr altLang="en-US" dirty="0" lang="zh-CN"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Tree>
  </p:cSld>
  <p:clrMapOvr>
    <a:masterClrMapping/>
  </p:clrMapOvr>
  <p:transition advTm="0" spd="med">
    <p:pull/>
  </p:transition>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afterEffect" presetClass="entr" presetID="53" presetSubtype="16">
                                  <p:stCondLst>
                                    <p:cond delay="0"/>
                                  </p:stCondLst>
                                  <p:childTnLst>
                                    <p:set>
                                      <p:cBhvr>
                                        <p:cTn dur="1" fill="hold" id="6">
                                          <p:stCondLst>
                                            <p:cond delay="0"/>
                                          </p:stCondLst>
                                        </p:cTn>
                                        <p:tgtEl>
                                          <p:spTgt spid="2"/>
                                        </p:tgtEl>
                                        <p:attrNameLst>
                                          <p:attrName>style.visibility</p:attrName>
                                        </p:attrNameLst>
                                      </p:cBhvr>
                                      <p:to>
                                        <p:strVal val="visible"/>
                                      </p:to>
                                    </p:set>
                                    <p:anim calcmode="lin" valueType="num">
                                      <p:cBhvr>
                                        <p:cTn dur="500" fill="hold" id="7"/>
                                        <p:tgtEl>
                                          <p:spTgt spid="2"/>
                                        </p:tgtEl>
                                        <p:attrNameLst>
                                          <p:attrName>ppt_w</p:attrName>
                                        </p:attrNameLst>
                                      </p:cBhvr>
                                      <p:tavLst>
                                        <p:tav tm="0">
                                          <p:val>
                                            <p:fltVal val="0"/>
                                          </p:val>
                                        </p:tav>
                                        <p:tav tm="100000">
                                          <p:val>
                                            <p:strVal val="#ppt_w"/>
                                          </p:val>
                                        </p:tav>
                                      </p:tavLst>
                                    </p:anim>
                                    <p:anim calcmode="lin" valueType="num">
                                      <p:cBhvr>
                                        <p:cTn dur="500" fill="hold" id="8"/>
                                        <p:tgtEl>
                                          <p:spTgt spid="2"/>
                                        </p:tgtEl>
                                        <p:attrNameLst>
                                          <p:attrName>ppt_h</p:attrName>
                                        </p:attrNameLst>
                                      </p:cBhvr>
                                      <p:tavLst>
                                        <p:tav tm="0">
                                          <p:val>
                                            <p:fltVal val="0"/>
                                          </p:val>
                                        </p:tav>
                                        <p:tav tm="100000">
                                          <p:val>
                                            <p:strVal val="#ppt_h"/>
                                          </p:val>
                                        </p:tav>
                                      </p:tavLst>
                                    </p:anim>
                                    <p:animEffect filter="fade" transition="in">
                                      <p:cBhvr>
                                        <p:cTn dur="500" id="9"/>
                                        <p:tgtEl>
                                          <p:spTgt spid="2"/>
                                        </p:tgtEl>
                                      </p:cBhvr>
                                    </p:animEffect>
                                  </p:childTnLst>
                                </p:cTn>
                              </p:par>
                            </p:childTnLst>
                          </p:cTn>
                        </p:par>
                        <p:par>
                          <p:cTn fill="hold" id="10">
                            <p:stCondLst>
                              <p:cond delay="500"/>
                            </p:stCondLst>
                            <p:childTnLst>
                              <p:par>
                                <p:cTn fill="hold" grpId="0" id="11" nodeType="afterEffect" presetClass="entr" presetID="22" presetSubtype="1">
                                  <p:stCondLst>
                                    <p:cond delay="0"/>
                                  </p:stCondLst>
                                  <p:childTnLst>
                                    <p:set>
                                      <p:cBhvr>
                                        <p:cTn dur="1" fill="hold" id="12">
                                          <p:stCondLst>
                                            <p:cond delay="0"/>
                                          </p:stCondLst>
                                        </p:cTn>
                                        <p:tgtEl>
                                          <p:spTgt spid="36"/>
                                        </p:tgtEl>
                                        <p:attrNameLst>
                                          <p:attrName>style.visibility</p:attrName>
                                        </p:attrNameLst>
                                      </p:cBhvr>
                                      <p:to>
                                        <p:strVal val="visible"/>
                                      </p:to>
                                    </p:set>
                                    <p:animEffect filter="wipe(up)" transition="in">
                                      <p:cBhvr>
                                        <p:cTn dur="500" id="13"/>
                                        <p:tgtEl>
                                          <p:spTgt spid="36"/>
                                        </p:tgtEl>
                                      </p:cBhvr>
                                    </p:animEffect>
                                  </p:childTnLst>
                                </p:cTn>
                              </p:par>
                            </p:childTnLst>
                          </p:cTn>
                        </p:par>
                        <p:par>
                          <p:cTn fill="hold" id="14">
                            <p:stCondLst>
                              <p:cond delay="1000"/>
                            </p:stCondLst>
                            <p:childTnLst>
                              <p:par>
                                <p:cTn fill="hold" id="15" nodeType="afterEffect" presetClass="entr" presetID="53" presetSubtype="16">
                                  <p:stCondLst>
                                    <p:cond delay="0"/>
                                  </p:stCondLst>
                                  <p:childTnLst>
                                    <p:set>
                                      <p:cBhvr>
                                        <p:cTn dur="1" fill="hold" id="16">
                                          <p:stCondLst>
                                            <p:cond delay="0"/>
                                          </p:stCondLst>
                                        </p:cTn>
                                        <p:tgtEl>
                                          <p:spTgt spid="5"/>
                                        </p:tgtEl>
                                        <p:attrNameLst>
                                          <p:attrName>style.visibility</p:attrName>
                                        </p:attrNameLst>
                                      </p:cBhvr>
                                      <p:to>
                                        <p:strVal val="visible"/>
                                      </p:to>
                                    </p:set>
                                    <p:anim calcmode="lin" valueType="num">
                                      <p:cBhvr>
                                        <p:cTn dur="500" fill="hold" id="17"/>
                                        <p:tgtEl>
                                          <p:spTgt spid="5"/>
                                        </p:tgtEl>
                                        <p:attrNameLst>
                                          <p:attrName>ppt_w</p:attrName>
                                        </p:attrNameLst>
                                      </p:cBhvr>
                                      <p:tavLst>
                                        <p:tav tm="0">
                                          <p:val>
                                            <p:fltVal val="0"/>
                                          </p:val>
                                        </p:tav>
                                        <p:tav tm="100000">
                                          <p:val>
                                            <p:strVal val="#ppt_w"/>
                                          </p:val>
                                        </p:tav>
                                      </p:tavLst>
                                    </p:anim>
                                    <p:anim calcmode="lin" valueType="num">
                                      <p:cBhvr>
                                        <p:cTn dur="500" fill="hold" id="18"/>
                                        <p:tgtEl>
                                          <p:spTgt spid="5"/>
                                        </p:tgtEl>
                                        <p:attrNameLst>
                                          <p:attrName>ppt_h</p:attrName>
                                        </p:attrNameLst>
                                      </p:cBhvr>
                                      <p:tavLst>
                                        <p:tav tm="0">
                                          <p:val>
                                            <p:fltVal val="0"/>
                                          </p:val>
                                        </p:tav>
                                        <p:tav tm="100000">
                                          <p:val>
                                            <p:strVal val="#ppt_h"/>
                                          </p:val>
                                        </p:tav>
                                      </p:tavLst>
                                    </p:anim>
                                    <p:animEffect filter="fade" transition="in">
                                      <p:cBhvr>
                                        <p:cTn dur="500" id="19"/>
                                        <p:tgtEl>
                                          <p:spTgt spid="5"/>
                                        </p:tgtEl>
                                      </p:cBhvr>
                                    </p:animEffect>
                                  </p:childTnLst>
                                </p:cTn>
                              </p:par>
                            </p:childTnLst>
                          </p:cTn>
                        </p:par>
                        <p:par>
                          <p:cTn fill="hold" id="20">
                            <p:stCondLst>
                              <p:cond delay="1500"/>
                            </p:stCondLst>
                            <p:childTnLst>
                              <p:par>
                                <p:cTn fill="hold" grpId="0" id="21" nodeType="afterEffect" presetClass="entr" presetID="22" presetSubtype="1">
                                  <p:stCondLst>
                                    <p:cond delay="0"/>
                                  </p:stCondLst>
                                  <p:childTnLst>
                                    <p:set>
                                      <p:cBhvr>
                                        <p:cTn dur="1" fill="hold" id="22">
                                          <p:stCondLst>
                                            <p:cond delay="0"/>
                                          </p:stCondLst>
                                        </p:cTn>
                                        <p:tgtEl>
                                          <p:spTgt spid="39"/>
                                        </p:tgtEl>
                                        <p:attrNameLst>
                                          <p:attrName>style.visibility</p:attrName>
                                        </p:attrNameLst>
                                      </p:cBhvr>
                                      <p:to>
                                        <p:strVal val="visible"/>
                                      </p:to>
                                    </p:set>
                                    <p:animEffect filter="wipe(up)" transition="in">
                                      <p:cBhvr>
                                        <p:cTn dur="500" id="23"/>
                                        <p:tgtEl>
                                          <p:spTgt spid="39"/>
                                        </p:tgtEl>
                                      </p:cBhvr>
                                    </p:animEffect>
                                  </p:childTnLst>
                                </p:cTn>
                              </p:par>
                            </p:childTnLst>
                          </p:cTn>
                        </p:par>
                        <p:par>
                          <p:cTn fill="hold" id="24">
                            <p:stCondLst>
                              <p:cond delay="2000"/>
                            </p:stCondLst>
                            <p:childTnLst>
                              <p:par>
                                <p:cTn fill="hold" id="25" nodeType="afterEffect" presetClass="entr" presetID="42" presetSubtype="0">
                                  <p:stCondLst>
                                    <p:cond delay="0"/>
                                  </p:stCondLst>
                                  <p:childTnLst>
                                    <p:set>
                                      <p:cBhvr>
                                        <p:cTn dur="1" fill="hold" id="26">
                                          <p:stCondLst>
                                            <p:cond delay="0"/>
                                          </p:stCondLst>
                                        </p:cTn>
                                        <p:tgtEl>
                                          <p:spTgt spid="9"/>
                                        </p:tgtEl>
                                        <p:attrNameLst>
                                          <p:attrName>style.visibility</p:attrName>
                                        </p:attrNameLst>
                                      </p:cBhvr>
                                      <p:to>
                                        <p:strVal val="visible"/>
                                      </p:to>
                                    </p:set>
                                    <p:animEffect filter="fade" transition="in">
                                      <p:cBhvr>
                                        <p:cTn dur="1000" id="27"/>
                                        <p:tgtEl>
                                          <p:spTgt spid="9"/>
                                        </p:tgtEl>
                                      </p:cBhvr>
                                    </p:animEffect>
                                    <p:anim calcmode="lin" valueType="num">
                                      <p:cBhvr>
                                        <p:cTn dur="1000" fill="hold" id="28"/>
                                        <p:tgtEl>
                                          <p:spTgt spid="9"/>
                                        </p:tgtEl>
                                        <p:attrNameLst>
                                          <p:attrName>ppt_x</p:attrName>
                                        </p:attrNameLst>
                                      </p:cBhvr>
                                      <p:tavLst>
                                        <p:tav tm="0">
                                          <p:val>
                                            <p:strVal val="#ppt_x"/>
                                          </p:val>
                                        </p:tav>
                                        <p:tav tm="100000">
                                          <p:val>
                                            <p:strVal val="#ppt_x"/>
                                          </p:val>
                                        </p:tav>
                                      </p:tavLst>
                                    </p:anim>
                                    <p:anim calcmode="lin" valueType="num">
                                      <p:cBhvr>
                                        <p:cTn dur="1000" fill="hold" id="29"/>
                                        <p:tgtEl>
                                          <p:spTgt spid="9"/>
                                        </p:tgtEl>
                                        <p:attrNameLst>
                                          <p:attrName>ppt_y</p:attrName>
                                        </p:attrNameLst>
                                      </p:cBhvr>
                                      <p:tavLst>
                                        <p:tav tm="0">
                                          <p:val>
                                            <p:strVal val="#ppt_y+.1"/>
                                          </p:val>
                                        </p:tav>
                                        <p:tav tm="100000">
                                          <p:val>
                                            <p:strVal val="#ppt_y"/>
                                          </p:val>
                                        </p:tav>
                                      </p:tavLst>
                                    </p:anim>
                                  </p:childTnLst>
                                </p:cTn>
                              </p:par>
                              <p:par>
                                <p:cTn fill="hold" grpId="0" id="30" nodeType="withEffect" presetClass="entr" presetID="42" presetSubtype="0">
                                  <p:stCondLst>
                                    <p:cond delay="250"/>
                                  </p:stCondLst>
                                  <p:childTnLst>
                                    <p:set>
                                      <p:cBhvr>
                                        <p:cTn dur="1" fill="hold" id="31">
                                          <p:stCondLst>
                                            <p:cond delay="0"/>
                                          </p:stCondLst>
                                        </p:cTn>
                                        <p:tgtEl>
                                          <p:spTgt spid="50"/>
                                        </p:tgtEl>
                                        <p:attrNameLst>
                                          <p:attrName>style.visibility</p:attrName>
                                        </p:attrNameLst>
                                      </p:cBhvr>
                                      <p:to>
                                        <p:strVal val="visible"/>
                                      </p:to>
                                    </p:set>
                                    <p:animEffect filter="fade" transition="in">
                                      <p:cBhvr>
                                        <p:cTn dur="1000" id="32"/>
                                        <p:tgtEl>
                                          <p:spTgt spid="50"/>
                                        </p:tgtEl>
                                      </p:cBhvr>
                                    </p:animEffect>
                                    <p:anim calcmode="lin" valueType="num">
                                      <p:cBhvr>
                                        <p:cTn dur="1000" fill="hold" id="33"/>
                                        <p:tgtEl>
                                          <p:spTgt spid="50"/>
                                        </p:tgtEl>
                                        <p:attrNameLst>
                                          <p:attrName>ppt_x</p:attrName>
                                        </p:attrNameLst>
                                      </p:cBhvr>
                                      <p:tavLst>
                                        <p:tav tm="0">
                                          <p:val>
                                            <p:strVal val="#ppt_x"/>
                                          </p:val>
                                        </p:tav>
                                        <p:tav tm="100000">
                                          <p:val>
                                            <p:strVal val="#ppt_x"/>
                                          </p:val>
                                        </p:tav>
                                      </p:tavLst>
                                    </p:anim>
                                    <p:anim calcmode="lin" valueType="num">
                                      <p:cBhvr>
                                        <p:cTn dur="1000" fill="hold" id="34"/>
                                        <p:tgtEl>
                                          <p:spTgt spid="50"/>
                                        </p:tgtEl>
                                        <p:attrNameLst>
                                          <p:attrName>ppt_y</p:attrName>
                                        </p:attrNameLst>
                                      </p:cBhvr>
                                      <p:tavLst>
                                        <p:tav tm="0">
                                          <p:val>
                                            <p:strVal val="#ppt_y+.1"/>
                                          </p:val>
                                        </p:tav>
                                        <p:tav tm="100000">
                                          <p:val>
                                            <p:strVal val="#ppt_y"/>
                                          </p:val>
                                        </p:tav>
                                      </p:tavLst>
                                    </p:anim>
                                  </p:childTnLst>
                                </p:cTn>
                              </p:par>
                            </p:childTnLst>
                          </p:cTn>
                        </p:par>
                        <p:par>
                          <p:cTn fill="hold" id="35">
                            <p:stCondLst>
                              <p:cond delay="3000"/>
                            </p:stCondLst>
                            <p:childTnLst>
                              <p:par>
                                <p:cTn fill="hold" grpId="0" id="36" nodeType="afterEffect" presetClass="entr" presetID="22" presetSubtype="1">
                                  <p:stCondLst>
                                    <p:cond delay="0"/>
                                  </p:stCondLst>
                                  <p:childTnLst>
                                    <p:set>
                                      <p:cBhvr>
                                        <p:cTn dur="1" fill="hold" id="37">
                                          <p:stCondLst>
                                            <p:cond delay="0"/>
                                          </p:stCondLst>
                                        </p:cTn>
                                        <p:tgtEl>
                                          <p:spTgt spid="51"/>
                                        </p:tgtEl>
                                        <p:attrNameLst>
                                          <p:attrName>style.visibility</p:attrName>
                                        </p:attrNameLst>
                                      </p:cBhvr>
                                      <p:to>
                                        <p:strVal val="visible"/>
                                      </p:to>
                                    </p:set>
                                    <p:animEffect filter="wipe(up)" transition="in">
                                      <p:cBhvr>
                                        <p:cTn dur="500" id="38"/>
                                        <p:tgtEl>
                                          <p:spTgt spid="51"/>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6"/>
      <p:bldP grpId="0" spid="39"/>
      <p:bldP animBg="1" bldLvl="0" grpId="0" spid="50"/>
      <p:bldP grpId="0" spid="5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4" name="Group 3"/>
          <p:cNvGrpSpPr/>
          <p:nvPr/>
        </p:nvGrpSpPr>
        <p:grpSpPr>
          <a:xfrm>
            <a:off x="2017817" y="1538566"/>
            <a:ext cx="3284566" cy="4853182"/>
            <a:chOff x="1912729" y="1458758"/>
            <a:chExt cx="3510756" cy="5187394"/>
          </a:xfrm>
        </p:grpSpPr>
        <p:grpSp>
          <p:nvGrpSpPr>
            <p:cNvPr id="5" name="Group 4"/>
            <p:cNvGrpSpPr/>
            <p:nvPr/>
          </p:nvGrpSpPr>
          <p:grpSpPr>
            <a:xfrm>
              <a:off x="1972256" y="1458758"/>
              <a:ext cx="292103" cy="5187394"/>
              <a:chOff x="1374772" y="1213680"/>
              <a:chExt cx="274322" cy="5187394"/>
            </a:xfrm>
          </p:grpSpPr>
          <p:sp>
            <p:nvSpPr>
              <p:cNvPr id="22" name="Pentagon 21"/>
              <p:cNvSpPr/>
              <p:nvPr/>
            </p:nvSpPr>
            <p:spPr>
              <a:xfrm rot="5400000">
                <a:off x="1103752" y="5857228"/>
                <a:ext cx="814866" cy="272825"/>
              </a:xfrm>
              <a:prstGeom prst="homePlate">
                <a:avLst>
                  <a:gd fmla="val 281623" name="adj"/>
                </a:avLst>
              </a:prstGeom>
              <a:gradFill flip="none" rotWithShape="1">
                <a:gsLst>
                  <a:gs pos="100000">
                    <a:srgbClr val="B88954"/>
                  </a:gs>
                  <a:gs pos="0">
                    <a:srgbClr val="E1C9AF"/>
                  </a:gs>
                </a:gsLst>
                <a:lin ang="54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fontScale="75000" lnSpcReduction="10000"/>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3" name="Rectangle 5"/>
              <p:cNvSpPr/>
              <p:nvPr/>
            </p:nvSpPr>
            <p:spPr>
              <a:xfrm>
                <a:off x="1374774" y="2007666"/>
                <a:ext cx="273845" cy="3776859"/>
              </a:xfrm>
              <a:custGeom>
                <a:avLst/>
                <a:gdLst>
                  <a:gd fmla="*/ 0 w 272825" name="connsiteX0"/>
                  <a:gd fmla="*/ 0 h 3776662" name="connsiteY0"/>
                  <a:gd fmla="*/ 272825 w 272825" name="connsiteX1"/>
                  <a:gd fmla="*/ 0 h 3776662" name="connsiteY1"/>
                  <a:gd fmla="*/ 272825 w 272825" name="connsiteX2"/>
                  <a:gd fmla="*/ 3776662 h 3776662" name="connsiteY2"/>
                  <a:gd fmla="*/ 0 w 272825" name="connsiteX3"/>
                  <a:gd fmla="*/ 3776662 h 3776662" name="connsiteY3"/>
                  <a:gd fmla="*/ 0 w 272825" name="connsiteX4"/>
                  <a:gd fmla="*/ 0 h 3776662" name="connsiteY4"/>
                  <a:gd fmla="*/ 0 w 272825" name="connsiteX0-1"/>
                  <a:gd fmla="*/ 0 h 3776662" name="connsiteY0-2"/>
                  <a:gd fmla="*/ 272825 w 272825" name="connsiteX1-3"/>
                  <a:gd fmla="*/ 0 h 3776662" name="connsiteY1-4"/>
                  <a:gd fmla="*/ 272825 w 272825" name="connsiteX2-5"/>
                  <a:gd fmla="*/ 3776662 h 3776662" name="connsiteY2-6"/>
                  <a:gd fmla="*/ 0 w 272825" name="connsiteX3-7"/>
                  <a:gd fmla="*/ 3776662 h 3776662" name="connsiteY3-8"/>
                  <a:gd fmla="*/ 1 w 272825" name="connsiteX4-9"/>
                  <a:gd fmla="*/ 3609974 h 3776662" name="connsiteY4-10"/>
                  <a:gd fmla="*/ 0 w 272825" name="connsiteX5"/>
                  <a:gd fmla="*/ 0 h 3776662" name="connsiteY5"/>
                  <a:gd fmla="*/ 0 w 272825" name="connsiteX0-11"/>
                  <a:gd fmla="*/ 0 h 3776662" name="connsiteY0-12"/>
                  <a:gd fmla="*/ 272825 w 272825" name="connsiteX1-13"/>
                  <a:gd fmla="*/ 0 h 3776662" name="connsiteY1-14"/>
                  <a:gd fmla="*/ 272825 w 272825" name="connsiteX2-15"/>
                  <a:gd fmla="*/ 3776662 h 3776662" name="connsiteY2-16"/>
                  <a:gd fmla="*/ 57151 w 272825" name="connsiteX3-17"/>
                  <a:gd fmla="*/ 3776661 h 3776662" name="connsiteY3-18"/>
                  <a:gd fmla="*/ 0 w 272825" name="connsiteX4-19"/>
                  <a:gd fmla="*/ 3776662 h 3776662" name="connsiteY4-20"/>
                  <a:gd fmla="*/ 1 w 272825" name="connsiteX5-21"/>
                  <a:gd fmla="*/ 3609974 h 3776662" name="connsiteY5-22"/>
                  <a:gd fmla="*/ 0 w 272825" name="connsiteX6"/>
                  <a:gd fmla="*/ 0 h 3776662" name="connsiteY6"/>
                  <a:gd fmla="*/ 0 w 272825" name="connsiteX0-23"/>
                  <a:gd fmla="*/ 0 h 3776662" name="connsiteY0-24"/>
                  <a:gd fmla="*/ 272825 w 272825" name="connsiteX1-25"/>
                  <a:gd fmla="*/ 0 h 3776662" name="connsiteY1-26"/>
                  <a:gd fmla="*/ 272825 w 272825" name="connsiteX2-27"/>
                  <a:gd fmla="*/ 3776662 h 3776662" name="connsiteY2-28"/>
                  <a:gd fmla="*/ 166689 w 272825" name="connsiteX3-29"/>
                  <a:gd fmla="*/ 3776661 h 3776662" name="connsiteY3-30"/>
                  <a:gd fmla="*/ 57151 w 272825" name="connsiteX4-31"/>
                  <a:gd fmla="*/ 3776661 h 3776662" name="connsiteY4-32"/>
                  <a:gd fmla="*/ 0 w 272825" name="connsiteX5-33"/>
                  <a:gd fmla="*/ 3776662 h 3776662" name="connsiteY5-34"/>
                  <a:gd fmla="*/ 1 w 272825" name="connsiteX6-35"/>
                  <a:gd fmla="*/ 3609974 h 3776662" name="connsiteY6-36"/>
                  <a:gd fmla="*/ 0 w 272825" name="connsiteX7"/>
                  <a:gd fmla="*/ 0 h 3776662" name="connsiteY7"/>
                  <a:gd fmla="*/ 0 w 272825" name="connsiteX0-37"/>
                  <a:gd fmla="*/ 0 h 3776662" name="connsiteY0-38"/>
                  <a:gd fmla="*/ 272825 w 272825" name="connsiteX1-39"/>
                  <a:gd fmla="*/ 0 h 3776662" name="connsiteY1-40"/>
                  <a:gd fmla="*/ 272825 w 272825" name="connsiteX2-41"/>
                  <a:gd fmla="*/ 3776662 h 3776662" name="connsiteY2-42"/>
                  <a:gd fmla="*/ 166689 w 272825" name="connsiteX3-43"/>
                  <a:gd fmla="*/ 3776661 h 3776662" name="connsiteY3-44"/>
                  <a:gd fmla="*/ 107157 w 272825" name="connsiteX4-45"/>
                  <a:gd fmla="*/ 3774280 h 3776662" name="connsiteY4-46"/>
                  <a:gd fmla="*/ 57151 w 272825" name="connsiteX5-47"/>
                  <a:gd fmla="*/ 3776661 h 3776662" name="connsiteY5-48"/>
                  <a:gd fmla="*/ 0 w 272825" name="connsiteX6-49"/>
                  <a:gd fmla="*/ 3776662 h 3776662" name="connsiteY6-50"/>
                  <a:gd fmla="*/ 1 w 272825" name="connsiteX7-51"/>
                  <a:gd fmla="*/ 3609974 h 3776662" name="connsiteY7-52"/>
                  <a:gd fmla="*/ 0 w 272825" name="connsiteX8"/>
                  <a:gd fmla="*/ 0 h 3776662" name="connsiteY8"/>
                  <a:gd fmla="*/ 0 w 272825" name="connsiteX0-53"/>
                  <a:gd fmla="*/ 0 h 3776662" name="connsiteY0-54"/>
                  <a:gd fmla="*/ 272825 w 272825" name="connsiteX1-55"/>
                  <a:gd fmla="*/ 0 h 3776662" name="connsiteY1-56"/>
                  <a:gd fmla="*/ 272825 w 272825" name="connsiteX2-57"/>
                  <a:gd fmla="*/ 3776662 h 3776662" name="connsiteY2-58"/>
                  <a:gd fmla="*/ 221457 w 272825" name="connsiteX3-59"/>
                  <a:gd fmla="*/ 3774280 h 3776662" name="connsiteY3-60"/>
                  <a:gd fmla="*/ 166689 w 272825" name="connsiteX4-61"/>
                  <a:gd fmla="*/ 3776661 h 3776662" name="connsiteY4-62"/>
                  <a:gd fmla="*/ 107157 w 272825" name="connsiteX5-63"/>
                  <a:gd fmla="*/ 3774280 h 3776662" name="connsiteY5-64"/>
                  <a:gd fmla="*/ 57151 w 272825" name="connsiteX6-65"/>
                  <a:gd fmla="*/ 3776661 h 3776662" name="connsiteY6-66"/>
                  <a:gd fmla="*/ 0 w 272825" name="connsiteX7-67"/>
                  <a:gd fmla="*/ 3776662 h 3776662" name="connsiteY7-68"/>
                  <a:gd fmla="*/ 1 w 272825" name="connsiteX8-69"/>
                  <a:gd fmla="*/ 3609974 h 3776662" name="connsiteY8-70"/>
                  <a:gd fmla="*/ 0 w 272825" name="connsiteX9"/>
                  <a:gd fmla="*/ 0 h 3776662" name="connsiteY9"/>
                  <a:gd fmla="*/ 0 w 272825" name="connsiteX0-71"/>
                  <a:gd fmla="*/ 0 h 3776662" name="connsiteY0-72"/>
                  <a:gd fmla="*/ 272825 w 272825" name="connsiteX1-73"/>
                  <a:gd fmla="*/ 0 h 3776662" name="connsiteY1-74"/>
                  <a:gd fmla="*/ 272825 w 272825" name="connsiteX2-75"/>
                  <a:gd fmla="*/ 3776662 h 3776662" name="connsiteY2-76"/>
                  <a:gd fmla="*/ 252414 w 272825" name="connsiteX3-77"/>
                  <a:gd fmla="*/ 3776661 h 3776662" name="connsiteY3-78"/>
                  <a:gd fmla="*/ 221457 w 272825" name="connsiteX4-79"/>
                  <a:gd fmla="*/ 3774280 h 3776662" name="connsiteY4-80"/>
                  <a:gd fmla="*/ 166689 w 272825" name="connsiteX5-81"/>
                  <a:gd fmla="*/ 3776661 h 3776662" name="connsiteY5-82"/>
                  <a:gd fmla="*/ 107157 w 272825" name="connsiteX6-83"/>
                  <a:gd fmla="*/ 3774280 h 3776662" name="connsiteY6-84"/>
                  <a:gd fmla="*/ 57151 w 272825" name="connsiteX7-85"/>
                  <a:gd fmla="*/ 3776661 h 3776662" name="connsiteY7-86"/>
                  <a:gd fmla="*/ 0 w 272825" name="connsiteX8-87"/>
                  <a:gd fmla="*/ 3776662 h 3776662" name="connsiteY8-88"/>
                  <a:gd fmla="*/ 1 w 272825" name="connsiteX9-89"/>
                  <a:gd fmla="*/ 3609974 h 3776662" name="connsiteY9-90"/>
                  <a:gd fmla="*/ 0 w 272825" name="connsiteX10"/>
                  <a:gd fmla="*/ 0 h 3776662" name="connsiteY10"/>
                  <a:gd fmla="*/ 0 w 273845" name="connsiteX0-91"/>
                  <a:gd fmla="*/ 0 h 3776662" name="connsiteY0-92"/>
                  <a:gd fmla="*/ 272825 w 273845" name="connsiteX1-93"/>
                  <a:gd fmla="*/ 0 h 3776662" name="connsiteY1-94"/>
                  <a:gd fmla="*/ 273845 w 273845" name="connsiteX2-95"/>
                  <a:gd fmla="*/ 3581399 h 3776662" name="connsiteY2-96"/>
                  <a:gd fmla="*/ 272825 w 273845" name="connsiteX3-97"/>
                  <a:gd fmla="*/ 3776662 h 3776662" name="connsiteY3-98"/>
                  <a:gd fmla="*/ 252414 w 273845" name="connsiteX4-99"/>
                  <a:gd fmla="*/ 3776661 h 3776662" name="connsiteY4-100"/>
                  <a:gd fmla="*/ 221457 w 273845" name="connsiteX5-101"/>
                  <a:gd fmla="*/ 3774280 h 3776662" name="connsiteY5-102"/>
                  <a:gd fmla="*/ 166689 w 273845" name="connsiteX6-103"/>
                  <a:gd fmla="*/ 3776661 h 3776662" name="connsiteY6-104"/>
                  <a:gd fmla="*/ 107157 w 273845" name="connsiteX7-105"/>
                  <a:gd fmla="*/ 3774280 h 3776662" name="connsiteY7-106"/>
                  <a:gd fmla="*/ 57151 w 273845" name="connsiteX8-107"/>
                  <a:gd fmla="*/ 3776661 h 3776662" name="connsiteY8-108"/>
                  <a:gd fmla="*/ 0 w 273845" name="connsiteX9-109"/>
                  <a:gd fmla="*/ 3776662 h 3776662" name="connsiteY9-110"/>
                  <a:gd fmla="*/ 1 w 273845" name="connsiteX10-111"/>
                  <a:gd fmla="*/ 3609974 h 3776662" name="connsiteY10-112"/>
                  <a:gd fmla="*/ 0 w 273845" name="connsiteX11"/>
                  <a:gd fmla="*/ 0 h 3776662" name="connsiteY11"/>
                  <a:gd fmla="*/ 0 w 273845" name="connsiteX0-113"/>
                  <a:gd fmla="*/ 0 h 3776662" name="connsiteY0-114"/>
                  <a:gd fmla="*/ 272825 w 273845" name="connsiteX1-115"/>
                  <a:gd fmla="*/ 0 h 3776662" name="connsiteY1-116"/>
                  <a:gd fmla="*/ 273845 w 273845" name="connsiteX2-117"/>
                  <a:gd fmla="*/ 3581399 h 3776662" name="connsiteY2-118"/>
                  <a:gd fmla="*/ 252414 w 273845" name="connsiteX3-119"/>
                  <a:gd fmla="*/ 3776661 h 3776662" name="connsiteY3-120"/>
                  <a:gd fmla="*/ 221457 w 273845" name="connsiteX4-121"/>
                  <a:gd fmla="*/ 3774280 h 3776662" name="connsiteY4-122"/>
                  <a:gd fmla="*/ 166689 w 273845" name="connsiteX5-123"/>
                  <a:gd fmla="*/ 3776661 h 3776662" name="connsiteY5-124"/>
                  <a:gd fmla="*/ 107157 w 273845" name="connsiteX6-125"/>
                  <a:gd fmla="*/ 3774280 h 3776662" name="connsiteY6-126"/>
                  <a:gd fmla="*/ 57151 w 273845" name="connsiteX7-127"/>
                  <a:gd fmla="*/ 3776661 h 3776662" name="connsiteY7-128"/>
                  <a:gd fmla="*/ 0 w 273845" name="connsiteX8-129"/>
                  <a:gd fmla="*/ 3776662 h 3776662" name="connsiteY8-130"/>
                  <a:gd fmla="*/ 1 w 273845" name="connsiteX9-131"/>
                  <a:gd fmla="*/ 3609974 h 3776662" name="connsiteY9-132"/>
                  <a:gd fmla="*/ 0 w 273845" name="connsiteX10-133"/>
                  <a:gd fmla="*/ 0 h 3776662" name="connsiteY10-134"/>
                  <a:gd fmla="*/ 0 w 273845" name="connsiteX0-135"/>
                  <a:gd fmla="*/ 0 h 3776661" name="connsiteY0-136"/>
                  <a:gd fmla="*/ 272825 w 273845" name="connsiteX1-137"/>
                  <a:gd fmla="*/ 0 h 3776661" name="connsiteY1-138"/>
                  <a:gd fmla="*/ 273845 w 273845" name="connsiteX2-139"/>
                  <a:gd fmla="*/ 3581399 h 3776661" name="connsiteY2-140"/>
                  <a:gd fmla="*/ 252414 w 273845" name="connsiteX3-141"/>
                  <a:gd fmla="*/ 3776661 h 3776661" name="connsiteY3-142"/>
                  <a:gd fmla="*/ 221457 w 273845" name="connsiteX4-143"/>
                  <a:gd fmla="*/ 3774280 h 3776661" name="connsiteY4-144"/>
                  <a:gd fmla="*/ 166689 w 273845" name="connsiteX5-145"/>
                  <a:gd fmla="*/ 3776661 h 3776661" name="connsiteY5-146"/>
                  <a:gd fmla="*/ 107157 w 273845" name="connsiteX6-147"/>
                  <a:gd fmla="*/ 3774280 h 3776661" name="connsiteY6-148"/>
                  <a:gd fmla="*/ 57151 w 273845" name="connsiteX7-149"/>
                  <a:gd fmla="*/ 3776661 h 3776661" name="connsiteY7-150"/>
                  <a:gd fmla="*/ 1 w 273845" name="connsiteX8-151"/>
                  <a:gd fmla="*/ 3609974 h 3776661" name="connsiteY8-152"/>
                  <a:gd fmla="*/ 0 w 273845" name="connsiteX9-153"/>
                  <a:gd fmla="*/ 0 h 3776661" name="connsiteY9-154"/>
                  <a:gd fmla="*/ 0 w 273845" name="connsiteX0-155"/>
                  <a:gd fmla="*/ 0 h 3776661" name="connsiteY0-156"/>
                  <a:gd fmla="*/ 272825 w 273845" name="connsiteX1-157"/>
                  <a:gd fmla="*/ 0 h 3776661" name="connsiteY1-158"/>
                  <a:gd fmla="*/ 273845 w 273845" name="connsiteX2-159"/>
                  <a:gd fmla="*/ 3581399 h 3776661" name="connsiteY2-160"/>
                  <a:gd fmla="*/ 252414 w 273845" name="connsiteX3-161"/>
                  <a:gd fmla="*/ 3776661 h 3776661" name="connsiteY3-162"/>
                  <a:gd fmla="*/ 221457 w 273845" name="connsiteX4-163"/>
                  <a:gd fmla="*/ 3774280 h 3776661" name="connsiteY4-164"/>
                  <a:gd fmla="*/ 166689 w 273845" name="connsiteX5-165"/>
                  <a:gd fmla="*/ 3776661 h 3776661" name="connsiteY5-166"/>
                  <a:gd fmla="*/ 104776 w 273845" name="connsiteX6-167"/>
                  <a:gd fmla="*/ 3664743 h 3776661" name="connsiteY6-168"/>
                  <a:gd fmla="*/ 57151 w 273845" name="connsiteX7-169"/>
                  <a:gd fmla="*/ 3776661 h 3776661" name="connsiteY7-170"/>
                  <a:gd fmla="*/ 1 w 273845" name="connsiteX8-171"/>
                  <a:gd fmla="*/ 3609974 h 3776661" name="connsiteY8-172"/>
                  <a:gd fmla="*/ 0 w 273845" name="connsiteX9-173"/>
                  <a:gd fmla="*/ 0 h 3776661" name="connsiteY9-174"/>
                  <a:gd fmla="*/ 0 w 273845" name="connsiteX0-175"/>
                  <a:gd fmla="*/ 0 h 3776661" name="connsiteY0-176"/>
                  <a:gd fmla="*/ 272825 w 273845" name="connsiteX1-177"/>
                  <a:gd fmla="*/ 0 h 3776661" name="connsiteY1-178"/>
                  <a:gd fmla="*/ 273845 w 273845" name="connsiteX2-179"/>
                  <a:gd fmla="*/ 3581399 h 3776661" name="connsiteY2-180"/>
                  <a:gd fmla="*/ 252414 w 273845" name="connsiteX3-181"/>
                  <a:gd fmla="*/ 3776661 h 3776661" name="connsiteY3-182"/>
                  <a:gd fmla="*/ 221457 w 273845" name="connsiteX4-183"/>
                  <a:gd fmla="*/ 3774280 h 3776661" name="connsiteY4-184"/>
                  <a:gd fmla="*/ 166689 w 273845" name="connsiteX5-185"/>
                  <a:gd fmla="*/ 3776661 h 3776661" name="connsiteY5-186"/>
                  <a:gd fmla="*/ 104776 w 273845" name="connsiteX6-187"/>
                  <a:gd fmla="*/ 3664743 h 3776661" name="connsiteY6-188"/>
                  <a:gd fmla="*/ 57151 w 273845" name="connsiteX7-189"/>
                  <a:gd fmla="*/ 3750467 h 3776661" name="connsiteY7-190"/>
                  <a:gd fmla="*/ 1 w 273845" name="connsiteX8-191"/>
                  <a:gd fmla="*/ 3609974 h 3776661" name="connsiteY8-192"/>
                  <a:gd fmla="*/ 0 w 273845" name="connsiteX9-193"/>
                  <a:gd fmla="*/ 0 h 3776661" name="connsiteY9-194"/>
                  <a:gd fmla="*/ 0 w 273845" name="connsiteX0-195"/>
                  <a:gd fmla="*/ 0 h 3776661" name="connsiteY0-196"/>
                  <a:gd fmla="*/ 272825 w 273845" name="connsiteX1-197"/>
                  <a:gd fmla="*/ 0 h 3776661" name="connsiteY1-198"/>
                  <a:gd fmla="*/ 273845 w 273845" name="connsiteX2-199"/>
                  <a:gd fmla="*/ 3581399 h 3776661" name="connsiteY2-200"/>
                  <a:gd fmla="*/ 252414 w 273845" name="connsiteX3-201"/>
                  <a:gd fmla="*/ 3776661 h 3776661" name="connsiteY3-202"/>
                  <a:gd fmla="*/ 228601 w 273845" name="connsiteX4-203"/>
                  <a:gd fmla="*/ 3629023 h 3776661" name="connsiteY4-204"/>
                  <a:gd fmla="*/ 166689 w 273845" name="connsiteX5-205"/>
                  <a:gd fmla="*/ 3776661 h 3776661" name="connsiteY5-206"/>
                  <a:gd fmla="*/ 104776 w 273845" name="connsiteX6-207"/>
                  <a:gd fmla="*/ 3664743 h 3776661" name="connsiteY6-208"/>
                  <a:gd fmla="*/ 57151 w 273845" name="connsiteX7-209"/>
                  <a:gd fmla="*/ 3750467 h 3776661" name="connsiteY7-210"/>
                  <a:gd fmla="*/ 1 w 273845" name="connsiteX8-211"/>
                  <a:gd fmla="*/ 3609974 h 3776661" name="connsiteY8-212"/>
                  <a:gd fmla="*/ 0 w 273845" name="connsiteX9-213"/>
                  <a:gd fmla="*/ 0 h 3776661" name="connsiteY9-214"/>
                  <a:gd fmla="*/ 0 w 273845" name="connsiteX0-215"/>
                  <a:gd fmla="*/ 0 h 3776661" name="connsiteY0-216"/>
                  <a:gd fmla="*/ 272825 w 273845" name="connsiteX1-217"/>
                  <a:gd fmla="*/ 0 h 3776661" name="connsiteY1-218"/>
                  <a:gd fmla="*/ 273845 w 273845" name="connsiteX2-219"/>
                  <a:gd fmla="*/ 3581399 h 3776661" name="connsiteY2-220"/>
                  <a:gd fmla="*/ 250032 w 273845" name="connsiteX3-221"/>
                  <a:gd fmla="*/ 3695699 h 3776661" name="connsiteY3-222"/>
                  <a:gd fmla="*/ 228601 w 273845" name="connsiteX4-223"/>
                  <a:gd fmla="*/ 3629023 h 3776661" name="connsiteY4-224"/>
                  <a:gd fmla="*/ 166689 w 273845" name="connsiteX5-225"/>
                  <a:gd fmla="*/ 3776661 h 3776661" name="connsiteY5-226"/>
                  <a:gd fmla="*/ 104776 w 273845" name="connsiteX6-227"/>
                  <a:gd fmla="*/ 3664743 h 3776661" name="connsiteY6-228"/>
                  <a:gd fmla="*/ 57151 w 273845" name="connsiteX7-229"/>
                  <a:gd fmla="*/ 3750467 h 3776661" name="connsiteY7-230"/>
                  <a:gd fmla="*/ 1 w 273845" name="connsiteX8-231"/>
                  <a:gd fmla="*/ 3609974 h 3776661" name="connsiteY8-232"/>
                  <a:gd fmla="*/ 0 w 273845" name="connsiteX9-233"/>
                  <a:gd fmla="*/ 0 h 3776661" name="connsiteY9-234"/>
                  <a:gd fmla="*/ 0 w 273845" name="connsiteX0-235"/>
                  <a:gd fmla="*/ 0 h 3776661" name="connsiteY0-236"/>
                  <a:gd fmla="*/ 272825 w 273845" name="connsiteX1-237"/>
                  <a:gd fmla="*/ 0 h 3776661" name="connsiteY1-238"/>
                  <a:gd fmla="*/ 273845 w 273845" name="connsiteX2-239"/>
                  <a:gd fmla="*/ 3581399 h 3776661" name="connsiteY2-240"/>
                  <a:gd fmla="*/ 247651 w 273845" name="connsiteX3-241"/>
                  <a:gd fmla="*/ 3702843 h 3776661" name="connsiteY3-242"/>
                  <a:gd fmla="*/ 228601 w 273845" name="connsiteX4-243"/>
                  <a:gd fmla="*/ 3629023 h 3776661" name="connsiteY4-244"/>
                  <a:gd fmla="*/ 166689 w 273845" name="connsiteX5-245"/>
                  <a:gd fmla="*/ 3776661 h 3776661" name="connsiteY5-246"/>
                  <a:gd fmla="*/ 104776 w 273845" name="connsiteX6-247"/>
                  <a:gd fmla="*/ 3664743 h 3776661" name="connsiteY6-248"/>
                  <a:gd fmla="*/ 57151 w 273845" name="connsiteX7-249"/>
                  <a:gd fmla="*/ 3750467 h 3776661" name="connsiteY7-250"/>
                  <a:gd fmla="*/ 1 w 273845" name="connsiteX8-251"/>
                  <a:gd fmla="*/ 3609974 h 3776661" name="connsiteY8-252"/>
                  <a:gd fmla="*/ 0 w 273845" name="connsiteX9-253"/>
                  <a:gd fmla="*/ 0 h 3776661" name="connsiteY9-254"/>
                  <a:gd fmla="*/ 0 w 273845" name="connsiteX0-255"/>
                  <a:gd fmla="*/ 0 h 3776661" name="connsiteY0-256"/>
                  <a:gd fmla="*/ 272825 w 273845" name="connsiteX1-257"/>
                  <a:gd fmla="*/ 0 h 3776661" name="connsiteY1-258"/>
                  <a:gd fmla="*/ 273845 w 273845" name="connsiteX2-259"/>
                  <a:gd fmla="*/ 3581399 h 3776661" name="connsiteY2-260"/>
                  <a:gd fmla="*/ 247651 w 273845" name="connsiteX3-261"/>
                  <a:gd fmla="*/ 3702843 h 3776661" name="connsiteY3-262"/>
                  <a:gd fmla="*/ 228601 w 273845" name="connsiteX4-263"/>
                  <a:gd fmla="*/ 3629023 h 3776661" name="connsiteY4-264"/>
                  <a:gd fmla="*/ 166689 w 273845" name="connsiteX5-265"/>
                  <a:gd fmla="*/ 3776661 h 3776661" name="connsiteY5-266"/>
                  <a:gd fmla="*/ 104776 w 273845" name="connsiteX6-267"/>
                  <a:gd fmla="*/ 3664743 h 3776661" name="connsiteY6-268"/>
                  <a:gd fmla="*/ 57151 w 273845" name="connsiteX7-269"/>
                  <a:gd fmla="*/ 3750467 h 3776661" name="connsiteY7-270"/>
                  <a:gd fmla="*/ 1 w 273845" name="connsiteX8-271"/>
                  <a:gd fmla="*/ 3609974 h 3776661" name="connsiteY8-272"/>
                  <a:gd fmla="*/ 0 w 273845" name="connsiteX9-273"/>
                  <a:gd fmla="*/ 0 h 3776661" name="connsiteY9-274"/>
                  <a:gd fmla="*/ 0 w 273845" name="connsiteX0-275"/>
                  <a:gd fmla="*/ 0 h 3776661" name="connsiteY0-276"/>
                  <a:gd fmla="*/ 272825 w 273845" name="connsiteX1-277"/>
                  <a:gd fmla="*/ 0 h 3776661" name="connsiteY1-278"/>
                  <a:gd fmla="*/ 273845 w 273845" name="connsiteX2-279"/>
                  <a:gd fmla="*/ 3581399 h 3776661" name="connsiteY2-280"/>
                  <a:gd fmla="*/ 247651 w 273845" name="connsiteX3-281"/>
                  <a:gd fmla="*/ 3702843 h 3776661" name="connsiteY3-282"/>
                  <a:gd fmla="*/ 228601 w 273845" name="connsiteX4-283"/>
                  <a:gd fmla="*/ 3629023 h 3776661" name="connsiteY4-284"/>
                  <a:gd fmla="*/ 166689 w 273845" name="connsiteX5-285"/>
                  <a:gd fmla="*/ 3776661 h 3776661" name="connsiteY5-286"/>
                  <a:gd fmla="*/ 104776 w 273845" name="connsiteX6-287"/>
                  <a:gd fmla="*/ 3664743 h 3776661" name="connsiteY6-288"/>
                  <a:gd fmla="*/ 57151 w 273845" name="connsiteX7-289"/>
                  <a:gd fmla="*/ 3750467 h 3776661" name="connsiteY7-290"/>
                  <a:gd fmla="*/ 1 w 273845" name="connsiteX8-291"/>
                  <a:gd fmla="*/ 3609974 h 3776661" name="connsiteY8-292"/>
                  <a:gd fmla="*/ 0 w 273845" name="connsiteX9-293"/>
                  <a:gd fmla="*/ 0 h 3776661" name="connsiteY9-294"/>
                  <a:gd fmla="*/ 0 w 273845" name="connsiteX0-295"/>
                  <a:gd fmla="*/ 0 h 3776661" name="connsiteY0-296"/>
                  <a:gd fmla="*/ 272825 w 273845" name="connsiteX1-297"/>
                  <a:gd fmla="*/ 0 h 3776661" name="connsiteY1-298"/>
                  <a:gd fmla="*/ 273845 w 273845" name="connsiteX2-299"/>
                  <a:gd fmla="*/ 3581399 h 3776661" name="connsiteY2-300"/>
                  <a:gd fmla="*/ 247651 w 273845" name="connsiteX3-301"/>
                  <a:gd fmla="*/ 3702843 h 3776661" name="connsiteY3-302"/>
                  <a:gd fmla="*/ 228601 w 273845" name="connsiteX4-303"/>
                  <a:gd fmla="*/ 3629023 h 3776661" name="connsiteY4-304"/>
                  <a:gd fmla="*/ 166689 w 273845" name="connsiteX5-305"/>
                  <a:gd fmla="*/ 3776661 h 3776661" name="connsiteY5-306"/>
                  <a:gd fmla="*/ 104776 w 273845" name="connsiteX6-307"/>
                  <a:gd fmla="*/ 3664743 h 3776661" name="connsiteY6-308"/>
                  <a:gd fmla="*/ 57151 w 273845" name="connsiteX7-309"/>
                  <a:gd fmla="*/ 3750467 h 3776661" name="connsiteY7-310"/>
                  <a:gd fmla="*/ 1 w 273845" name="connsiteX8-311"/>
                  <a:gd fmla="*/ 3609974 h 3776661" name="connsiteY8-312"/>
                  <a:gd fmla="*/ 0 w 273845" name="connsiteX9-313"/>
                  <a:gd fmla="*/ 0 h 3776661" name="connsiteY9-314"/>
                  <a:gd fmla="*/ 0 w 273845" name="connsiteX0-315"/>
                  <a:gd fmla="*/ 0 h 3776661" name="connsiteY0-316"/>
                  <a:gd fmla="*/ 272825 w 273845" name="connsiteX1-317"/>
                  <a:gd fmla="*/ 0 h 3776661" name="connsiteY1-318"/>
                  <a:gd fmla="*/ 273845 w 273845" name="connsiteX2-319"/>
                  <a:gd fmla="*/ 3581399 h 3776661" name="connsiteY2-320"/>
                  <a:gd fmla="*/ 247651 w 273845" name="connsiteX3-321"/>
                  <a:gd fmla="*/ 3702843 h 3776661" name="connsiteY3-322"/>
                  <a:gd fmla="*/ 228601 w 273845" name="connsiteX4-323"/>
                  <a:gd fmla="*/ 3629023 h 3776661" name="connsiteY4-324"/>
                  <a:gd fmla="*/ 166689 w 273845" name="connsiteX5-325"/>
                  <a:gd fmla="*/ 3776661 h 3776661" name="connsiteY5-326"/>
                  <a:gd fmla="*/ 104776 w 273845" name="connsiteX6-327"/>
                  <a:gd fmla="*/ 3664743 h 3776661" name="connsiteY6-328"/>
                  <a:gd fmla="*/ 57151 w 273845" name="connsiteX7-329"/>
                  <a:gd fmla="*/ 3750467 h 3776661" name="connsiteY7-330"/>
                  <a:gd fmla="*/ 1 w 273845" name="connsiteX8-331"/>
                  <a:gd fmla="*/ 3609974 h 3776661" name="connsiteY8-332"/>
                  <a:gd fmla="*/ 0 w 273845" name="connsiteX9-333"/>
                  <a:gd fmla="*/ 0 h 3776661" name="connsiteY9-334"/>
                  <a:gd fmla="*/ 0 w 273845" name="connsiteX0-335"/>
                  <a:gd fmla="*/ 0 h 3776661" name="connsiteY0-336"/>
                  <a:gd fmla="*/ 272825 w 273845" name="connsiteX1-337"/>
                  <a:gd fmla="*/ 0 h 3776661" name="connsiteY1-338"/>
                  <a:gd fmla="*/ 273845 w 273845" name="connsiteX2-339"/>
                  <a:gd fmla="*/ 3581399 h 3776661" name="connsiteY2-340"/>
                  <a:gd fmla="*/ 247651 w 273845" name="connsiteX3-341"/>
                  <a:gd fmla="*/ 3702843 h 3776661" name="connsiteY3-342"/>
                  <a:gd fmla="*/ 228601 w 273845" name="connsiteX4-343"/>
                  <a:gd fmla="*/ 3629023 h 3776661" name="connsiteY4-344"/>
                  <a:gd fmla="*/ 166689 w 273845" name="connsiteX5-345"/>
                  <a:gd fmla="*/ 3776661 h 3776661" name="connsiteY5-346"/>
                  <a:gd fmla="*/ 104776 w 273845" name="connsiteX6-347"/>
                  <a:gd fmla="*/ 3664743 h 3776661" name="connsiteY6-348"/>
                  <a:gd fmla="*/ 57151 w 273845" name="connsiteX7-349"/>
                  <a:gd fmla="*/ 3750467 h 3776661" name="connsiteY7-350"/>
                  <a:gd fmla="*/ 1 w 273845" name="connsiteX8-351"/>
                  <a:gd fmla="*/ 3609974 h 3776661" name="connsiteY8-352"/>
                  <a:gd fmla="*/ 0 w 273845" name="connsiteX9-353"/>
                  <a:gd fmla="*/ 0 h 3776661" name="connsiteY9-354"/>
                  <a:gd fmla="*/ 0 w 273845" name="connsiteX0-355"/>
                  <a:gd fmla="*/ 0 h 3776887" name="connsiteY0-356"/>
                  <a:gd fmla="*/ 272825 w 273845" name="connsiteX1-357"/>
                  <a:gd fmla="*/ 0 h 3776887" name="connsiteY1-358"/>
                  <a:gd fmla="*/ 273845 w 273845" name="connsiteX2-359"/>
                  <a:gd fmla="*/ 3581399 h 3776887" name="connsiteY2-360"/>
                  <a:gd fmla="*/ 247651 w 273845" name="connsiteX3-361"/>
                  <a:gd fmla="*/ 3702843 h 3776887" name="connsiteY3-362"/>
                  <a:gd fmla="*/ 228601 w 273845" name="connsiteX4-363"/>
                  <a:gd fmla="*/ 3629023 h 3776887" name="connsiteY4-364"/>
                  <a:gd fmla="*/ 166689 w 273845" name="connsiteX5-365"/>
                  <a:gd fmla="*/ 3776661 h 3776887" name="connsiteY5-366"/>
                  <a:gd fmla="*/ 104776 w 273845" name="connsiteX6-367"/>
                  <a:gd fmla="*/ 3664743 h 3776887" name="connsiteY6-368"/>
                  <a:gd fmla="*/ 57151 w 273845" name="connsiteX7-369"/>
                  <a:gd fmla="*/ 3750467 h 3776887" name="connsiteY7-370"/>
                  <a:gd fmla="*/ 1 w 273845" name="connsiteX8-371"/>
                  <a:gd fmla="*/ 3609974 h 3776887" name="connsiteY8-372"/>
                  <a:gd fmla="*/ 0 w 273845" name="connsiteX9-373"/>
                  <a:gd fmla="*/ 0 h 3776887" name="connsiteY9-374"/>
                  <a:gd fmla="*/ 0 w 273845" name="connsiteX0-375"/>
                  <a:gd fmla="*/ 0 h 3776887" name="connsiteY0-376"/>
                  <a:gd fmla="*/ 272825 w 273845" name="connsiteX1-377"/>
                  <a:gd fmla="*/ 0 h 3776887" name="connsiteY1-378"/>
                  <a:gd fmla="*/ 273845 w 273845" name="connsiteX2-379"/>
                  <a:gd fmla="*/ 3581399 h 3776887" name="connsiteY2-380"/>
                  <a:gd fmla="*/ 247651 w 273845" name="connsiteX3-381"/>
                  <a:gd fmla="*/ 3702843 h 3776887" name="connsiteY3-382"/>
                  <a:gd fmla="*/ 228601 w 273845" name="connsiteX4-383"/>
                  <a:gd fmla="*/ 3629023 h 3776887" name="connsiteY4-384"/>
                  <a:gd fmla="*/ 166689 w 273845" name="connsiteX5-385"/>
                  <a:gd fmla="*/ 3776661 h 3776887" name="connsiteY5-386"/>
                  <a:gd fmla="*/ 104776 w 273845" name="connsiteX6-387"/>
                  <a:gd fmla="*/ 3664743 h 3776887" name="connsiteY6-388"/>
                  <a:gd fmla="*/ 57151 w 273845" name="connsiteX7-389"/>
                  <a:gd fmla="*/ 3750467 h 3776887" name="connsiteY7-390"/>
                  <a:gd fmla="*/ 1 w 273845" name="connsiteX8-391"/>
                  <a:gd fmla="*/ 3609974 h 3776887" name="connsiteY8-392"/>
                  <a:gd fmla="*/ 0 w 273845" name="connsiteX9-393"/>
                  <a:gd fmla="*/ 0 h 3776887" name="connsiteY9-394"/>
                  <a:gd fmla="*/ 0 w 273845" name="connsiteX0-395"/>
                  <a:gd fmla="*/ 0 h 3776887" name="connsiteY0-396"/>
                  <a:gd fmla="*/ 272825 w 273845" name="connsiteX1-397"/>
                  <a:gd fmla="*/ 0 h 3776887" name="connsiteY1-398"/>
                  <a:gd fmla="*/ 273845 w 273845" name="connsiteX2-399"/>
                  <a:gd fmla="*/ 3581399 h 3776887" name="connsiteY2-400"/>
                  <a:gd fmla="*/ 247651 w 273845" name="connsiteX3-401"/>
                  <a:gd fmla="*/ 3702843 h 3776887" name="connsiteY3-402"/>
                  <a:gd fmla="*/ 228601 w 273845" name="connsiteX4-403"/>
                  <a:gd fmla="*/ 3629023 h 3776887" name="connsiteY4-404"/>
                  <a:gd fmla="*/ 166689 w 273845" name="connsiteX5-405"/>
                  <a:gd fmla="*/ 3776661 h 3776887" name="connsiteY5-406"/>
                  <a:gd fmla="*/ 104776 w 273845" name="connsiteX6-407"/>
                  <a:gd fmla="*/ 3664743 h 3776887" name="connsiteY6-408"/>
                  <a:gd fmla="*/ 57151 w 273845" name="connsiteX7-409"/>
                  <a:gd fmla="*/ 3750467 h 3776887" name="connsiteY7-410"/>
                  <a:gd fmla="*/ 1 w 273845" name="connsiteX8-411"/>
                  <a:gd fmla="*/ 3609974 h 3776887" name="connsiteY8-412"/>
                  <a:gd fmla="*/ 0 w 273845" name="connsiteX9-413"/>
                  <a:gd fmla="*/ 0 h 3776887" name="connsiteY9-414"/>
                  <a:gd fmla="*/ 0 w 273845" name="connsiteX0-415"/>
                  <a:gd fmla="*/ 0 h 3776859" name="connsiteY0-416"/>
                  <a:gd fmla="*/ 272825 w 273845" name="connsiteX1-417"/>
                  <a:gd fmla="*/ 0 h 3776859" name="connsiteY1-418"/>
                  <a:gd fmla="*/ 273845 w 273845" name="connsiteX2-419"/>
                  <a:gd fmla="*/ 3581399 h 3776859" name="connsiteY2-420"/>
                  <a:gd fmla="*/ 247651 w 273845" name="connsiteX3-421"/>
                  <a:gd fmla="*/ 3702843 h 3776859" name="connsiteY3-422"/>
                  <a:gd fmla="*/ 223839 w 273845" name="connsiteX4-423"/>
                  <a:gd fmla="*/ 3631404 h 3776859" name="connsiteY4-424"/>
                  <a:gd fmla="*/ 166689 w 273845" name="connsiteX5-425"/>
                  <a:gd fmla="*/ 3776661 h 3776859" name="connsiteY5-426"/>
                  <a:gd fmla="*/ 104776 w 273845" name="connsiteX6-427"/>
                  <a:gd fmla="*/ 3664743 h 3776859" name="connsiteY6-428"/>
                  <a:gd fmla="*/ 57151 w 273845" name="connsiteX7-429"/>
                  <a:gd fmla="*/ 3750467 h 3776859" name="connsiteY7-430"/>
                  <a:gd fmla="*/ 1 w 273845" name="connsiteX8-431"/>
                  <a:gd fmla="*/ 3609974 h 3776859" name="connsiteY8-432"/>
                  <a:gd fmla="*/ 0 w 273845" name="connsiteX9-433"/>
                  <a:gd fmla="*/ 0 h 3776859" name="connsiteY9-434"/>
                  <a:gd fmla="*/ 0 w 273845" name="connsiteX0-435"/>
                  <a:gd fmla="*/ 0 h 3776859" name="connsiteY0-436"/>
                  <a:gd fmla="*/ 272825 w 273845" name="connsiteX1-437"/>
                  <a:gd fmla="*/ 0 h 3776859" name="connsiteY1-438"/>
                  <a:gd fmla="*/ 273845 w 273845" name="connsiteX2-439"/>
                  <a:gd fmla="*/ 3581399 h 3776859" name="connsiteY2-440"/>
                  <a:gd fmla="*/ 247651 w 273845" name="connsiteX3-441"/>
                  <a:gd fmla="*/ 3702843 h 3776859" name="connsiteY3-442"/>
                  <a:gd fmla="*/ 223839 w 273845" name="connsiteX4-443"/>
                  <a:gd fmla="*/ 3631404 h 3776859" name="connsiteY4-444"/>
                  <a:gd fmla="*/ 166689 w 273845" name="connsiteX5-445"/>
                  <a:gd fmla="*/ 3776661 h 3776859" name="connsiteY5-446"/>
                  <a:gd fmla="*/ 104776 w 273845" name="connsiteX6-447"/>
                  <a:gd fmla="*/ 3664743 h 3776859" name="connsiteY6-448"/>
                  <a:gd fmla="*/ 57151 w 273845" name="connsiteX7-449"/>
                  <a:gd fmla="*/ 3750467 h 3776859" name="connsiteY7-450"/>
                  <a:gd fmla="*/ 1 w 273845" name="connsiteX8-451"/>
                  <a:gd fmla="*/ 3609974 h 3776859" name="connsiteY8-452"/>
                  <a:gd fmla="*/ 0 w 273845" name="connsiteX9-453"/>
                  <a:gd fmla="*/ 0 h 3776859" name="connsiteY9-454"/>
                  <a:gd fmla="*/ 0 w 273894" name="connsiteX0-455"/>
                  <a:gd fmla="*/ 0 h 3776859" name="connsiteY0-456"/>
                  <a:gd fmla="*/ 272825 w 273894" name="connsiteX1-457"/>
                  <a:gd fmla="*/ 0 h 3776859" name="connsiteY1-458"/>
                  <a:gd fmla="*/ 273845 w 273894" name="connsiteX2-459"/>
                  <a:gd fmla="*/ 3581399 h 3776859" name="connsiteY2-460"/>
                  <a:gd fmla="*/ 247651 w 273894" name="connsiteX3-461"/>
                  <a:gd fmla="*/ 3702843 h 3776859" name="connsiteY3-462"/>
                  <a:gd fmla="*/ 223839 w 273894" name="connsiteX4-463"/>
                  <a:gd fmla="*/ 3631404 h 3776859" name="connsiteY4-464"/>
                  <a:gd fmla="*/ 166689 w 273894" name="connsiteX5-465"/>
                  <a:gd fmla="*/ 3776661 h 3776859" name="connsiteY5-466"/>
                  <a:gd fmla="*/ 104776 w 273894" name="connsiteX6-467"/>
                  <a:gd fmla="*/ 3664743 h 3776859" name="connsiteY6-468"/>
                  <a:gd fmla="*/ 57151 w 273894" name="connsiteX7-469"/>
                  <a:gd fmla="*/ 3750467 h 3776859" name="connsiteY7-470"/>
                  <a:gd fmla="*/ 1 w 273894" name="connsiteX8-471"/>
                  <a:gd fmla="*/ 3609974 h 3776859" name="connsiteY8-472"/>
                  <a:gd fmla="*/ 0 w 273894" name="connsiteX9-473"/>
                  <a:gd fmla="*/ 0 h 3776859" name="connsiteY9-474"/>
                  <a:gd fmla="*/ 0 w 273894" name="connsiteX0-475"/>
                  <a:gd fmla="*/ 0 h 3776859" name="connsiteY0-476"/>
                  <a:gd fmla="*/ 272825 w 273894" name="connsiteX1-477"/>
                  <a:gd fmla="*/ 0 h 3776859" name="connsiteY1-478"/>
                  <a:gd fmla="*/ 273845 w 273894" name="connsiteX2-479"/>
                  <a:gd fmla="*/ 3581399 h 3776859" name="connsiteY2-480"/>
                  <a:gd fmla="*/ 247651 w 273894" name="connsiteX3-481"/>
                  <a:gd fmla="*/ 3702843 h 3776859" name="connsiteY3-482"/>
                  <a:gd fmla="*/ 223839 w 273894" name="connsiteX4-483"/>
                  <a:gd fmla="*/ 3631404 h 3776859" name="connsiteY4-484"/>
                  <a:gd fmla="*/ 166689 w 273894" name="connsiteX5-485"/>
                  <a:gd fmla="*/ 3776661 h 3776859" name="connsiteY5-486"/>
                  <a:gd fmla="*/ 104776 w 273894" name="connsiteX6-487"/>
                  <a:gd fmla="*/ 3664743 h 3776859" name="connsiteY6-488"/>
                  <a:gd fmla="*/ 57151 w 273894" name="connsiteX7-489"/>
                  <a:gd fmla="*/ 3750467 h 3776859" name="connsiteY7-490"/>
                  <a:gd fmla="*/ 1 w 273894" name="connsiteX8-491"/>
                  <a:gd fmla="*/ 3609974 h 3776859" name="connsiteY8-492"/>
                  <a:gd fmla="*/ 0 w 273894" name="connsiteX9-493"/>
                  <a:gd fmla="*/ 0 h 3776859" name="connsiteY9-494"/>
                  <a:gd fmla="*/ 0 w 273845" name="connsiteX0-495"/>
                  <a:gd fmla="*/ 0 h 3776859" name="connsiteY0-496"/>
                  <a:gd fmla="*/ 272825 w 273845" name="connsiteX1-497"/>
                  <a:gd fmla="*/ 0 h 3776859" name="connsiteY1-498"/>
                  <a:gd fmla="*/ 273845 w 273845" name="connsiteX2-499"/>
                  <a:gd fmla="*/ 3581399 h 3776859" name="connsiteY2-500"/>
                  <a:gd fmla="*/ 247651 w 273845" name="connsiteX3-501"/>
                  <a:gd fmla="*/ 3702843 h 3776859" name="connsiteY3-502"/>
                  <a:gd fmla="*/ 223839 w 273845" name="connsiteX4-503"/>
                  <a:gd fmla="*/ 3631404 h 3776859" name="connsiteY4-504"/>
                  <a:gd fmla="*/ 166689 w 273845" name="connsiteX5-505"/>
                  <a:gd fmla="*/ 3776661 h 3776859" name="connsiteY5-506"/>
                  <a:gd fmla="*/ 104776 w 273845" name="connsiteX6-507"/>
                  <a:gd fmla="*/ 3664743 h 3776859" name="connsiteY6-508"/>
                  <a:gd fmla="*/ 57151 w 273845" name="connsiteX7-509"/>
                  <a:gd fmla="*/ 3750467 h 3776859" name="connsiteY7-510"/>
                  <a:gd fmla="*/ 1 w 273845" name="connsiteX8-511"/>
                  <a:gd fmla="*/ 3609974 h 3776859" name="connsiteY8-512"/>
                  <a:gd fmla="*/ 0 w 273845" name="connsiteX9-513"/>
                  <a:gd fmla="*/ 0 h 3776859" name="connsiteY9-514"/>
                  <a:gd fmla="*/ 0 w 273845" name="connsiteX0-515"/>
                  <a:gd fmla="*/ 0 h 3776859" name="connsiteY0-516"/>
                  <a:gd fmla="*/ 272825 w 273845" name="connsiteX1-517"/>
                  <a:gd fmla="*/ 0 h 3776859" name="connsiteY1-518"/>
                  <a:gd fmla="*/ 273845 w 273845" name="connsiteX2-519"/>
                  <a:gd fmla="*/ 3581399 h 3776859" name="connsiteY2-520"/>
                  <a:gd fmla="*/ 252414 w 273845" name="connsiteX3-521"/>
                  <a:gd fmla="*/ 3702843 h 3776859" name="connsiteY3-522"/>
                  <a:gd fmla="*/ 223839 w 273845" name="connsiteX4-523"/>
                  <a:gd fmla="*/ 3631404 h 3776859" name="connsiteY4-524"/>
                  <a:gd fmla="*/ 166689 w 273845" name="connsiteX5-525"/>
                  <a:gd fmla="*/ 3776661 h 3776859" name="connsiteY5-526"/>
                  <a:gd fmla="*/ 104776 w 273845" name="connsiteX6-527"/>
                  <a:gd fmla="*/ 3664743 h 3776859" name="connsiteY6-528"/>
                  <a:gd fmla="*/ 57151 w 273845" name="connsiteX7-529"/>
                  <a:gd fmla="*/ 3750467 h 3776859" name="connsiteY7-530"/>
                  <a:gd fmla="*/ 1 w 273845" name="connsiteX8-531"/>
                  <a:gd fmla="*/ 3609974 h 3776859" name="connsiteY8-532"/>
                  <a:gd fmla="*/ 0 w 273845" name="connsiteX9-533"/>
                  <a:gd fmla="*/ 0 h 3776859" name="connsiteY9-534"/>
                  <a:gd fmla="*/ 0 w 273845" name="connsiteX0-535"/>
                  <a:gd fmla="*/ 0 h 3776859" name="connsiteY0-536"/>
                  <a:gd fmla="*/ 272825 w 273845" name="connsiteX1-537"/>
                  <a:gd fmla="*/ 0 h 3776859" name="connsiteY1-538"/>
                  <a:gd fmla="*/ 273845 w 273845" name="connsiteX2-539"/>
                  <a:gd fmla="*/ 3581399 h 3776859" name="connsiteY2-540"/>
                  <a:gd fmla="*/ 252414 w 273845" name="connsiteX3-541"/>
                  <a:gd fmla="*/ 3702843 h 3776859" name="connsiteY3-542"/>
                  <a:gd fmla="*/ 223839 w 273845" name="connsiteX4-543"/>
                  <a:gd fmla="*/ 3631404 h 3776859" name="connsiteY4-544"/>
                  <a:gd fmla="*/ 166689 w 273845" name="connsiteX5-545"/>
                  <a:gd fmla="*/ 3776661 h 3776859" name="connsiteY5-546"/>
                  <a:gd fmla="*/ 104776 w 273845" name="connsiteX6-547"/>
                  <a:gd fmla="*/ 3664743 h 3776859" name="connsiteY6-548"/>
                  <a:gd fmla="*/ 57151 w 273845" name="connsiteX7-549"/>
                  <a:gd fmla="*/ 3750467 h 3776859" name="connsiteY7-550"/>
                  <a:gd fmla="*/ 1 w 273845" name="connsiteX8-551"/>
                  <a:gd fmla="*/ 3609974 h 3776859" name="connsiteY8-552"/>
                  <a:gd fmla="*/ 0 w 273845" name="connsiteX9-553"/>
                  <a:gd fmla="*/ 0 h 3776859" name="connsiteY9-554"/>
                  <a:gd fmla="*/ 0 w 273845" name="connsiteX0-555"/>
                  <a:gd fmla="*/ 0 h 3776859" name="connsiteY0-556"/>
                  <a:gd fmla="*/ 272825 w 273845" name="connsiteX1-557"/>
                  <a:gd fmla="*/ 0 h 3776859" name="connsiteY1-558"/>
                  <a:gd fmla="*/ 273845 w 273845" name="connsiteX2-559"/>
                  <a:gd fmla="*/ 3581399 h 3776859" name="connsiteY2-560"/>
                  <a:gd fmla="*/ 245270 w 273845" name="connsiteX3-561"/>
                  <a:gd fmla="*/ 3702843 h 3776859" name="connsiteY3-562"/>
                  <a:gd fmla="*/ 223839 w 273845" name="connsiteX4-563"/>
                  <a:gd fmla="*/ 3631404 h 3776859" name="connsiteY4-564"/>
                  <a:gd fmla="*/ 166689 w 273845" name="connsiteX5-565"/>
                  <a:gd fmla="*/ 3776661 h 3776859" name="connsiteY5-566"/>
                  <a:gd fmla="*/ 104776 w 273845" name="connsiteX6-567"/>
                  <a:gd fmla="*/ 3664743 h 3776859" name="connsiteY6-568"/>
                  <a:gd fmla="*/ 57151 w 273845" name="connsiteX7-569"/>
                  <a:gd fmla="*/ 3750467 h 3776859" name="connsiteY7-570"/>
                  <a:gd fmla="*/ 1 w 273845" name="connsiteX8-571"/>
                  <a:gd fmla="*/ 3609974 h 3776859" name="connsiteY8-572"/>
                  <a:gd fmla="*/ 0 w 273845" name="connsiteX9-573"/>
                  <a:gd fmla="*/ 0 h 3776859" name="connsiteY9-574"/>
                  <a:gd fmla="*/ 0 w 273845" name="connsiteX0-575"/>
                  <a:gd fmla="*/ 0 h 3776859" name="connsiteY0-576"/>
                  <a:gd fmla="*/ 272825 w 273845" name="connsiteX1-577"/>
                  <a:gd fmla="*/ 0 h 3776859" name="connsiteY1-578"/>
                  <a:gd fmla="*/ 273845 w 273845" name="connsiteX2-579"/>
                  <a:gd fmla="*/ 3581399 h 3776859" name="connsiteY2-580"/>
                  <a:gd fmla="*/ 245270 w 273845" name="connsiteX3-581"/>
                  <a:gd fmla="*/ 3702843 h 3776859" name="connsiteY3-582"/>
                  <a:gd fmla="*/ 223839 w 273845" name="connsiteX4-583"/>
                  <a:gd fmla="*/ 3631404 h 3776859" name="connsiteY4-584"/>
                  <a:gd fmla="*/ 166689 w 273845" name="connsiteX5-585"/>
                  <a:gd fmla="*/ 3776661 h 3776859" name="connsiteY5-586"/>
                  <a:gd fmla="*/ 104776 w 273845" name="connsiteX6-587"/>
                  <a:gd fmla="*/ 3664743 h 3776859" name="connsiteY6-588"/>
                  <a:gd fmla="*/ 57151 w 273845" name="connsiteX7-589"/>
                  <a:gd fmla="*/ 3750467 h 3776859" name="connsiteY7-590"/>
                  <a:gd fmla="*/ 1 w 273845" name="connsiteX8-591"/>
                  <a:gd fmla="*/ 3609974 h 3776859" name="connsiteY8-592"/>
                  <a:gd fmla="*/ 0 w 273845" name="connsiteX9-593"/>
                  <a:gd fmla="*/ 0 h 3776859" name="connsiteY9-594"/>
                  <a:gd fmla="*/ 0 w 273845" name="connsiteX0-595"/>
                  <a:gd fmla="*/ 0 h 3776859" name="connsiteY0-596"/>
                  <a:gd fmla="*/ 272825 w 273845" name="connsiteX1-597"/>
                  <a:gd fmla="*/ 0 h 3776859" name="connsiteY1-598"/>
                  <a:gd fmla="*/ 273845 w 273845" name="connsiteX2-599"/>
                  <a:gd fmla="*/ 3581399 h 3776859" name="connsiteY2-600"/>
                  <a:gd fmla="*/ 245270 w 273845" name="connsiteX3-601"/>
                  <a:gd fmla="*/ 3702843 h 3776859" name="connsiteY3-602"/>
                  <a:gd fmla="*/ 223839 w 273845" name="connsiteX4-603"/>
                  <a:gd fmla="*/ 3631404 h 3776859" name="connsiteY4-604"/>
                  <a:gd fmla="*/ 166689 w 273845" name="connsiteX5-605"/>
                  <a:gd fmla="*/ 3776661 h 3776859" name="connsiteY5-606"/>
                  <a:gd fmla="*/ 104776 w 273845" name="connsiteX6-607"/>
                  <a:gd fmla="*/ 3664743 h 3776859" name="connsiteY6-608"/>
                  <a:gd fmla="*/ 57151 w 273845" name="connsiteX7-609"/>
                  <a:gd fmla="*/ 3750467 h 3776859" name="connsiteY7-610"/>
                  <a:gd fmla="*/ 1 w 273845" name="connsiteX8-611"/>
                  <a:gd fmla="*/ 3609974 h 3776859" name="connsiteY8-612"/>
                  <a:gd fmla="*/ 0 w 273845" name="connsiteX9-613"/>
                  <a:gd fmla="*/ 0 h 3776859" name="connsiteY9-614"/>
                  <a:gd fmla="*/ 0 w 273845" name="connsiteX0-615"/>
                  <a:gd fmla="*/ 0 h 3776859" name="connsiteY0-616"/>
                  <a:gd fmla="*/ 272825 w 273845" name="connsiteX1-617"/>
                  <a:gd fmla="*/ 0 h 3776859" name="connsiteY1-618"/>
                  <a:gd fmla="*/ 273845 w 273845" name="connsiteX2-619"/>
                  <a:gd fmla="*/ 3581399 h 3776859" name="connsiteY2-620"/>
                  <a:gd fmla="*/ 245270 w 273845" name="connsiteX3-621"/>
                  <a:gd fmla="*/ 3702843 h 3776859" name="connsiteY3-622"/>
                  <a:gd fmla="*/ 223839 w 273845" name="connsiteX4-623"/>
                  <a:gd fmla="*/ 3631404 h 3776859" name="connsiteY4-624"/>
                  <a:gd fmla="*/ 166689 w 273845" name="connsiteX5-625"/>
                  <a:gd fmla="*/ 3776661 h 3776859" name="connsiteY5-626"/>
                  <a:gd fmla="*/ 104776 w 273845" name="connsiteX6-627"/>
                  <a:gd fmla="*/ 3664743 h 3776859" name="connsiteY6-628"/>
                  <a:gd fmla="*/ 57151 w 273845" name="connsiteX7-629"/>
                  <a:gd fmla="*/ 3750467 h 3776859" name="connsiteY7-630"/>
                  <a:gd fmla="*/ 1 w 273845" name="connsiteX8-631"/>
                  <a:gd fmla="*/ 3609974 h 3776859" name="connsiteY8-632"/>
                  <a:gd fmla="*/ 0 w 273845" name="connsiteX9-633"/>
                  <a:gd fmla="*/ 0 h 3776859" name="connsiteY9-634"/>
                  <a:gd fmla="*/ 0 w 273845" name="connsiteX0-635"/>
                  <a:gd fmla="*/ 0 h 3776859" name="connsiteY0-636"/>
                  <a:gd fmla="*/ 272825 w 273845" name="connsiteX1-637"/>
                  <a:gd fmla="*/ 0 h 3776859" name="connsiteY1-638"/>
                  <a:gd fmla="*/ 273845 w 273845" name="connsiteX2-639"/>
                  <a:gd fmla="*/ 3581399 h 3776859" name="connsiteY2-640"/>
                  <a:gd fmla="*/ 245270 w 273845" name="connsiteX3-641"/>
                  <a:gd fmla="*/ 3702843 h 3776859" name="connsiteY3-642"/>
                  <a:gd fmla="*/ 223839 w 273845" name="connsiteX4-643"/>
                  <a:gd fmla="*/ 3631404 h 3776859" name="connsiteY4-644"/>
                  <a:gd fmla="*/ 166689 w 273845" name="connsiteX5-645"/>
                  <a:gd fmla="*/ 3776661 h 3776859" name="connsiteY5-646"/>
                  <a:gd fmla="*/ 104776 w 273845" name="connsiteX6-647"/>
                  <a:gd fmla="*/ 3664743 h 3776859" name="connsiteY6-648"/>
                  <a:gd fmla="*/ 57151 w 273845" name="connsiteX7-649"/>
                  <a:gd fmla="*/ 3750467 h 3776859" name="connsiteY7-650"/>
                  <a:gd fmla="*/ 1 w 273845" name="connsiteX8-651"/>
                  <a:gd fmla="*/ 3609974 h 3776859" name="connsiteY8-652"/>
                  <a:gd fmla="*/ 0 w 273845" name="connsiteX9-653"/>
                  <a:gd fmla="*/ 0 h 3776859" name="connsiteY9-654"/>
                  <a:gd fmla="*/ 0 w 273845" name="connsiteX0-655"/>
                  <a:gd fmla="*/ 0 h 3776859" name="connsiteY0-656"/>
                  <a:gd fmla="*/ 272825 w 273845" name="connsiteX1-657"/>
                  <a:gd fmla="*/ 0 h 3776859" name="connsiteY1-658"/>
                  <a:gd fmla="*/ 273845 w 273845" name="connsiteX2-659"/>
                  <a:gd fmla="*/ 3581399 h 3776859" name="connsiteY2-660"/>
                  <a:gd fmla="*/ 245270 w 273845" name="connsiteX3-661"/>
                  <a:gd fmla="*/ 3702843 h 3776859" name="connsiteY3-662"/>
                  <a:gd fmla="*/ 223839 w 273845" name="connsiteX4-663"/>
                  <a:gd fmla="*/ 3631404 h 3776859" name="connsiteY4-664"/>
                  <a:gd fmla="*/ 166689 w 273845" name="connsiteX5-665"/>
                  <a:gd fmla="*/ 3776661 h 3776859" name="connsiteY5-666"/>
                  <a:gd fmla="*/ 104776 w 273845" name="connsiteX6-667"/>
                  <a:gd fmla="*/ 3664743 h 3776859" name="connsiteY6-668"/>
                  <a:gd fmla="*/ 57151 w 273845" name="connsiteX7-669"/>
                  <a:gd fmla="*/ 3750467 h 3776859" name="connsiteY7-670"/>
                  <a:gd fmla="*/ 1 w 273845" name="connsiteX8-671"/>
                  <a:gd fmla="*/ 3609974 h 3776859" name="connsiteY8-672"/>
                  <a:gd fmla="*/ 0 w 273845" name="connsiteX9-673"/>
                  <a:gd fmla="*/ 0 h 3776859" name="connsiteY9-674"/>
                  <a:gd fmla="*/ 0 w 273845" name="connsiteX0-675"/>
                  <a:gd fmla="*/ 0 h 3776859" name="connsiteY0-676"/>
                  <a:gd fmla="*/ 272825 w 273845" name="connsiteX1-677"/>
                  <a:gd fmla="*/ 0 h 3776859" name="connsiteY1-678"/>
                  <a:gd fmla="*/ 273845 w 273845" name="connsiteX2-679"/>
                  <a:gd fmla="*/ 3581399 h 3776859" name="connsiteY2-680"/>
                  <a:gd fmla="*/ 245270 w 273845" name="connsiteX3-681"/>
                  <a:gd fmla="*/ 3702843 h 3776859" name="connsiteY3-682"/>
                  <a:gd fmla="*/ 223839 w 273845" name="connsiteX4-683"/>
                  <a:gd fmla="*/ 3631404 h 3776859" name="connsiteY4-684"/>
                  <a:gd fmla="*/ 166689 w 273845" name="connsiteX5-685"/>
                  <a:gd fmla="*/ 3776661 h 3776859" name="connsiteY5-686"/>
                  <a:gd fmla="*/ 104776 w 273845" name="connsiteX6-687"/>
                  <a:gd fmla="*/ 3664743 h 3776859" name="connsiteY6-688"/>
                  <a:gd fmla="*/ 57151 w 273845" name="connsiteX7-689"/>
                  <a:gd fmla="*/ 3750467 h 3776859" name="connsiteY7-690"/>
                  <a:gd fmla="*/ 1 w 273845" name="connsiteX8-691"/>
                  <a:gd fmla="*/ 3609974 h 3776859" name="connsiteY8-692"/>
                  <a:gd fmla="*/ 0 w 273845" name="connsiteX9-693"/>
                  <a:gd fmla="*/ 0 h 3776859" name="connsiteY9-694"/>
                  <a:gd fmla="*/ 0 w 273845" name="connsiteX0-695"/>
                  <a:gd fmla="*/ 0 h 3776859" name="connsiteY0-696"/>
                  <a:gd fmla="*/ 272825 w 273845" name="connsiteX1-697"/>
                  <a:gd fmla="*/ 0 h 3776859" name="connsiteY1-698"/>
                  <a:gd fmla="*/ 273845 w 273845" name="connsiteX2-699"/>
                  <a:gd fmla="*/ 3581399 h 3776859" name="connsiteY2-700"/>
                  <a:gd fmla="*/ 245270 w 273845" name="connsiteX3-701"/>
                  <a:gd fmla="*/ 3702843 h 3776859" name="connsiteY3-702"/>
                  <a:gd fmla="*/ 223839 w 273845" name="connsiteX4-703"/>
                  <a:gd fmla="*/ 3631404 h 3776859" name="connsiteY4-704"/>
                  <a:gd fmla="*/ 166689 w 273845" name="connsiteX5-705"/>
                  <a:gd fmla="*/ 3776661 h 3776859" name="connsiteY5-706"/>
                  <a:gd fmla="*/ 104776 w 273845" name="connsiteX6-707"/>
                  <a:gd fmla="*/ 3664743 h 3776859" name="connsiteY6-708"/>
                  <a:gd fmla="*/ 57151 w 273845" name="connsiteX7-709"/>
                  <a:gd fmla="*/ 3750467 h 3776859" name="connsiteY7-710"/>
                  <a:gd fmla="*/ 1 w 273845" name="connsiteX8-711"/>
                  <a:gd fmla="*/ 3609974 h 3776859" name="connsiteY8-712"/>
                  <a:gd fmla="*/ 0 w 273845" name="connsiteX9-713"/>
                  <a:gd fmla="*/ 0 h 3776859" name="connsiteY9-7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 ang="0">
                    <a:pos x="connsiteX9-89" y="connsiteY9-90"/>
                  </a:cxn>
                </a:cxnLst>
                <a:rect b="b" l="l" r="r" t="t"/>
                <a:pathLst>
                  <a:path h="3776859" w="273845">
                    <a:moveTo>
                      <a:pt x="0" y="0"/>
                    </a:moveTo>
                    <a:lnTo>
                      <a:pt x="272825" y="0"/>
                    </a:lnTo>
                    <a:lnTo>
                      <a:pt x="273845" y="3581399"/>
                    </a:lnTo>
                    <a:cubicBezTo>
                      <a:pt x="269876" y="3659980"/>
                      <a:pt x="258763" y="3688555"/>
                      <a:pt x="245270" y="3702843"/>
                    </a:cubicBezTo>
                    <a:cubicBezTo>
                      <a:pt x="228204" y="3675061"/>
                      <a:pt x="236936" y="3619101"/>
                      <a:pt x="223839" y="3631404"/>
                    </a:cubicBezTo>
                    <a:cubicBezTo>
                      <a:pt x="210742" y="3643707"/>
                      <a:pt x="186533" y="3771105"/>
                      <a:pt x="166689" y="3776661"/>
                    </a:cubicBezTo>
                    <a:cubicBezTo>
                      <a:pt x="146845" y="3782217"/>
                      <a:pt x="123032" y="3669109"/>
                      <a:pt x="104776" y="3664743"/>
                    </a:cubicBezTo>
                    <a:cubicBezTo>
                      <a:pt x="86520" y="3660377"/>
                      <a:pt x="74614" y="3759595"/>
                      <a:pt x="57151" y="3750467"/>
                    </a:cubicBezTo>
                    <a:cubicBezTo>
                      <a:pt x="28576" y="3725068"/>
                      <a:pt x="9527" y="3661568"/>
                      <a:pt x="1" y="3609974"/>
                    </a:cubicBezTo>
                    <a:cubicBezTo>
                      <a:pt x="1" y="2406649"/>
                      <a:pt x="0" y="1203325"/>
                      <a:pt x="0" y="0"/>
                    </a:cubicBezTo>
                    <a:close/>
                  </a:path>
                </a:pathLst>
              </a:custGeom>
              <a:gradFill flip="none" rotWithShape="1">
                <a:gsLst>
                  <a:gs pos="83000">
                    <a:schemeClr val="tx2"/>
                  </a:gs>
                  <a:gs pos="82000">
                    <a:schemeClr val="tx2"/>
                  </a:gs>
                  <a:gs pos="34000">
                    <a:schemeClr val="tx2">
                      <a:lumMod val="75000"/>
                    </a:schemeClr>
                  </a:gs>
                  <a:gs pos="0">
                    <a:schemeClr val="tx2"/>
                  </a:gs>
                  <a:gs pos="38000">
                    <a:schemeClr val="tx2"/>
                  </a:gs>
                  <a:gs pos="100000">
                    <a:schemeClr val="tx2"/>
                  </a:gs>
                </a:gsLst>
                <a:lin ang="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4" name="Rectangle 23"/>
              <p:cNvSpPr/>
              <p:nvPr/>
            </p:nvSpPr>
            <p:spPr>
              <a:xfrm>
                <a:off x="1374774" y="1417118"/>
                <a:ext cx="272825" cy="590550"/>
              </a:xfrm>
              <a:prstGeom prst="rect">
                <a:avLst/>
              </a:prstGeom>
              <a:gradFill flip="none" rotWithShape="1">
                <a:gsLst>
                  <a:gs pos="0">
                    <a:schemeClr val="bg1">
                      <a:lumMod val="75000"/>
                    </a:schemeClr>
                  </a:gs>
                  <a:gs pos="27000">
                    <a:srgbClr val="F2F2F2">
                      <a:lumMod val="0"/>
                      <a:lumOff val="100000"/>
                    </a:srgbClr>
                  </a:gs>
                  <a:gs pos="100000">
                    <a:schemeClr val="bg1">
                      <a:lumMod val="50000"/>
                    </a:schemeClr>
                  </a:gs>
                </a:gsLst>
                <a:lin ang="108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5" name="Rectangle 24"/>
              <p:cNvSpPr/>
              <p:nvPr/>
            </p:nvSpPr>
            <p:spPr>
              <a:xfrm>
                <a:off x="1404710" y="1213680"/>
                <a:ext cx="212954" cy="203438"/>
              </a:xfrm>
              <a:prstGeom prst="rect">
                <a:avLst/>
              </a:prstGeom>
              <a:solidFill>
                <a:schemeClr val="tx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fontScale="45000" lnSpcReduction="10000"/>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6" name="Freeform 25"/>
              <p:cNvSpPr/>
              <p:nvPr/>
            </p:nvSpPr>
            <p:spPr>
              <a:xfrm rot="5400000">
                <a:off x="1396885" y="6250198"/>
                <a:ext cx="228600" cy="73152"/>
              </a:xfrm>
              <a:custGeom>
                <a:avLst/>
                <a:gdLst>
                  <a:gd fmla="*/ 0 w 226544" name="connsiteX0"/>
                  <a:gd fmla="*/ 35306 h 70612" name="connsiteY0"/>
                  <a:gd fmla="*/ 27685 w 226544" name="connsiteX1"/>
                  <a:gd fmla="*/ 0 h 70612" name="connsiteY1"/>
                  <a:gd fmla="*/ 226544 w 226544" name="connsiteX2"/>
                  <a:gd fmla="*/ 35306 h 70612" name="connsiteY2"/>
                  <a:gd fmla="*/ 27685 w 226544" name="connsiteX3"/>
                  <a:gd fmla="*/ 70612 h 70612" name="connsiteY3"/>
                  <a:gd fmla="*/ 0 w 226544" name="connsiteX0-1"/>
                  <a:gd fmla="*/ 35306 h 70612" name="connsiteY0-2"/>
                  <a:gd fmla="*/ 27685 w 226544" name="connsiteX1-3"/>
                  <a:gd fmla="*/ 0 h 70612" name="connsiteY1-4"/>
                  <a:gd fmla="*/ 226544 w 226544" name="connsiteX2-5"/>
                  <a:gd fmla="*/ 35306 h 70612" name="connsiteY2-6"/>
                  <a:gd fmla="*/ 27685 w 226544" name="connsiteX3-7"/>
                  <a:gd fmla="*/ 70612 h 70612" name="connsiteY3-8"/>
                  <a:gd fmla="*/ 0 w 226544" name="connsiteX4"/>
                  <a:gd fmla="*/ 35306 h 70612" name="connsiteY4"/>
                  <a:gd fmla="*/ 0 w 226544" name="connsiteX0-9"/>
                  <a:gd fmla="*/ 35306 h 70612" name="connsiteY0-10"/>
                  <a:gd fmla="*/ 27685 w 226544" name="connsiteX1-11"/>
                  <a:gd fmla="*/ 0 h 70612" name="connsiteY1-12"/>
                  <a:gd fmla="*/ 226544 w 226544" name="connsiteX2-13"/>
                  <a:gd fmla="*/ 35306 h 70612" name="connsiteY2-14"/>
                  <a:gd fmla="*/ 27685 w 226544" name="connsiteX3-15"/>
                  <a:gd fmla="*/ 70612 h 70612" name="connsiteY3-16"/>
                  <a:gd fmla="*/ 0 w 226544" name="connsiteX4-17"/>
                  <a:gd fmla="*/ 35306 h 70612" name="connsiteY4-18"/>
                  <a:gd fmla="*/ 0 w 226544" name="connsiteX0-19"/>
                  <a:gd fmla="*/ 35306 h 70612" name="connsiteY0-20"/>
                  <a:gd fmla="*/ 27685 w 226544" name="connsiteX1-21"/>
                  <a:gd fmla="*/ 0 h 70612" name="connsiteY1-22"/>
                  <a:gd fmla="*/ 226544 w 226544" name="connsiteX2-23"/>
                  <a:gd fmla="*/ 35306 h 70612" name="connsiteY2-24"/>
                  <a:gd fmla="*/ 27685 w 226544" name="connsiteX3-25"/>
                  <a:gd fmla="*/ 70612 h 70612" name="connsiteY3-26"/>
                  <a:gd fmla="*/ 0 w 226544" name="connsiteX4-27"/>
                  <a:gd fmla="*/ 35306 h 70612" name="connsiteY4-28"/>
                  <a:gd fmla="*/ 0 w 226544" name="connsiteX0-29"/>
                  <a:gd fmla="*/ 35306 h 70612" name="connsiteY0-30"/>
                  <a:gd fmla="*/ 27685 w 226544" name="connsiteX1-31"/>
                  <a:gd fmla="*/ 0 h 70612" name="connsiteY1-32"/>
                  <a:gd fmla="*/ 226544 w 226544" name="connsiteX2-33"/>
                  <a:gd fmla="*/ 35306 h 70612" name="connsiteY2-34"/>
                  <a:gd fmla="*/ 27685 w 226544" name="connsiteX3-35"/>
                  <a:gd fmla="*/ 70612 h 70612" name="connsiteY3-36"/>
                  <a:gd fmla="*/ 0 w 226544" name="connsiteX4-37"/>
                  <a:gd fmla="*/ 35306 h 70612" name="connsiteY4-38"/>
                  <a:gd fmla="*/ 0 w 226544" name="connsiteX0-39"/>
                  <a:gd fmla="*/ 35306 h 70612" name="connsiteY0-40"/>
                  <a:gd fmla="*/ 27685 w 226544" name="connsiteX1-41"/>
                  <a:gd fmla="*/ 0 h 70612" name="connsiteY1-42"/>
                  <a:gd fmla="*/ 226544 w 226544" name="connsiteX2-43"/>
                  <a:gd fmla="*/ 35306 h 70612" name="connsiteY2-44"/>
                  <a:gd fmla="*/ 27685 w 226544" name="connsiteX3-45"/>
                  <a:gd fmla="*/ 70612 h 70612" name="connsiteY3-46"/>
                  <a:gd fmla="*/ 0 w 226544" name="connsiteX4-47"/>
                  <a:gd fmla="*/ 35306 h 70612" name="connsiteY4-48"/>
                  <a:gd fmla="*/ 0 w 226544" name="connsiteX0-49"/>
                  <a:gd fmla="*/ 35306 h 70612" name="connsiteY0-50"/>
                  <a:gd fmla="*/ 27685 w 226544" name="connsiteX1-51"/>
                  <a:gd fmla="*/ 0 h 70612" name="connsiteY1-52"/>
                  <a:gd fmla="*/ 226544 w 226544" name="connsiteX2-53"/>
                  <a:gd fmla="*/ 35306 h 70612" name="connsiteY2-54"/>
                  <a:gd fmla="*/ 27685 w 226544" name="connsiteX3-55"/>
                  <a:gd fmla="*/ 70612 h 70612" name="connsiteY3-56"/>
                  <a:gd fmla="*/ 0 w 226544" name="connsiteX4-57"/>
                  <a:gd fmla="*/ 35306 h 70612" name="connsiteY4-58"/>
                  <a:gd fmla="*/ 0 w 226544" name="connsiteX0-59"/>
                  <a:gd fmla="*/ 35306 h 70612" name="connsiteY0-60"/>
                  <a:gd fmla="*/ 27685 w 226544" name="connsiteX1-61"/>
                  <a:gd fmla="*/ 0 h 70612" name="connsiteY1-62"/>
                  <a:gd fmla="*/ 226544 w 226544" name="connsiteX2-63"/>
                  <a:gd fmla="*/ 35306 h 70612" name="connsiteY2-64"/>
                  <a:gd fmla="*/ 27685 w 226544" name="connsiteX3-65"/>
                  <a:gd fmla="*/ 70612 h 70612" name="connsiteY3-66"/>
                  <a:gd fmla="*/ 0 w 226544" name="connsiteX4-67"/>
                  <a:gd fmla="*/ 35306 h 70612" name="connsiteY4-68"/>
                  <a:gd fmla="*/ 0 w 226544" name="connsiteX0-69"/>
                  <a:gd fmla="*/ 35306 h 70612" name="connsiteY0-70"/>
                  <a:gd fmla="*/ 27685 w 226544" name="connsiteX1-71"/>
                  <a:gd fmla="*/ 0 h 70612" name="connsiteY1-72"/>
                  <a:gd fmla="*/ 226544 w 226544" name="connsiteX2-73"/>
                  <a:gd fmla="*/ 35306 h 70612" name="connsiteY2-74"/>
                  <a:gd fmla="*/ 27685 w 226544" name="connsiteX3-75"/>
                  <a:gd fmla="*/ 70612 h 70612" name="connsiteY3-76"/>
                  <a:gd fmla="*/ 0 w 226544" name="connsiteX4-77"/>
                  <a:gd fmla="*/ 35306 h 70612" name="connsiteY4-78"/>
                  <a:gd fmla="*/ 0 w 226544" name="connsiteX0-79"/>
                  <a:gd fmla="*/ 35306 h 70612" name="connsiteY0-80"/>
                  <a:gd fmla="*/ 27685 w 226544" name="connsiteX1-81"/>
                  <a:gd fmla="*/ 0 h 70612" name="connsiteY1-82"/>
                  <a:gd fmla="*/ 226544 w 226544" name="connsiteX2-83"/>
                  <a:gd fmla="*/ 35306 h 70612" name="connsiteY2-84"/>
                  <a:gd fmla="*/ 27685 w 226544" name="connsiteX3-85"/>
                  <a:gd fmla="*/ 70612 h 70612" name="connsiteY3-86"/>
                  <a:gd fmla="*/ 0 w 226544" name="connsiteX4-87"/>
                  <a:gd fmla="*/ 35306 h 70612" name="connsiteY4-88"/>
                </a:gdLst>
                <a:ahLst/>
                <a:cxnLst>
                  <a:cxn ang="0">
                    <a:pos x="connsiteX0-1" y="connsiteY0-2"/>
                  </a:cxn>
                  <a:cxn ang="0">
                    <a:pos x="connsiteX1-3" y="connsiteY1-4"/>
                  </a:cxn>
                  <a:cxn ang="0">
                    <a:pos x="connsiteX2-5" y="connsiteY2-6"/>
                  </a:cxn>
                  <a:cxn ang="0">
                    <a:pos x="connsiteX3-7" y="connsiteY3-8"/>
                  </a:cxn>
                  <a:cxn ang="0">
                    <a:pos x="connsiteX4-17" y="connsiteY4-18"/>
                  </a:cxn>
                </a:cxnLst>
                <a:rect b="b" l="l" r="r" t="t"/>
                <a:pathLst>
                  <a:path h="70612" w="226544">
                    <a:moveTo>
                      <a:pt x="0" y="35306"/>
                    </a:moveTo>
                    <a:cubicBezTo>
                      <a:pt x="1521" y="15316"/>
                      <a:pt x="12805" y="4576"/>
                      <a:pt x="27685" y="0"/>
                    </a:cubicBezTo>
                    <a:lnTo>
                      <a:pt x="226544" y="35306"/>
                    </a:lnTo>
                    <a:lnTo>
                      <a:pt x="27685" y="70612"/>
                    </a:lnTo>
                    <a:cubicBezTo>
                      <a:pt x="11264" y="65009"/>
                      <a:pt x="1007" y="52726"/>
                      <a:pt x="0" y="35306"/>
                    </a:cubicBezTo>
                    <a:close/>
                  </a:path>
                </a:pathLst>
              </a:custGeom>
              <a:solidFill>
                <a:srgbClr val="4C504C"/>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fontScale="25000" lnSpcReduction="20000"/>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cxnSp>
            <p:nvCxnSpPr>
              <p:cNvPr id="27" name="Straight Connector 26"/>
              <p:cNvCxnSpPr/>
              <p:nvPr/>
            </p:nvCxnSpPr>
            <p:spPr>
              <a:xfrm>
                <a:off x="1374774" y="148664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374774" y="1562425"/>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374774" y="1638202"/>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374774" y="1713979"/>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374774" y="1789756"/>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374774" y="1865533"/>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374774" y="194130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grpSp>
        <p:sp>
          <p:nvSpPr>
            <p:cNvPr id="6" name="Trapezoid 5"/>
            <p:cNvSpPr/>
            <p:nvPr/>
          </p:nvSpPr>
          <p:spPr>
            <a:xfrm rot="16200000">
              <a:off x="1594832" y="5341831"/>
              <a:ext cx="695326" cy="59529"/>
            </a:xfrm>
            <a:prstGeom prst="trapezoid">
              <a:avLst>
                <a:gd fmla="val 69837" name="adj"/>
              </a:avLst>
            </a:prstGeom>
            <a:solidFill>
              <a:schemeClr val="accent2">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fontScale="25000" lnSpcReduction="20000"/>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7" name="Trapezoid 6"/>
            <p:cNvSpPr/>
            <p:nvPr/>
          </p:nvSpPr>
          <p:spPr>
            <a:xfrm rot="16200000">
              <a:off x="1594832" y="4439533"/>
              <a:ext cx="695326" cy="59529"/>
            </a:xfrm>
            <a:prstGeom prst="trapezoid">
              <a:avLst>
                <a:gd fmla="val 69837" name="adj"/>
              </a:avLst>
            </a:prstGeom>
            <a:solidFill>
              <a:schemeClr val="accent5">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fontScale="25000" lnSpcReduction="20000"/>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8" name="Trapezoid 7"/>
            <p:cNvSpPr/>
            <p:nvPr/>
          </p:nvSpPr>
          <p:spPr>
            <a:xfrm rot="16200000">
              <a:off x="1594832" y="3537234"/>
              <a:ext cx="695326" cy="59529"/>
            </a:xfrm>
            <a:prstGeom prst="trapezoid">
              <a:avLst>
                <a:gd fmla="val 69837" name="adj"/>
              </a:avLst>
            </a:prstGeom>
            <a:solidFill>
              <a:schemeClr val="accent4">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fontScale="25000" lnSpcReduction="20000"/>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9" name="Trapezoid 8"/>
            <p:cNvSpPr/>
            <p:nvPr/>
          </p:nvSpPr>
          <p:spPr>
            <a:xfrm rot="16200000">
              <a:off x="1594832" y="2634935"/>
              <a:ext cx="695326" cy="59529"/>
            </a:xfrm>
            <a:prstGeom prst="trapezoid">
              <a:avLst>
                <a:gd fmla="val 69837" name="adj"/>
              </a:avLst>
            </a:prstGeom>
            <a:solidFill>
              <a:schemeClr val="accent3">
                <a:lumMod val="5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fontScale="25000" lnSpcReduction="20000"/>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0" name="Pentagon 9"/>
            <p:cNvSpPr/>
            <p:nvPr/>
          </p:nvSpPr>
          <p:spPr>
            <a:xfrm>
              <a:off x="1912729" y="2359899"/>
              <a:ext cx="3510756" cy="607219"/>
            </a:xfrm>
            <a:prstGeom prst="homePlate">
              <a:avLst>
                <a:gd fmla="val 36274" name="adj"/>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1" name="Pentagon 10"/>
            <p:cNvSpPr/>
            <p:nvPr/>
          </p:nvSpPr>
          <p:spPr>
            <a:xfrm>
              <a:off x="1912729" y="3262198"/>
              <a:ext cx="3510756" cy="607219"/>
            </a:xfrm>
            <a:prstGeom prst="homePlate">
              <a:avLst>
                <a:gd fmla="val 36274" name="adj"/>
              </a:avLst>
            </a:prstGeom>
            <a:solidFill>
              <a:schemeClr val="accent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2" name="Pentagon 11"/>
            <p:cNvSpPr/>
            <p:nvPr/>
          </p:nvSpPr>
          <p:spPr>
            <a:xfrm>
              <a:off x="1912729" y="4164497"/>
              <a:ext cx="3510756" cy="607219"/>
            </a:xfrm>
            <a:prstGeom prst="homePlate">
              <a:avLst>
                <a:gd fmla="val 36274" name="adj"/>
              </a:avLst>
            </a:prstGeom>
            <a:solidFill>
              <a:schemeClr val="accent3"/>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3" name="Pentagon 12"/>
            <p:cNvSpPr/>
            <p:nvPr/>
          </p:nvSpPr>
          <p:spPr>
            <a:xfrm>
              <a:off x="1912729" y="5066795"/>
              <a:ext cx="3510756" cy="607219"/>
            </a:xfrm>
            <a:prstGeom prst="homePlate">
              <a:avLst>
                <a:gd fmla="val 36274" name="adj"/>
              </a:avLst>
            </a:prstGeom>
            <a:solidFill>
              <a:schemeClr val="accent4"/>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defPPr>
                <a:defRPr lang="en-US"/>
              </a:defPPr>
              <a:lvl1pPr algn="l" defTabSz="914400" eaLnBrk="1" hangingPunct="1" latinLnBrk="0" marL="0" rtl="0">
                <a:defRPr kern="1200" sz="1800">
                  <a:solidFill>
                    <a:schemeClr val="lt1"/>
                  </a:solidFill>
                  <a:latin typeface="+mn-lt"/>
                  <a:ea typeface="+mn-ea"/>
                  <a:cs typeface="+mn-cs"/>
                </a:defRPr>
              </a:lvl1pPr>
              <a:lvl2pPr algn="l" defTabSz="914400" eaLnBrk="1" hangingPunct="1" latinLnBrk="0" marL="457200" rtl="0">
                <a:defRPr kern="1200" sz="1800">
                  <a:solidFill>
                    <a:schemeClr val="lt1"/>
                  </a:solidFill>
                  <a:latin typeface="+mn-lt"/>
                  <a:ea typeface="+mn-ea"/>
                  <a:cs typeface="+mn-cs"/>
                </a:defRPr>
              </a:lvl2pPr>
              <a:lvl3pPr algn="l" defTabSz="914400" eaLnBrk="1" hangingPunct="1" latinLnBrk="0" marL="914400" rtl="0">
                <a:defRPr kern="1200" sz="1800">
                  <a:solidFill>
                    <a:schemeClr val="lt1"/>
                  </a:solidFill>
                  <a:latin typeface="+mn-lt"/>
                  <a:ea typeface="+mn-ea"/>
                  <a:cs typeface="+mn-cs"/>
                </a:defRPr>
              </a:lvl3pPr>
              <a:lvl4pPr algn="l" defTabSz="914400" eaLnBrk="1" hangingPunct="1" latinLnBrk="0" marL="1371600" rtl="0">
                <a:defRPr kern="1200" sz="1800">
                  <a:solidFill>
                    <a:schemeClr val="lt1"/>
                  </a:solidFill>
                  <a:latin typeface="+mn-lt"/>
                  <a:ea typeface="+mn-ea"/>
                  <a:cs typeface="+mn-cs"/>
                </a:defRPr>
              </a:lvl4pPr>
              <a:lvl5pPr algn="l" defTabSz="914400" eaLnBrk="1" hangingPunct="1" latinLnBrk="0" marL="1828800" rtl="0">
                <a:defRPr kern="1200" sz="1800">
                  <a:solidFill>
                    <a:schemeClr val="lt1"/>
                  </a:solidFill>
                  <a:latin typeface="+mn-lt"/>
                  <a:ea typeface="+mn-ea"/>
                  <a:cs typeface="+mn-cs"/>
                </a:defRPr>
              </a:lvl5pPr>
              <a:lvl6pPr algn="l" defTabSz="914400" eaLnBrk="1" hangingPunct="1" latinLnBrk="0" marL="2286000" rtl="0">
                <a:defRPr kern="1200" sz="1800">
                  <a:solidFill>
                    <a:schemeClr val="lt1"/>
                  </a:solidFill>
                  <a:latin typeface="+mn-lt"/>
                  <a:ea typeface="+mn-ea"/>
                  <a:cs typeface="+mn-cs"/>
                </a:defRPr>
              </a:lvl6pPr>
              <a:lvl7pPr algn="l" defTabSz="914400" eaLnBrk="1" hangingPunct="1" latinLnBrk="0" marL="2743200" rtl="0">
                <a:defRPr kern="1200" sz="1800">
                  <a:solidFill>
                    <a:schemeClr val="lt1"/>
                  </a:solidFill>
                  <a:latin typeface="+mn-lt"/>
                  <a:ea typeface="+mn-ea"/>
                  <a:cs typeface="+mn-cs"/>
                </a:defRPr>
              </a:lvl7pPr>
              <a:lvl8pPr algn="l" defTabSz="914400" eaLnBrk="1" hangingPunct="1" latinLnBrk="0" marL="3200400" rtl="0">
                <a:defRPr kern="1200" sz="1800">
                  <a:solidFill>
                    <a:schemeClr val="lt1"/>
                  </a:solidFill>
                  <a:latin typeface="+mn-lt"/>
                  <a:ea typeface="+mn-ea"/>
                  <a:cs typeface="+mn-cs"/>
                </a:defRPr>
              </a:lvl8pPr>
              <a:lvl9pPr algn="l" defTabSz="914400" eaLnBrk="1" hangingPunct="1" latinLnBrk="0" marL="3657600" rtl="0">
                <a:defRPr kern="1200" sz="1800">
                  <a:solidFill>
                    <a:schemeClr val="lt1"/>
                  </a:solidFill>
                  <a:latin typeface="+mn-lt"/>
                  <a:ea typeface="+mn-ea"/>
                  <a:cs typeface="+mn-cs"/>
                </a:defRPr>
              </a:lvl9pPr>
            </a:lstStyle>
            <a:p>
              <a:pPr algn="ctr">
                <a:lnSpc>
                  <a:spcPct val="120000"/>
                </a:lnSpc>
              </a:pPr>
              <a:endParaRPr lang="en-US" sz="14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4" name="Rectangle 33"/>
            <p:cNvSpPr/>
            <p:nvPr/>
          </p:nvSpPr>
          <p:spPr>
            <a:xfrm>
              <a:off x="2679704" y="2509740"/>
              <a:ext cx="2330568" cy="373301"/>
            </a:xfrm>
            <a:prstGeom prst="rect">
              <a:avLst/>
            </a:prstGeom>
          </p:spPr>
          <p:txBody>
            <a:bodyPr wrap="square">
              <a:normAutofit/>
            </a:bodyPr>
            <a:lstStyle/>
            <a:p>
              <a:pPr algn="ctr">
                <a:lnSpc>
                  <a:spcPct val="120000"/>
                </a:lnSpc>
              </a:pPr>
              <a:r>
                <a:rPr altLang="zh-CN" lang="en-US" smtClean="0"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公司定位</a:t>
              </a:r>
              <a:endParaRPr dirty="0" lang="en-GB"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5" name="TextBox 38"/>
            <p:cNvSpPr txBox="1"/>
            <p:nvPr/>
          </p:nvSpPr>
          <p:spPr>
            <a:xfrm>
              <a:off x="1944843" y="2478964"/>
              <a:ext cx="303613" cy="349601"/>
            </a:xfrm>
            <a:prstGeom prst="rect">
              <a:avLst/>
            </a:prstGeom>
            <a:noFill/>
            <a:effectLst/>
          </p:spPr>
          <p:txBody>
            <a:bodyPr rtlCol="0" wrap="square">
              <a:normAutofit lnSpcReduction="10000"/>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ctr">
                <a:lnSpc>
                  <a:spcPct val="120000"/>
                </a:lnSpc>
              </a:pPr>
              <a:r>
                <a:rPr b="1" dirty="0"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1</a:t>
              </a:r>
              <a:endParaRPr b="1" dirty="0"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6" name="TextBox 191"/>
            <p:cNvSpPr txBox="1"/>
            <p:nvPr/>
          </p:nvSpPr>
          <p:spPr>
            <a:xfrm>
              <a:off x="1944843" y="3381429"/>
              <a:ext cx="303613" cy="349601"/>
            </a:xfrm>
            <a:prstGeom prst="rect">
              <a:avLst/>
            </a:prstGeom>
            <a:noFill/>
            <a:effectLst/>
          </p:spPr>
          <p:txBody>
            <a:bodyPr rtlCol="0" wrap="square">
              <a:normAutofit lnSpcReduction="10000"/>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ctr">
                <a:lnSpc>
                  <a:spcPct val="120000"/>
                </a:lnSpc>
              </a:pPr>
              <a:r>
                <a:rPr b="1"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2</a:t>
              </a:r>
              <a:endParaRPr b="1"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7" name="TextBox 192"/>
            <p:cNvSpPr txBox="1"/>
            <p:nvPr/>
          </p:nvSpPr>
          <p:spPr>
            <a:xfrm>
              <a:off x="1944843" y="4283895"/>
              <a:ext cx="303613" cy="349601"/>
            </a:xfrm>
            <a:prstGeom prst="rect">
              <a:avLst/>
            </a:prstGeom>
            <a:noFill/>
            <a:effectLst/>
          </p:spPr>
          <p:txBody>
            <a:bodyPr rtlCol="0" wrap="square">
              <a:normAutofit lnSpcReduction="10000"/>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ctr">
                <a:lnSpc>
                  <a:spcPct val="120000"/>
                </a:lnSpc>
              </a:pPr>
              <a:r>
                <a:rPr b="1"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3</a:t>
              </a:r>
              <a:endParaRPr b="1"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8" name="TextBox 193"/>
            <p:cNvSpPr txBox="1"/>
            <p:nvPr/>
          </p:nvSpPr>
          <p:spPr>
            <a:xfrm>
              <a:off x="1944843" y="5186362"/>
              <a:ext cx="303613" cy="349601"/>
            </a:xfrm>
            <a:prstGeom prst="rect">
              <a:avLst/>
            </a:prstGeom>
            <a:noFill/>
            <a:effectLst/>
          </p:spPr>
          <p:txBody>
            <a:bodyPr rtlCol="0" wrap="square">
              <a:normAutofit lnSpcReduction="10000"/>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ctr">
                <a:lnSpc>
                  <a:spcPct val="120000"/>
                </a:lnSpc>
              </a:pPr>
              <a:r>
                <a:rPr b="1"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4</a:t>
              </a:r>
              <a:endParaRPr b="1"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9" name="Rectangle 38"/>
            <p:cNvSpPr/>
            <p:nvPr/>
          </p:nvSpPr>
          <p:spPr>
            <a:xfrm>
              <a:off x="2679704" y="3412206"/>
              <a:ext cx="2330568" cy="373301"/>
            </a:xfrm>
            <a:prstGeom prst="rect">
              <a:avLst/>
            </a:prstGeom>
          </p:spPr>
          <p:txBody>
            <a:bodyPr wrap="square">
              <a:normAutofit/>
            </a:bodyPr>
            <a:lstStyle/>
            <a:p>
              <a:pPr algn="ctr">
                <a:lnSpc>
                  <a:spcPct val="120000"/>
                </a:lnSpc>
              </a:pPr>
              <a:r>
                <a:rPr altLang="zh-CN" lang="en-US" smtClean="0"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技术积累</a:t>
              </a:r>
              <a:endParaRPr dirty="0" lang="en-GB"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0" name="Rectangle 39"/>
            <p:cNvSpPr/>
            <p:nvPr/>
          </p:nvSpPr>
          <p:spPr>
            <a:xfrm>
              <a:off x="2679704" y="4314672"/>
              <a:ext cx="2330568" cy="373301"/>
            </a:xfrm>
            <a:prstGeom prst="rect">
              <a:avLst/>
            </a:prstGeom>
          </p:spPr>
          <p:txBody>
            <a:bodyPr wrap="square">
              <a:normAutofit/>
            </a:bodyPr>
            <a:lstStyle/>
            <a:p>
              <a:pPr algn="ctr">
                <a:lnSpc>
                  <a:spcPct val="120000"/>
                </a:lnSpc>
              </a:pPr>
              <a:r>
                <a:rPr altLang="zh-CN" lang="en-US" smtClean="0"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业务布局</a:t>
              </a:r>
              <a:endParaRPr dirty="0" lang="en-GB"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1" name="Rectangle 40"/>
            <p:cNvSpPr/>
            <p:nvPr/>
          </p:nvSpPr>
          <p:spPr>
            <a:xfrm>
              <a:off x="2679704" y="5214753"/>
              <a:ext cx="2330568" cy="373301"/>
            </a:xfrm>
            <a:prstGeom prst="rect">
              <a:avLst/>
            </a:prstGeom>
          </p:spPr>
          <p:txBody>
            <a:bodyPr wrap="square">
              <a:normAutofit/>
            </a:bodyPr>
            <a:lstStyle/>
            <a:p>
              <a:pPr algn="ctr">
                <a:lnSpc>
                  <a:spcPct val="120000"/>
                </a:lnSpc>
              </a:pPr>
              <a:r>
                <a:rPr altLang="zh-CN" lang="en-US" smtClean="0"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核心优势</a:t>
              </a:r>
              <a:endParaRPr dirty="0" lang="en-GB"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sp>
        <p:nvSpPr>
          <p:cNvPr id="45" name="Donut 44"/>
          <p:cNvSpPr/>
          <p:nvPr/>
        </p:nvSpPr>
        <p:spPr>
          <a:xfrm>
            <a:off x="5937233" y="1794921"/>
            <a:ext cx="724494" cy="724494"/>
          </a:xfrm>
          <a:prstGeom prst="donut">
            <a:avLst>
              <a:gd fmla="val 6804" name="adj"/>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p>
            <a:pPr algn="just">
              <a:lnSpc>
                <a:spcPct val="120000"/>
              </a:lnSpc>
            </a:pPr>
            <a:endParaRPr lang="en-GB" sz="950">
              <a:solidFill>
                <a:schemeClr val="tx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6" name="Freeform 45"/>
          <p:cNvSpPr>
            <a:spLocks noEditPoints="1"/>
          </p:cNvSpPr>
          <p:nvPr/>
        </p:nvSpPr>
        <p:spPr bwMode="auto">
          <a:xfrm>
            <a:off x="6142990" y="1992362"/>
            <a:ext cx="312978" cy="329611"/>
          </a:xfrm>
          <a:custGeom>
            <a:avLst/>
            <a:gdLst>
              <a:gd fmla="*/ 20 w 96" name="T0"/>
              <a:gd fmla="*/ 86 h 101" name="T1"/>
              <a:gd fmla="*/ 7 w 96" name="T2"/>
              <a:gd fmla="*/ 58 h 101" name="T3"/>
              <a:gd fmla="*/ 18 w 96" name="T4"/>
              <a:gd fmla="*/ 29 h 101" name="T5"/>
              <a:gd fmla="*/ 42 w 96" name="T6"/>
              <a:gd fmla="*/ 17 h 101" name="T7"/>
              <a:gd fmla="*/ 41 w 96" name="T8"/>
              <a:gd fmla="*/ 9 h 101" name="T9"/>
              <a:gd fmla="*/ 36 w 96" name="T10"/>
              <a:gd fmla="*/ 10 h 101" name="T11"/>
              <a:gd fmla="*/ 35 w 96" name="T12"/>
              <a:gd fmla="*/ 5 h 101" name="T13"/>
              <a:gd fmla="*/ 48 w 96" name="T14"/>
              <a:gd fmla="*/ 3 h 101" name="T15"/>
              <a:gd fmla="*/ 49 w 96" name="T16"/>
              <a:gd fmla="*/ 8 h 101" name="T17"/>
              <a:gd fmla="*/ 44 w 96" name="T18"/>
              <a:gd fmla="*/ 9 h 101" name="T19"/>
              <a:gd fmla="*/ 46 w 96" name="T20"/>
              <a:gd fmla="*/ 16 h 101" name="T21"/>
              <a:gd fmla="*/ 74 w 96" name="T22"/>
              <a:gd fmla="*/ 27 h 101" name="T23"/>
              <a:gd fmla="*/ 87 w 96" name="T24"/>
              <a:gd fmla="*/ 54 h 101" name="T25"/>
              <a:gd fmla="*/ 77 w 96" name="T26"/>
              <a:gd fmla="*/ 83 h 101" name="T27"/>
              <a:gd fmla="*/ 75 w 96" name="T28"/>
              <a:gd fmla="*/ 85 h 101" name="T29"/>
              <a:gd fmla="*/ 79 w 96" name="T30"/>
              <a:gd fmla="*/ 101 h 101" name="T31"/>
              <a:gd fmla="*/ 74 w 96" name="T32"/>
              <a:gd fmla="*/ 101 h 101" name="T33"/>
              <a:gd fmla="*/ 63 w 96" name="T34"/>
              <a:gd fmla="*/ 93 h 101" name="T35"/>
              <a:gd fmla="*/ 49 w 96" name="T36"/>
              <a:gd fmla="*/ 96 h 101" name="T37"/>
              <a:gd fmla="*/ 32 w 96" name="T38"/>
              <a:gd fmla="*/ 93 h 101" name="T39"/>
              <a:gd fmla="*/ 22 w 96" name="T40"/>
              <a:gd fmla="*/ 101 h 101" name="T41"/>
              <a:gd fmla="*/ 17 w 96" name="T42"/>
              <a:gd fmla="*/ 101 h 101" name="T43"/>
              <a:gd fmla="*/ 21 w 96" name="T44"/>
              <a:gd fmla="*/ 86 h 101" name="T45"/>
              <a:gd fmla="*/ 20 w 96" name="T46"/>
              <a:gd fmla="*/ 86 h 101" name="T47"/>
              <a:gd fmla="*/ 82 w 96" name="T48"/>
              <a:gd fmla="*/ 6 h 101" name="T49"/>
              <a:gd fmla="*/ 60 w 96" name="T50"/>
              <a:gd fmla="*/ 11 h 101" name="T51"/>
              <a:gd fmla="*/ 92 w 96" name="T52"/>
              <a:gd fmla="*/ 31 h 101" name="T53"/>
              <a:gd fmla="*/ 88 w 96" name="T54"/>
              <a:gd fmla="*/ 9 h 101" name="T55"/>
              <a:gd fmla="*/ 92 w 96" name="T56"/>
              <a:gd fmla="*/ 3 h 101" name="T57"/>
              <a:gd fmla="*/ 86 w 96" name="T58"/>
              <a:gd fmla="*/ 0 h 101" name="T59"/>
              <a:gd fmla="*/ 82 w 96" name="T60"/>
              <a:gd fmla="*/ 6 h 101" name="T61"/>
              <a:gd fmla="*/ 14 w 96" name="T62"/>
              <a:gd fmla="*/ 6 h 101" name="T63"/>
              <a:gd fmla="*/ 10 w 96" name="T64"/>
              <a:gd fmla="*/ 0 h 101" name="T65"/>
              <a:gd fmla="*/ 4 w 96" name="T66"/>
              <a:gd fmla="*/ 3 h 101" name="T67"/>
              <a:gd fmla="*/ 8 w 96" name="T68"/>
              <a:gd fmla="*/ 9 h 101" name="T69"/>
              <a:gd fmla="*/ 4 w 96" name="T70"/>
              <a:gd fmla="*/ 31 h 101" name="T71"/>
              <a:gd fmla="*/ 36 w 96" name="T72"/>
              <a:gd fmla="*/ 11 h 101" name="T73"/>
              <a:gd fmla="*/ 14 w 96" name="T74"/>
              <a:gd fmla="*/ 6 h 101" name="T75"/>
              <a:gd fmla="*/ 43 w 96" name="T76"/>
              <a:gd fmla="*/ 54 h 101" name="T77"/>
              <a:gd fmla="*/ 42 w 96" name="T78"/>
              <a:gd fmla="*/ 56 h 101" name="T79"/>
              <a:gd fmla="*/ 22 w 96" name="T80"/>
              <a:gd fmla="*/ 61 h 101" name="T81"/>
              <a:gd fmla="*/ 22 w 96" name="T82"/>
              <a:gd fmla="*/ 64 h 101" name="T83"/>
              <a:gd fmla="*/ 43 w 96" name="T84"/>
              <a:gd fmla="*/ 59 h 101" name="T85"/>
              <a:gd fmla="*/ 46 w 96" name="T86"/>
              <a:gd fmla="*/ 61 h 101" name="T87"/>
              <a:gd fmla="*/ 54 w 96" name="T88"/>
              <a:gd fmla="*/ 58 h 101" name="T89"/>
              <a:gd fmla="*/ 50 w 96" name="T90"/>
              <a:gd fmla="*/ 50 h 101" name="T91"/>
              <a:gd fmla="*/ 49 w 96" name="T92"/>
              <a:gd fmla="*/ 50 h 101" name="T93"/>
              <a:gd fmla="*/ 41 w 96" name="T94"/>
              <a:gd fmla="*/ 37 h 101" name="T95"/>
              <a:gd fmla="*/ 38 w 96" name="T96"/>
              <a:gd fmla="*/ 39 h 101" name="T97"/>
              <a:gd fmla="*/ 44 w 96" name="T98"/>
              <a:gd fmla="*/ 52 h 101" name="T99"/>
              <a:gd fmla="*/ 43 w 96" name="T100"/>
              <a:gd fmla="*/ 54 h 101" name="T101"/>
              <a:gd fmla="*/ 18 w 96" name="T102"/>
              <a:gd fmla="*/ 58 h 101" name="T103"/>
              <a:gd fmla="*/ 28 w 96" name="T104"/>
              <a:gd fmla="*/ 78 h 101" name="T105"/>
              <a:gd fmla="*/ 49 w 96" name="T106"/>
              <a:gd fmla="*/ 85 h 101" name="T107"/>
              <a:gd fmla="*/ 69 w 96" name="T108"/>
              <a:gd fmla="*/ 76 h 101" name="T109"/>
              <a:gd fmla="*/ 76 w 96" name="T110"/>
              <a:gd fmla="*/ 55 h 101" name="T111"/>
              <a:gd fmla="*/ 67 w 96" name="T112"/>
              <a:gd fmla="*/ 35 h 101" name="T113"/>
              <a:gd fmla="*/ 46 w 96" name="T114"/>
              <a:gd fmla="*/ 27 h 101" name="T115"/>
              <a:gd fmla="*/ 26 w 96" name="T116"/>
              <a:gd fmla="*/ 37 h 101" name="T117"/>
              <a:gd fmla="*/ 18 w 96" name="T118"/>
              <a:gd fmla="*/ 58 h 101" name="T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b="b" l="0" r="r" t="0"/>
            <a:pathLst>
              <a:path h="101" w="96">
                <a:moveTo>
                  <a:pt x="20" y="86"/>
                </a:moveTo>
                <a:cubicBezTo>
                  <a:pt x="12" y="78"/>
                  <a:pt x="8" y="68"/>
                  <a:pt x="7" y="58"/>
                </a:cubicBezTo>
                <a:cubicBezTo>
                  <a:pt x="7" y="48"/>
                  <a:pt x="10" y="38"/>
                  <a:pt x="18" y="29"/>
                </a:cubicBezTo>
                <a:cubicBezTo>
                  <a:pt x="24" y="22"/>
                  <a:pt x="33" y="18"/>
                  <a:pt x="42" y="17"/>
                </a:cubicBezTo>
                <a:cubicBezTo>
                  <a:pt x="41" y="9"/>
                  <a:pt x="41" y="9"/>
                  <a:pt x="41" y="9"/>
                </a:cubicBezTo>
                <a:cubicBezTo>
                  <a:pt x="36" y="10"/>
                  <a:pt x="36" y="10"/>
                  <a:pt x="36" y="10"/>
                </a:cubicBezTo>
                <a:cubicBezTo>
                  <a:pt x="35" y="5"/>
                  <a:pt x="35" y="5"/>
                  <a:pt x="35" y="5"/>
                </a:cubicBezTo>
                <a:cubicBezTo>
                  <a:pt x="48" y="3"/>
                  <a:pt x="48" y="3"/>
                  <a:pt x="48" y="3"/>
                </a:cubicBezTo>
                <a:cubicBezTo>
                  <a:pt x="49" y="8"/>
                  <a:pt x="49" y="8"/>
                  <a:pt x="49" y="8"/>
                </a:cubicBezTo>
                <a:cubicBezTo>
                  <a:pt x="44" y="9"/>
                  <a:pt x="44" y="9"/>
                  <a:pt x="44" y="9"/>
                </a:cubicBezTo>
                <a:cubicBezTo>
                  <a:pt x="46" y="16"/>
                  <a:pt x="46" y="16"/>
                  <a:pt x="46" y="16"/>
                </a:cubicBezTo>
                <a:cubicBezTo>
                  <a:pt x="56" y="16"/>
                  <a:pt x="66" y="19"/>
                  <a:pt x="74" y="27"/>
                </a:cubicBezTo>
                <a:cubicBezTo>
                  <a:pt x="82" y="34"/>
                  <a:pt x="87" y="44"/>
                  <a:pt x="87" y="54"/>
                </a:cubicBezTo>
                <a:cubicBezTo>
                  <a:pt x="88" y="65"/>
                  <a:pt x="84" y="75"/>
                  <a:pt x="77" y="83"/>
                </a:cubicBezTo>
                <a:cubicBezTo>
                  <a:pt x="76" y="84"/>
                  <a:pt x="76" y="84"/>
                  <a:pt x="75" y="85"/>
                </a:cubicBezTo>
                <a:cubicBezTo>
                  <a:pt x="79" y="101"/>
                  <a:pt x="79" y="101"/>
                  <a:pt x="79" y="101"/>
                </a:cubicBezTo>
                <a:cubicBezTo>
                  <a:pt x="74" y="101"/>
                  <a:pt x="74" y="101"/>
                  <a:pt x="74" y="101"/>
                </a:cubicBezTo>
                <a:cubicBezTo>
                  <a:pt x="63" y="93"/>
                  <a:pt x="63" y="93"/>
                  <a:pt x="63" y="93"/>
                </a:cubicBezTo>
                <a:cubicBezTo>
                  <a:pt x="59" y="95"/>
                  <a:pt x="54" y="96"/>
                  <a:pt x="49" y="96"/>
                </a:cubicBezTo>
                <a:cubicBezTo>
                  <a:pt x="44" y="96"/>
                  <a:pt x="38" y="95"/>
                  <a:pt x="32" y="93"/>
                </a:cubicBezTo>
                <a:cubicBezTo>
                  <a:pt x="22" y="101"/>
                  <a:pt x="22" y="101"/>
                  <a:pt x="22" y="101"/>
                </a:cubicBezTo>
                <a:cubicBezTo>
                  <a:pt x="17" y="101"/>
                  <a:pt x="17" y="101"/>
                  <a:pt x="17" y="101"/>
                </a:cubicBezTo>
                <a:cubicBezTo>
                  <a:pt x="21" y="86"/>
                  <a:pt x="21" y="86"/>
                  <a:pt x="21" y="86"/>
                </a:cubicBezTo>
                <a:cubicBezTo>
                  <a:pt x="20" y="86"/>
                  <a:pt x="20" y="86"/>
                  <a:pt x="20" y="86"/>
                </a:cubicBezTo>
                <a:close/>
                <a:moveTo>
                  <a:pt x="82" y="6"/>
                </a:moveTo>
                <a:cubicBezTo>
                  <a:pt x="74" y="3"/>
                  <a:pt x="66" y="5"/>
                  <a:pt x="60" y="11"/>
                </a:cubicBezTo>
                <a:cubicBezTo>
                  <a:pt x="92" y="31"/>
                  <a:pt x="92" y="31"/>
                  <a:pt x="92" y="31"/>
                </a:cubicBezTo>
                <a:cubicBezTo>
                  <a:pt x="96" y="24"/>
                  <a:pt x="94" y="15"/>
                  <a:pt x="88" y="9"/>
                </a:cubicBezTo>
                <a:cubicBezTo>
                  <a:pt x="92" y="3"/>
                  <a:pt x="92" y="3"/>
                  <a:pt x="92" y="3"/>
                </a:cubicBezTo>
                <a:cubicBezTo>
                  <a:pt x="86" y="0"/>
                  <a:pt x="86" y="0"/>
                  <a:pt x="86" y="0"/>
                </a:cubicBezTo>
                <a:cubicBezTo>
                  <a:pt x="82" y="6"/>
                  <a:pt x="82" y="6"/>
                  <a:pt x="82" y="6"/>
                </a:cubicBezTo>
                <a:close/>
                <a:moveTo>
                  <a:pt x="14" y="6"/>
                </a:moveTo>
                <a:cubicBezTo>
                  <a:pt x="10" y="0"/>
                  <a:pt x="10" y="0"/>
                  <a:pt x="10" y="0"/>
                </a:cubicBezTo>
                <a:cubicBezTo>
                  <a:pt x="4" y="3"/>
                  <a:pt x="4" y="3"/>
                  <a:pt x="4" y="3"/>
                </a:cubicBezTo>
                <a:cubicBezTo>
                  <a:pt x="8" y="9"/>
                  <a:pt x="8" y="9"/>
                  <a:pt x="8" y="9"/>
                </a:cubicBezTo>
                <a:cubicBezTo>
                  <a:pt x="2" y="15"/>
                  <a:pt x="0" y="24"/>
                  <a:pt x="4" y="31"/>
                </a:cubicBezTo>
                <a:cubicBezTo>
                  <a:pt x="36" y="11"/>
                  <a:pt x="36" y="11"/>
                  <a:pt x="36" y="11"/>
                </a:cubicBezTo>
                <a:cubicBezTo>
                  <a:pt x="30" y="5"/>
                  <a:pt x="21" y="3"/>
                  <a:pt x="14" y="6"/>
                </a:cubicBezTo>
                <a:close/>
                <a:moveTo>
                  <a:pt x="43" y="54"/>
                </a:moveTo>
                <a:cubicBezTo>
                  <a:pt x="42" y="55"/>
                  <a:pt x="42" y="55"/>
                  <a:pt x="42" y="56"/>
                </a:cubicBezTo>
                <a:cubicBezTo>
                  <a:pt x="35" y="57"/>
                  <a:pt x="28" y="58"/>
                  <a:pt x="22" y="61"/>
                </a:cubicBezTo>
                <a:cubicBezTo>
                  <a:pt x="22" y="62"/>
                  <a:pt x="22" y="63"/>
                  <a:pt x="22" y="64"/>
                </a:cubicBezTo>
                <a:cubicBezTo>
                  <a:pt x="29" y="63"/>
                  <a:pt x="37" y="62"/>
                  <a:pt x="43" y="59"/>
                </a:cubicBezTo>
                <a:cubicBezTo>
                  <a:pt x="44" y="60"/>
                  <a:pt x="45" y="61"/>
                  <a:pt x="46" y="61"/>
                </a:cubicBezTo>
                <a:cubicBezTo>
                  <a:pt x="49" y="62"/>
                  <a:pt x="53" y="61"/>
                  <a:pt x="54" y="58"/>
                </a:cubicBezTo>
                <a:cubicBezTo>
                  <a:pt x="55" y="55"/>
                  <a:pt x="53" y="51"/>
                  <a:pt x="50" y="50"/>
                </a:cubicBezTo>
                <a:cubicBezTo>
                  <a:pt x="50" y="50"/>
                  <a:pt x="49" y="50"/>
                  <a:pt x="49" y="50"/>
                </a:cubicBezTo>
                <a:cubicBezTo>
                  <a:pt x="47" y="46"/>
                  <a:pt x="44" y="41"/>
                  <a:pt x="41" y="37"/>
                </a:cubicBezTo>
                <a:cubicBezTo>
                  <a:pt x="40" y="38"/>
                  <a:pt x="39" y="39"/>
                  <a:pt x="38" y="39"/>
                </a:cubicBezTo>
                <a:cubicBezTo>
                  <a:pt x="39" y="44"/>
                  <a:pt x="41" y="48"/>
                  <a:pt x="44" y="52"/>
                </a:cubicBezTo>
                <a:cubicBezTo>
                  <a:pt x="43" y="52"/>
                  <a:pt x="43" y="53"/>
                  <a:pt x="43" y="54"/>
                </a:cubicBezTo>
                <a:close/>
                <a:moveTo>
                  <a:pt x="18" y="58"/>
                </a:moveTo>
                <a:cubicBezTo>
                  <a:pt x="19" y="65"/>
                  <a:pt x="22" y="72"/>
                  <a:pt x="28" y="78"/>
                </a:cubicBezTo>
                <a:cubicBezTo>
                  <a:pt x="34" y="83"/>
                  <a:pt x="41" y="86"/>
                  <a:pt x="49" y="85"/>
                </a:cubicBezTo>
                <a:cubicBezTo>
                  <a:pt x="56" y="85"/>
                  <a:pt x="63" y="82"/>
                  <a:pt x="69" y="76"/>
                </a:cubicBezTo>
                <a:cubicBezTo>
                  <a:pt x="74" y="70"/>
                  <a:pt x="77" y="62"/>
                  <a:pt x="76" y="55"/>
                </a:cubicBezTo>
                <a:cubicBezTo>
                  <a:pt x="76" y="47"/>
                  <a:pt x="73" y="40"/>
                  <a:pt x="67" y="35"/>
                </a:cubicBezTo>
                <a:cubicBezTo>
                  <a:pt x="61" y="29"/>
                  <a:pt x="53" y="27"/>
                  <a:pt x="46" y="27"/>
                </a:cubicBezTo>
                <a:cubicBezTo>
                  <a:pt x="38" y="28"/>
                  <a:pt x="31" y="31"/>
                  <a:pt x="26" y="37"/>
                </a:cubicBezTo>
                <a:cubicBezTo>
                  <a:pt x="20" y="43"/>
                  <a:pt x="18" y="50"/>
                  <a:pt x="18" y="58"/>
                </a:cubicBezTo>
                <a:close/>
              </a:path>
            </a:pathLst>
          </a:custGeom>
          <a:solidFill>
            <a:schemeClr val="accent1"/>
          </a:solidFill>
          <a:ln>
            <a:noFill/>
          </a:ln>
        </p:spPr>
        <p:txBody>
          <a:bodyPr anchor="t" anchorCtr="0" bIns="48216" compatLnSpc="1" lIns="96430" numCol="1" rIns="96430" tIns="48216" vert="horz"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just">
              <a:lnSpc>
                <a:spcPct val="120000"/>
              </a:lnSpc>
            </a:pPr>
            <a:endParaRPr altLang="en-US" lang="zh-CN" sz="950">
              <a:solidFill>
                <a:prstClr val="black"/>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7" name="Freeform 46"/>
          <p:cNvSpPr>
            <a:spLocks noEditPoints="1"/>
          </p:cNvSpPr>
          <p:nvPr/>
        </p:nvSpPr>
        <p:spPr bwMode="auto">
          <a:xfrm>
            <a:off x="6114638" y="4163299"/>
            <a:ext cx="355312" cy="287275"/>
          </a:xfrm>
          <a:custGeom>
            <a:avLst/>
            <a:gdLst>
              <a:gd fmla="*/ 86 w 109" name="T0"/>
              <a:gd fmla="*/ 88 h 88" name="T1"/>
              <a:gd fmla="*/ 84 w 109" name="T2"/>
              <a:gd fmla="*/ 44 h 88" name="T3"/>
              <a:gd fmla="*/ 80 w 109" name="T4"/>
              <a:gd fmla="*/ 71 h 88" name="T5"/>
              <a:gd fmla="*/ 109 w 109" name="T6"/>
              <a:gd fmla="*/ 0 h 88" name="T7"/>
              <a:gd fmla="*/ 92 w 109" name="T8"/>
              <a:gd fmla="*/ 33 h 88" name="T9"/>
              <a:gd fmla="*/ 80 w 109" name="T10"/>
              <a:gd fmla="*/ 25 h 88" name="T11"/>
              <a:gd fmla="*/ 67 w 109" name="T12"/>
              <a:gd fmla="*/ 68 h 88" name="T13"/>
              <a:gd fmla="*/ 37 w 109" name="T14"/>
              <a:gd fmla="*/ 73 h 88" name="T15"/>
              <a:gd fmla="*/ 19 w 109" name="T16"/>
              <a:gd fmla="*/ 63 h 88" name="T17"/>
              <a:gd fmla="*/ 0 w 109" name="T18"/>
              <a:gd fmla="*/ 56 h 88" name="T19"/>
              <a:gd fmla="*/ 25 w 109" name="T20"/>
              <a:gd fmla="*/ 48 h 88" name="T21"/>
              <a:gd fmla="*/ 30 w 109" name="T22"/>
              <a:gd fmla="*/ 57 h 88" name="T23"/>
              <a:gd fmla="*/ 44 w 109" name="T24"/>
              <a:gd fmla="*/ 29 h 88" name="T25"/>
              <a:gd fmla="*/ 66 w 109" name="T26"/>
              <a:gd fmla="*/ 50 h 88" name="T27"/>
              <a:gd fmla="*/ 68 w 109" name="T28"/>
              <a:gd fmla="*/ 18 h 88" name="T29"/>
              <a:gd fmla="*/ 78 w 109" name="T30"/>
              <a:gd fmla="*/ 12 h 88" name="T31"/>
              <a:gd fmla="*/ 90 w 109" name="T32"/>
              <a:gd fmla="*/ 1 h 88" name="T33"/>
              <a:gd fmla="*/ 22 w 109" name="T34"/>
              <a:gd fmla="*/ 88 h 88" name="T35"/>
              <a:gd fmla="*/ 29 w 109" name="T36"/>
              <a:gd fmla="*/ 80 h 88" name="T37"/>
              <a:gd fmla="*/ 22 w 109" name="T38"/>
              <a:gd fmla="*/ 79 h 88" name="T39"/>
              <a:gd fmla="*/ 11 w 109" name="T40"/>
              <a:gd fmla="*/ 88 h 88" name="T41"/>
              <a:gd fmla="*/ 17 w 109" name="T42"/>
              <a:gd fmla="*/ 71 h 88" name="T43"/>
              <a:gd fmla="*/ 11 w 109" name="T44"/>
              <a:gd fmla="*/ 73 h 88" name="T45"/>
              <a:gd fmla="*/ 34 w 109" name="T46"/>
              <a:gd fmla="*/ 88 h 88" name="T47"/>
              <a:gd fmla="*/ 40 w 109" name="T48"/>
              <a:gd fmla="*/ 79 h 88" name="T49"/>
              <a:gd fmla="*/ 34 w 109" name="T50"/>
              <a:gd fmla="*/ 80 h 88" name="T51"/>
              <a:gd fmla="*/ 45 w 109" name="T52"/>
              <a:gd fmla="*/ 88 h 88" name="T53"/>
              <a:gd fmla="*/ 52 w 109" name="T54"/>
              <a:gd fmla="*/ 63 h 88" name="T55"/>
              <a:gd fmla="*/ 45 w 109" name="T56"/>
              <a:gd fmla="*/ 69 h 88" name="T57"/>
              <a:gd fmla="*/ 57 w 109" name="T58"/>
              <a:gd fmla="*/ 88 h 88" name="T59"/>
              <a:gd fmla="*/ 63 w 109" name="T60"/>
              <a:gd fmla="*/ 73 h 88" name="T61"/>
              <a:gd fmla="*/ 57 w 109" name="T62"/>
              <a:gd fmla="*/ 88 h 88" name="T63"/>
              <a:gd fmla="*/ 75 w 109" name="T64"/>
              <a:gd fmla="*/ 88 h 88" name="T65"/>
              <a:gd fmla="*/ 68 w 109" name="T66"/>
              <a:gd fmla="*/ 75 h 88" name="T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b="b" l="0" r="r" t="0"/>
            <a:pathLst>
              <a:path h="88" w="109">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accent3"/>
          </a:solidFill>
          <a:ln>
            <a:noFill/>
          </a:ln>
        </p:spPr>
        <p:txBody>
          <a:bodyPr anchor="t" anchorCtr="0" bIns="48216" compatLnSpc="1" lIns="96430" numCol="1" rIns="96430" tIns="48216" vert="horz"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just">
              <a:lnSpc>
                <a:spcPct val="120000"/>
              </a:lnSpc>
            </a:pPr>
            <a:endParaRPr altLang="en-US" lang="zh-CN" sz="950">
              <a:solidFill>
                <a:prstClr val="black"/>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8" name="Freeform 47"/>
          <p:cNvSpPr>
            <a:spLocks noEditPoints="1"/>
          </p:cNvSpPr>
          <p:nvPr/>
        </p:nvSpPr>
        <p:spPr bwMode="auto">
          <a:xfrm>
            <a:off x="9499987" y="4160779"/>
            <a:ext cx="237380" cy="347754"/>
          </a:xfrm>
          <a:custGeom>
            <a:avLst/>
            <a:gdLst>
              <a:gd fmla="*/ 16 w 73" name="T0"/>
              <a:gd fmla="*/ 77 h 107" name="T1"/>
              <a:gd fmla="*/ 57 w 73" name="T2"/>
              <a:gd fmla="*/ 77 h 107" name="T3"/>
              <a:gd fmla="*/ 52 w 73" name="T4"/>
              <a:gd fmla="*/ 101 h 107" name="T5"/>
              <a:gd fmla="*/ 45 w 73" name="T6"/>
              <a:gd fmla="*/ 101 h 107" name="T7"/>
              <a:gd fmla="*/ 37 w 73" name="T8"/>
              <a:gd fmla="*/ 107 h 107" name="T9"/>
              <a:gd fmla="*/ 29 w 73" name="T10"/>
              <a:gd fmla="*/ 101 h 107" name="T11"/>
              <a:gd fmla="*/ 21 w 73" name="T12"/>
              <a:gd fmla="*/ 101 h 107" name="T13"/>
              <a:gd fmla="*/ 16 w 73" name="T14"/>
              <a:gd fmla="*/ 77 h 107" name="T15"/>
              <a:gd fmla="*/ 51 w 73" name="T16"/>
              <a:gd fmla="*/ 29 h 107" name="T17"/>
              <a:gd fmla="*/ 52 w 73" name="T18"/>
              <a:gd fmla="*/ 35 h 107" name="T19"/>
              <a:gd fmla="*/ 51 w 73" name="T20"/>
              <a:gd fmla="*/ 37 h 107" name="T21"/>
              <a:gd fmla="*/ 53 w 73" name="T22"/>
              <a:gd fmla="*/ 38 h 107" name="T23"/>
              <a:gd fmla="*/ 52 w 73" name="T24"/>
              <a:gd fmla="*/ 42 h 107" name="T25"/>
              <a:gd fmla="*/ 50 w 73" name="T26"/>
              <a:gd fmla="*/ 42 h 107" name="T27"/>
              <a:gd fmla="*/ 52 w 73" name="T28"/>
              <a:gd fmla="*/ 44 h 107" name="T29"/>
              <a:gd fmla="*/ 51 w 73" name="T30"/>
              <a:gd fmla="*/ 47 h 107" name="T31"/>
              <a:gd fmla="*/ 50 w 73" name="T32"/>
              <a:gd fmla="*/ 48 h 107" name="T33"/>
              <a:gd fmla="*/ 51 w 73" name="T34"/>
              <a:gd fmla="*/ 49 h 107" name="T35"/>
              <a:gd fmla="*/ 50 w 73" name="T36"/>
              <a:gd fmla="*/ 53 h 107" name="T37"/>
              <a:gd fmla="*/ 47 w 73" name="T38"/>
              <a:gd fmla="*/ 54 h 107" name="T39"/>
              <a:gd fmla="*/ 29 w 73" name="T40"/>
              <a:gd fmla="*/ 49 h 107" name="T41"/>
              <a:gd fmla="*/ 21 w 73" name="T42"/>
              <a:gd fmla="*/ 49 h 107" name="T43"/>
              <a:gd fmla="*/ 21 w 73" name="T44"/>
              <a:gd fmla="*/ 32 h 107" name="T45"/>
              <a:gd fmla="*/ 28 w 73" name="T46"/>
              <a:gd fmla="*/ 31 h 107" name="T47"/>
              <a:gd fmla="*/ 42 w 73" name="T48"/>
              <a:gd fmla="*/ 16 h 107" name="T49"/>
              <a:gd fmla="*/ 38 w 73" name="T50"/>
              <a:gd fmla="*/ 30 h 107" name="T51"/>
              <a:gd fmla="*/ 51 w 73" name="T52"/>
              <a:gd fmla="*/ 29 h 107" name="T53"/>
              <a:gd fmla="*/ 15 w 73" name="T54"/>
              <a:gd fmla="*/ 71 h 107" name="T55"/>
              <a:gd fmla="*/ 25 w 73" name="T56"/>
              <a:gd fmla="*/ 71 h 107" name="T57"/>
              <a:gd fmla="*/ 17 w 73" name="T58"/>
              <a:gd fmla="*/ 48 h 107" name="T59"/>
              <a:gd fmla="*/ 11 w 73" name="T60"/>
              <a:gd fmla="*/ 29 h 107" name="T61"/>
              <a:gd fmla="*/ 23 w 73" name="T62"/>
              <a:gd fmla="*/ 13 h 107" name="T63"/>
              <a:gd fmla="*/ 37 w 73" name="T64"/>
              <a:gd fmla="*/ 11 h 107" name="T65"/>
              <a:gd fmla="*/ 50 w 73" name="T66"/>
              <a:gd fmla="*/ 14 h 107" name="T67"/>
              <a:gd fmla="*/ 62 w 73" name="T68"/>
              <a:gd fmla="*/ 29 h 107" name="T69"/>
              <a:gd fmla="*/ 56 w 73" name="T70"/>
              <a:gd fmla="*/ 48 h 107" name="T71"/>
              <a:gd fmla="*/ 48 w 73" name="T72"/>
              <a:gd fmla="*/ 71 h 107" name="T73"/>
              <a:gd fmla="*/ 58 w 73" name="T74"/>
              <a:gd fmla="*/ 71 h 107" name="T75"/>
              <a:gd fmla="*/ 65 w 73" name="T76"/>
              <a:gd fmla="*/ 52 h 107" name="T77"/>
              <a:gd fmla="*/ 71 w 73" name="T78"/>
              <a:gd fmla="*/ 27 h 107" name="T79"/>
              <a:gd fmla="*/ 55 w 73" name="T80"/>
              <a:gd fmla="*/ 5 h 107" name="T81"/>
              <a:gd fmla="*/ 37 w 73" name="T82"/>
              <a:gd fmla="*/ 1 h 107" name="T83"/>
              <a:gd fmla="*/ 19 w 73" name="T84"/>
              <a:gd fmla="*/ 5 h 107" name="T85"/>
              <a:gd fmla="*/ 2 w 73" name="T86"/>
              <a:gd fmla="*/ 27 h 107" name="T87"/>
              <a:gd fmla="*/ 8 w 73" name="T88"/>
              <a:gd fmla="*/ 53 h 107" name="T89"/>
              <a:gd fmla="*/ 15 w 73" name="T90"/>
              <a:gd fmla="*/ 71 h 107" name="T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b="b" l="0" r="r" t="0"/>
            <a:pathLst>
              <a:path h="107" w="73">
                <a:moveTo>
                  <a:pt x="16" y="77"/>
                </a:moveTo>
                <a:cubicBezTo>
                  <a:pt x="57" y="77"/>
                  <a:pt x="57" y="77"/>
                  <a:pt x="57" y="77"/>
                </a:cubicBezTo>
                <a:cubicBezTo>
                  <a:pt x="52" y="101"/>
                  <a:pt x="52" y="101"/>
                  <a:pt x="52" y="101"/>
                </a:cubicBezTo>
                <a:cubicBezTo>
                  <a:pt x="45" y="101"/>
                  <a:pt x="45" y="101"/>
                  <a:pt x="45" y="101"/>
                </a:cubicBezTo>
                <a:cubicBezTo>
                  <a:pt x="44" y="104"/>
                  <a:pt x="41" y="107"/>
                  <a:pt x="37" y="107"/>
                </a:cubicBezTo>
                <a:cubicBezTo>
                  <a:pt x="33" y="107"/>
                  <a:pt x="30" y="104"/>
                  <a:pt x="29" y="101"/>
                </a:cubicBezTo>
                <a:cubicBezTo>
                  <a:pt x="21" y="101"/>
                  <a:pt x="21" y="101"/>
                  <a:pt x="21" y="101"/>
                </a:cubicBezTo>
                <a:cubicBezTo>
                  <a:pt x="16" y="77"/>
                  <a:pt x="16" y="77"/>
                  <a:pt x="16" y="77"/>
                </a:cubicBezTo>
                <a:close/>
                <a:moveTo>
                  <a:pt x="51" y="29"/>
                </a:moveTo>
                <a:cubicBezTo>
                  <a:pt x="52" y="35"/>
                  <a:pt x="52" y="35"/>
                  <a:pt x="52" y="35"/>
                </a:cubicBezTo>
                <a:cubicBezTo>
                  <a:pt x="51" y="37"/>
                  <a:pt x="51" y="37"/>
                  <a:pt x="51" y="37"/>
                </a:cubicBezTo>
                <a:cubicBezTo>
                  <a:pt x="53" y="38"/>
                  <a:pt x="53" y="38"/>
                  <a:pt x="53" y="38"/>
                </a:cubicBezTo>
                <a:cubicBezTo>
                  <a:pt x="52" y="42"/>
                  <a:pt x="52" y="42"/>
                  <a:pt x="52" y="42"/>
                </a:cubicBezTo>
                <a:cubicBezTo>
                  <a:pt x="50" y="42"/>
                  <a:pt x="50" y="42"/>
                  <a:pt x="50" y="42"/>
                </a:cubicBezTo>
                <a:cubicBezTo>
                  <a:pt x="52" y="44"/>
                  <a:pt x="52" y="44"/>
                  <a:pt x="52" y="44"/>
                </a:cubicBezTo>
                <a:cubicBezTo>
                  <a:pt x="51" y="47"/>
                  <a:pt x="51" y="47"/>
                  <a:pt x="51" y="47"/>
                </a:cubicBezTo>
                <a:cubicBezTo>
                  <a:pt x="50" y="48"/>
                  <a:pt x="50" y="48"/>
                  <a:pt x="50" y="48"/>
                </a:cubicBezTo>
                <a:cubicBezTo>
                  <a:pt x="51" y="49"/>
                  <a:pt x="51" y="49"/>
                  <a:pt x="51" y="49"/>
                </a:cubicBezTo>
                <a:cubicBezTo>
                  <a:pt x="50" y="53"/>
                  <a:pt x="50" y="53"/>
                  <a:pt x="50" y="53"/>
                </a:cubicBezTo>
                <a:cubicBezTo>
                  <a:pt x="47" y="54"/>
                  <a:pt x="47" y="54"/>
                  <a:pt x="47" y="54"/>
                </a:cubicBezTo>
                <a:cubicBezTo>
                  <a:pt x="29" y="49"/>
                  <a:pt x="29" y="49"/>
                  <a:pt x="29" y="49"/>
                </a:cubicBezTo>
                <a:cubicBezTo>
                  <a:pt x="21" y="49"/>
                  <a:pt x="21" y="49"/>
                  <a:pt x="21" y="49"/>
                </a:cubicBezTo>
                <a:cubicBezTo>
                  <a:pt x="21" y="32"/>
                  <a:pt x="21" y="32"/>
                  <a:pt x="21" y="32"/>
                </a:cubicBezTo>
                <a:cubicBezTo>
                  <a:pt x="28" y="31"/>
                  <a:pt x="28" y="31"/>
                  <a:pt x="28" y="31"/>
                </a:cubicBezTo>
                <a:cubicBezTo>
                  <a:pt x="42" y="16"/>
                  <a:pt x="42" y="16"/>
                  <a:pt x="42" y="16"/>
                </a:cubicBezTo>
                <a:cubicBezTo>
                  <a:pt x="50" y="21"/>
                  <a:pt x="43" y="27"/>
                  <a:pt x="38" y="30"/>
                </a:cubicBezTo>
                <a:cubicBezTo>
                  <a:pt x="51" y="29"/>
                  <a:pt x="51" y="29"/>
                  <a:pt x="51" y="29"/>
                </a:cubicBezTo>
                <a:close/>
                <a:moveTo>
                  <a:pt x="15" y="71"/>
                </a:moveTo>
                <a:cubicBezTo>
                  <a:pt x="25" y="71"/>
                  <a:pt x="25" y="71"/>
                  <a:pt x="25" y="71"/>
                </a:cubicBezTo>
                <a:cubicBezTo>
                  <a:pt x="24" y="62"/>
                  <a:pt x="20" y="55"/>
                  <a:pt x="17" y="48"/>
                </a:cubicBezTo>
                <a:cubicBezTo>
                  <a:pt x="13" y="41"/>
                  <a:pt x="10" y="34"/>
                  <a:pt x="11" y="29"/>
                </a:cubicBezTo>
                <a:cubicBezTo>
                  <a:pt x="13" y="21"/>
                  <a:pt x="17" y="16"/>
                  <a:pt x="23" y="13"/>
                </a:cubicBezTo>
                <a:cubicBezTo>
                  <a:pt x="27" y="11"/>
                  <a:pt x="32" y="10"/>
                  <a:pt x="37" y="11"/>
                </a:cubicBezTo>
                <a:cubicBezTo>
                  <a:pt x="42" y="11"/>
                  <a:pt x="46" y="12"/>
                  <a:pt x="50" y="14"/>
                </a:cubicBezTo>
                <a:cubicBezTo>
                  <a:pt x="56" y="17"/>
                  <a:pt x="60" y="22"/>
                  <a:pt x="62" y="29"/>
                </a:cubicBezTo>
                <a:cubicBezTo>
                  <a:pt x="63" y="34"/>
                  <a:pt x="59" y="41"/>
                  <a:pt x="56" y="48"/>
                </a:cubicBezTo>
                <a:cubicBezTo>
                  <a:pt x="53" y="55"/>
                  <a:pt x="49" y="62"/>
                  <a:pt x="48" y="71"/>
                </a:cubicBezTo>
                <a:cubicBezTo>
                  <a:pt x="58" y="71"/>
                  <a:pt x="58" y="71"/>
                  <a:pt x="58" y="71"/>
                </a:cubicBezTo>
                <a:cubicBezTo>
                  <a:pt x="59" y="64"/>
                  <a:pt x="62" y="58"/>
                  <a:pt x="65" y="52"/>
                </a:cubicBezTo>
                <a:cubicBezTo>
                  <a:pt x="69" y="44"/>
                  <a:pt x="73" y="36"/>
                  <a:pt x="71" y="27"/>
                </a:cubicBezTo>
                <a:cubicBezTo>
                  <a:pt x="70" y="17"/>
                  <a:pt x="63" y="9"/>
                  <a:pt x="55" y="5"/>
                </a:cubicBezTo>
                <a:cubicBezTo>
                  <a:pt x="49" y="2"/>
                  <a:pt x="43" y="1"/>
                  <a:pt x="37" y="1"/>
                </a:cubicBezTo>
                <a:cubicBezTo>
                  <a:pt x="31" y="0"/>
                  <a:pt x="24" y="2"/>
                  <a:pt x="19" y="5"/>
                </a:cubicBezTo>
                <a:cubicBezTo>
                  <a:pt x="10" y="9"/>
                  <a:pt x="4" y="16"/>
                  <a:pt x="2" y="27"/>
                </a:cubicBezTo>
                <a:cubicBezTo>
                  <a:pt x="0" y="36"/>
                  <a:pt x="4" y="44"/>
                  <a:pt x="8" y="53"/>
                </a:cubicBezTo>
                <a:cubicBezTo>
                  <a:pt x="11" y="58"/>
                  <a:pt x="13" y="64"/>
                  <a:pt x="15" y="71"/>
                </a:cubicBezTo>
                <a:close/>
              </a:path>
            </a:pathLst>
          </a:custGeom>
          <a:solidFill>
            <a:schemeClr val="accent4"/>
          </a:solidFill>
          <a:ln>
            <a:noFill/>
          </a:ln>
        </p:spPr>
        <p:txBody>
          <a:bodyPr anchor="t" anchorCtr="0" bIns="48216" compatLnSpc="1" lIns="96430" numCol="1" rIns="96430" tIns="48216" vert="horz"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just">
              <a:lnSpc>
                <a:spcPct val="120000"/>
              </a:lnSpc>
            </a:pPr>
            <a:endParaRPr altLang="en-US" lang="zh-CN" sz="950">
              <a:solidFill>
                <a:prstClr val="black"/>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9" name="Freeform 48"/>
          <p:cNvSpPr>
            <a:spLocks noEditPoints="1"/>
          </p:cNvSpPr>
          <p:nvPr/>
        </p:nvSpPr>
        <p:spPr bwMode="auto">
          <a:xfrm>
            <a:off x="9489855" y="2005215"/>
            <a:ext cx="250987" cy="303906"/>
          </a:xfrm>
          <a:custGeom>
            <a:avLst/>
            <a:gdLst>
              <a:gd fmla="*/ 0 w 77" name="T0"/>
              <a:gd fmla="*/ 85 h 93" name="T1"/>
              <a:gd fmla="*/ 30 w 77" name="T2"/>
              <a:gd fmla="*/ 20 h 93" name="T3"/>
              <a:gd fmla="*/ 38 w 77" name="T4"/>
              <a:gd fmla="*/ 26 h 93" name="T5"/>
              <a:gd fmla="*/ 39 w 77" name="T6"/>
              <a:gd fmla="*/ 27 h 93" name="T7"/>
              <a:gd fmla="*/ 39 w 77" name="T8"/>
              <a:gd fmla="*/ 27 h 93" name="T9"/>
              <a:gd fmla="*/ 40 w 77" name="T10"/>
              <a:gd fmla="*/ 27 h 93" name="T11"/>
              <a:gd fmla="*/ 40 w 77" name="T12"/>
              <a:gd fmla="*/ 28 h 93" name="T13"/>
              <a:gd fmla="*/ 40 w 77" name="T14"/>
              <a:gd fmla="*/ 28 h 93" name="T15"/>
              <a:gd fmla="*/ 41 w 77" name="T16"/>
              <a:gd fmla="*/ 28 h 93" name="T17"/>
              <a:gd fmla="*/ 41 w 77" name="T18"/>
              <a:gd fmla="*/ 29 h 93" name="T19"/>
              <a:gd fmla="*/ 42 w 77" name="T20"/>
              <a:gd fmla="*/ 29 h 93" name="T21"/>
              <a:gd fmla="*/ 42 w 77" name="T22"/>
              <a:gd fmla="*/ 29 h 93" name="T23"/>
              <a:gd fmla="*/ 43 w 77" name="T24"/>
              <a:gd fmla="*/ 29 h 93" name="T25"/>
              <a:gd fmla="*/ 43 w 77" name="T26"/>
              <a:gd fmla="*/ 30 h 93" name="T27"/>
              <a:gd fmla="*/ 43 w 77" name="T28"/>
              <a:gd fmla="*/ 30 h 93" name="T29"/>
              <a:gd fmla="*/ 48 w 77" name="T30"/>
              <a:gd fmla="*/ 33 h 93" name="T31"/>
              <a:gd fmla="*/ 48 w 77" name="T32"/>
              <a:gd fmla="*/ 33 h 93" name="T33"/>
              <a:gd fmla="*/ 49 w 77" name="T34"/>
              <a:gd fmla="*/ 34 h 93" name="T35"/>
              <a:gd fmla="*/ 49 w 77" name="T36"/>
              <a:gd fmla="*/ 34 h 93" name="T37"/>
              <a:gd fmla="*/ 50 w 77" name="T38"/>
              <a:gd fmla="*/ 34 h 93" name="T39"/>
              <a:gd fmla="*/ 50 w 77" name="T40"/>
              <a:gd fmla="*/ 35 h 93" name="T41"/>
              <a:gd fmla="*/ 50 w 77" name="T42"/>
              <a:gd fmla="*/ 35 h 93" name="T43"/>
              <a:gd fmla="*/ 51 w 77" name="T44"/>
              <a:gd fmla="*/ 35 h 93" name="T45"/>
              <a:gd fmla="*/ 51 w 77" name="T46"/>
              <a:gd fmla="*/ 36 h 93" name="T47"/>
              <a:gd fmla="*/ 52 w 77" name="T48"/>
              <a:gd fmla="*/ 36 h 93" name="T49"/>
              <a:gd fmla="*/ 52 w 77" name="T50"/>
              <a:gd fmla="*/ 36 h 93" name="T51"/>
              <a:gd fmla="*/ 53 w 77" name="T52"/>
              <a:gd fmla="*/ 37 h 93" name="T53"/>
              <a:gd fmla="*/ 53 w 77" name="T54"/>
              <a:gd fmla="*/ 37 h 93" name="T55"/>
              <a:gd fmla="*/ 48 w 77" name="T56"/>
              <a:gd fmla="*/ 79 h 93" name="T57"/>
              <a:gd fmla="*/ 7 w 77" name="T58"/>
              <a:gd fmla="*/ 91 h 93" name="T59"/>
              <a:gd fmla="*/ 35 w 77" name="T60"/>
              <a:gd fmla="*/ 64 h 93" name="T61"/>
              <a:gd fmla="*/ 19 w 77" name="T62"/>
              <a:gd fmla="*/ 53 h 93" name="T63"/>
              <a:gd fmla="*/ 3 w 77" name="T64"/>
              <a:gd fmla="*/ 88 h 93" name="T65"/>
              <a:gd fmla="*/ 73 w 77" name="T66"/>
              <a:gd fmla="*/ 93 h 93" name="T67"/>
              <a:gd fmla="*/ 54 w 77" name="T68"/>
              <a:gd fmla="*/ 83 h 93" name="T69"/>
              <a:gd fmla="*/ 69 w 77" name="T70"/>
              <a:gd fmla="*/ 42 h 93" name="T71"/>
              <a:gd fmla="*/ 34 w 77" name="T72"/>
              <a:gd fmla="*/ 0 h 93" name="T73"/>
              <a:gd fmla="*/ 69 w 77" name="T74"/>
              <a:gd fmla="*/ 42 h 93" name="T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b="b" l="0" r="r" t="0"/>
            <a:pathLst>
              <a:path h="93" w="77">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accent2"/>
          </a:solidFill>
          <a:ln>
            <a:noFill/>
          </a:ln>
        </p:spPr>
        <p:txBody>
          <a:bodyPr anchor="t" anchorCtr="0" bIns="48216" compatLnSpc="1" lIns="96430" numCol="1" rIns="96430" tIns="48216" vert="horz" wrap="square">
            <a:normAutofit/>
          </a:bodyPr>
          <a:ls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algn="just">
              <a:lnSpc>
                <a:spcPct val="120000"/>
              </a:lnSpc>
            </a:pPr>
            <a:endParaRPr altLang="en-US" lang="zh-CN" sz="950">
              <a:solidFill>
                <a:prstClr val="black"/>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0" name="Donut 49"/>
          <p:cNvSpPr/>
          <p:nvPr/>
        </p:nvSpPr>
        <p:spPr>
          <a:xfrm>
            <a:off x="9256431" y="3957754"/>
            <a:ext cx="724494" cy="724494"/>
          </a:xfrm>
          <a:prstGeom prst="donut">
            <a:avLst>
              <a:gd fmla="val 6804" name="adj"/>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p>
            <a:pPr algn="just">
              <a:lnSpc>
                <a:spcPct val="120000"/>
              </a:lnSpc>
            </a:pPr>
            <a:endParaRPr lang="en-GB" sz="950">
              <a:solidFill>
                <a:schemeClr val="tx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1" name="Donut 50"/>
          <p:cNvSpPr/>
          <p:nvPr/>
        </p:nvSpPr>
        <p:spPr>
          <a:xfrm>
            <a:off x="5931813" y="3957907"/>
            <a:ext cx="724494" cy="724494"/>
          </a:xfrm>
          <a:prstGeom prst="donut">
            <a:avLst>
              <a:gd fmla="val 6804" name="adj"/>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p>
            <a:pPr algn="just">
              <a:lnSpc>
                <a:spcPct val="120000"/>
              </a:lnSpc>
            </a:pPr>
            <a:endParaRPr lang="en-GB" sz="950">
              <a:solidFill>
                <a:schemeClr val="tx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2" name="Donut 51"/>
          <p:cNvSpPr/>
          <p:nvPr/>
        </p:nvSpPr>
        <p:spPr>
          <a:xfrm>
            <a:off x="9250726" y="1794921"/>
            <a:ext cx="724494" cy="724494"/>
          </a:xfrm>
          <a:prstGeom prst="donut">
            <a:avLst>
              <a:gd fmla="val 6804" name="adj"/>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rmAutofit/>
          </a:bodyPr>
          <a:lstStyle/>
          <a:p>
            <a:pPr algn="just">
              <a:lnSpc>
                <a:spcPct val="120000"/>
              </a:lnSpc>
            </a:pPr>
            <a:endParaRPr lang="en-GB" sz="950">
              <a:solidFill>
                <a:schemeClr val="tx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6" name="TextBox 55"/>
          <p:cNvSpPr txBox="1"/>
          <p:nvPr/>
        </p:nvSpPr>
        <p:spPr>
          <a:xfrm>
            <a:off x="10029825" y="1889760"/>
            <a:ext cx="2574925" cy="414020"/>
          </a:xfrm>
          <a:prstGeom prst="rect">
            <a:avLst/>
          </a:prstGeom>
          <a:noFill/>
        </p:spPr>
        <p:txBody>
          <a:bodyPr rtlCol="0" wrap="square">
            <a:normAutofit/>
          </a:bodyPr>
          <a:lstStyle/>
          <a:p>
            <a:pPr algn="l" eaLnBrk="1" hangingPunct="0" indent="0" latinLnBrk="0" marL="0">
              <a:lnSpc>
                <a:spcPct val="120000"/>
              </a:lnSpc>
            </a:pPr>
            <a:r>
              <a:rPr altLang="zh-CN" lang="en-US" smtClean="0" sz="14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技术积累</a:t>
            </a:r>
            <a:endParaRPr altLang="zh-CN" lang="en-US" smtClean="0" sz="14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1" name="Rectangle 60"/>
          <p:cNvSpPr/>
          <p:nvPr/>
        </p:nvSpPr>
        <p:spPr>
          <a:xfrm>
            <a:off x="5883910" y="2529840"/>
            <a:ext cx="3208655" cy="1323975"/>
          </a:xfrm>
          <a:prstGeom prst="rect">
            <a:avLst/>
          </a:prstGeom>
        </p:spPr>
        <p:txBody>
          <a:bodyPr wrap="square">
            <a:normAutofit/>
          </a:body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杭州萤石网络股份有限公司致力于成为全球领先的智能家居服务商及物联网云平台提供商，以安全为核心，为家庭、小微企业及行业客户提供智能化解决方案。</a:t>
            </a:r>
            <a:endParaRPr dirty="0"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2" name="Rectangle 61"/>
          <p:cNvSpPr/>
          <p:nvPr/>
        </p:nvSpPr>
        <p:spPr>
          <a:xfrm>
            <a:off x="5883910" y="4699000"/>
            <a:ext cx="3208655" cy="1323975"/>
          </a:xfrm>
          <a:prstGeom prst="rect">
            <a:avLst/>
          </a:prstGeom>
        </p:spPr>
        <p:txBody>
          <a:bodyPr wrap="square">
            <a:normAutofit/>
          </a:body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业务覆盖智能家居硬件、物联网云平台服务及行业解决方案，形成“硬件+平台+服务”的一体化生态，满足多元化场景需求。</a:t>
            </a:r>
            <a:endParaRPr dirty="0"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3" name="Rectangle 62"/>
          <p:cNvSpPr/>
          <p:nvPr/>
        </p:nvSpPr>
        <p:spPr>
          <a:xfrm>
            <a:off x="9194165" y="2529840"/>
            <a:ext cx="3326765" cy="1323975"/>
          </a:xfrm>
          <a:prstGeom prst="rect">
            <a:avLst/>
          </a:prstGeom>
        </p:spPr>
        <p:txBody>
          <a:bodyPr wrap="square">
            <a:normAutofit/>
          </a:body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公司在AIoT领域拥有深厚的技术积累，包括人工智能算法、物联网通信协议、云平台架构及大数据分析能力，持续推动产品智能化升级。</a:t>
            </a:r>
            <a:endParaRPr dirty="0"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4" name="Rectangle 63"/>
          <p:cNvSpPr/>
          <p:nvPr/>
        </p:nvSpPr>
        <p:spPr>
          <a:xfrm>
            <a:off x="9187815" y="4699000"/>
            <a:ext cx="3333115" cy="1323975"/>
          </a:xfrm>
          <a:prstGeom prst="rect">
            <a:avLst/>
          </a:prstGeom>
        </p:spPr>
        <p:txBody>
          <a:bodyPr wrap="square">
            <a:normAutofit/>
          </a:body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核心优势在于自主研发的AI技术、完整的产业链布局、强大的品牌影响力及全球化服务网络，确保市场竞争力和持续创新。</a:t>
            </a:r>
            <a:endParaRPr dirty="0"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5" name="TextBox 8"/>
          <p:cNvSpPr txBox="1"/>
          <p:nvPr/>
        </p:nvSpPr>
        <p:spPr>
          <a:xfrm>
            <a:off x="824230" y="233680"/>
            <a:ext cx="11282045" cy="492125"/>
          </a:xfrm>
          <a:prstGeom prst="rect">
            <a:avLst/>
          </a:prstGeom>
          <a:noFill/>
        </p:spPr>
        <p:txBody>
          <a:bodyPr anchor="ctr" bIns="0" lIns="0" rIns="0" rtlCol="0" tIns="0" wrap="square">
            <a:normAutofit fontScale="90000"/>
          </a:bodyPr>
          <a:lstStyle/>
          <a:p>
            <a:pPr algn="l"/>
            <a:r>
              <a:rPr altLang="zh-CN" dirty="0" lang="en-US"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公司定位</a:t>
            </a:r>
            <a:endParaRPr dirty="0" lang="zh-CN" sz="40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2" name="TextBox 53"/>
          <p:cNvSpPr txBox="1"/>
          <p:nvPr>
            <p:custDataLst>
              <p:tags r:id="rId1"/>
            </p:custDataLst>
          </p:nvPr>
        </p:nvSpPr>
        <p:spPr>
          <a:xfrm>
            <a:off x="6717665" y="4075430"/>
            <a:ext cx="2375535" cy="431165"/>
          </a:xfrm>
          <a:prstGeom prst="rect">
            <a:avLst/>
          </a:prstGeom>
          <a:noFill/>
        </p:spPr>
        <p:txBody>
          <a:bodyPr rtlCol="0" wrap="square">
            <a:normAutofit/>
          </a:bodyPr>
          <a:lstStyle/>
          <a:p>
            <a:pPr algn="l">
              <a:lnSpc>
                <a:spcPct val="120000"/>
              </a:lnSpc>
            </a:pPr>
            <a:r>
              <a:rPr b="1" dirty="0" lang="en-US" sz="1400">
                <a:solidFill>
                  <a:schemeClr val="accent1"/>
                </a:solidFill>
                <a:latin charset="0" panose="020B0604020202020204" pitchFamily="34" typeface="Arial"/>
                <a:ea charset="-122" panose="020B0503020204020204" pitchFamily="34" typeface="微软雅黑"/>
                <a:cs typeface="+mn-ea"/>
                <a:sym charset="0" panose="020B0604020202020204" pitchFamily="34" typeface="Arial"/>
              </a:rPr>
              <a:t>业务布局</a:t>
            </a:r>
            <a:endParaRPr b="1" dirty="0" lang="en-US" sz="1400">
              <a:solidFill>
                <a:schemeClr val="accent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4" name="TextBox 55"/>
          <p:cNvSpPr txBox="1"/>
          <p:nvPr>
            <p:custDataLst>
              <p:tags r:id="rId2"/>
            </p:custDataLst>
          </p:nvPr>
        </p:nvSpPr>
        <p:spPr>
          <a:xfrm>
            <a:off x="10029825" y="4048125"/>
            <a:ext cx="2575560" cy="414655"/>
          </a:xfrm>
          <a:prstGeom prst="rect">
            <a:avLst/>
          </a:prstGeom>
          <a:noFill/>
        </p:spPr>
        <p:txBody>
          <a:bodyPr rtlCol="0" wrap="square">
            <a:normAutofit/>
          </a:bodyPr>
          <a:lstStyle/>
          <a:p>
            <a:pPr algn="l">
              <a:lnSpc>
                <a:spcPct val="120000"/>
              </a:lnSpc>
            </a:pPr>
            <a:r>
              <a:rPr altLang="zh-CN" lang="en-US" smtClean="0" sz="14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核心优势</a:t>
            </a:r>
            <a:endParaRPr altLang="zh-CN" lang="en-US" smtClean="0" sz="14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5" name="文本框 14"/>
          <p:cNvSpPr txBox="1"/>
          <p:nvPr/>
        </p:nvSpPr>
        <p:spPr>
          <a:xfrm>
            <a:off x="6717665" y="1918970"/>
            <a:ext cx="2339975" cy="395605"/>
          </a:xfrm>
          <a:prstGeom prst="rect">
            <a:avLst/>
          </a:prstGeom>
          <a:noFill/>
        </p:spPr>
        <p:txBody>
          <a:bodyPr rtlCol="0" wrap="square">
            <a:normAutofit/>
          </a:bodyPr>
          <a:lstStyle/>
          <a:p>
            <a:pPr algn="l" eaLnBrk="1" hangingPunct="0" indent="0" latinLnBrk="0" marL="0">
              <a:lnSpc>
                <a:spcPct val="120000"/>
              </a:lnSpc>
            </a:pPr>
            <a:r>
              <a:rPr b="1" dirty="0" lang="en-US" sz="1400">
                <a:solidFill>
                  <a:schemeClr val="accent1"/>
                </a:solidFill>
                <a:latin charset="0" panose="020B0604020202020204" pitchFamily="34" typeface="Arial"/>
                <a:ea charset="-122" panose="020B0503020204020204" pitchFamily="34" typeface="微软雅黑"/>
                <a:cs typeface="+mn-ea"/>
                <a:sym charset="0" panose="020B0604020202020204" pitchFamily="34" typeface="Arial"/>
              </a:rPr>
              <a:t>公司定位</a:t>
            </a:r>
            <a:endParaRPr b="1" dirty="0" lang="en-US" sz="1400">
              <a:solidFill>
                <a:schemeClr val="accent1"/>
              </a:solidFill>
              <a:latin charset="0" panose="020B0604020202020204" pitchFamily="34" typeface="Arial"/>
              <a:ea charset="-122" panose="020B0503020204020204" pitchFamily="34" typeface="微软雅黑"/>
              <a:cs typeface="+mn-ea"/>
              <a:sym charset="0" panose="020B0604020202020204" pitchFamily="34" typeface="Arial"/>
            </a:endParaRPr>
          </a:p>
        </p:txBody>
      </p:sp>
    </p:spTree>
  </p:cSld>
  <p:clrMapOvr>
    <a:masterClrMapping/>
  </p:clrMapOvr>
  <p:transition advTm="0" spd="med">
    <p:pull/>
  </p:transition>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afterEffect" presetClass="entr" presetID="42" presetSubtype="0">
                                  <p:stCondLst>
                                    <p:cond delay="0"/>
                                  </p:stCondLst>
                                  <p:childTnLst>
                                    <p:set>
                                      <p:cBhvr>
                                        <p:cTn dur="1" fill="hold" id="6">
                                          <p:stCondLst>
                                            <p:cond delay="0"/>
                                          </p:stCondLst>
                                        </p:cTn>
                                        <p:tgtEl>
                                          <p:spTgt spid="4"/>
                                        </p:tgtEl>
                                        <p:attrNameLst>
                                          <p:attrName>style.visibility</p:attrName>
                                        </p:attrNameLst>
                                      </p:cBhvr>
                                      <p:to>
                                        <p:strVal val="visible"/>
                                      </p:to>
                                    </p:set>
                                    <p:animEffect filter="fade" transition="in">
                                      <p:cBhvr>
                                        <p:cTn dur="1000" id="7"/>
                                        <p:tgtEl>
                                          <p:spTgt spid="4"/>
                                        </p:tgtEl>
                                      </p:cBhvr>
                                    </p:animEffect>
                                    <p:anim calcmode="lin" valueType="num">
                                      <p:cBhvr>
                                        <p:cTn dur="1000" fill="hold" id="8"/>
                                        <p:tgtEl>
                                          <p:spTgt spid="4"/>
                                        </p:tgtEl>
                                        <p:attrNameLst>
                                          <p:attrName>ppt_x</p:attrName>
                                        </p:attrNameLst>
                                      </p:cBhvr>
                                      <p:tavLst>
                                        <p:tav tm="0">
                                          <p:val>
                                            <p:strVal val="#ppt_x"/>
                                          </p:val>
                                        </p:tav>
                                        <p:tav tm="100000">
                                          <p:val>
                                            <p:strVal val="#ppt_x"/>
                                          </p:val>
                                        </p:tav>
                                      </p:tavLst>
                                    </p:anim>
                                    <p:anim calcmode="lin" valueType="num">
                                      <p:cBhvr>
                                        <p:cTn dur="1000" fill="hold" id="9"/>
                                        <p:tgtEl>
                                          <p:spTgt spid="4"/>
                                        </p:tgtEl>
                                        <p:attrNameLst>
                                          <p:attrName>ppt_y</p:attrName>
                                        </p:attrNameLst>
                                      </p:cBhvr>
                                      <p:tavLst>
                                        <p:tav tm="0">
                                          <p:val>
                                            <p:strVal val="#ppt_y+.1"/>
                                          </p:val>
                                        </p:tav>
                                        <p:tav tm="100000">
                                          <p:val>
                                            <p:strVal val="#ppt_y"/>
                                          </p:val>
                                        </p:tav>
                                      </p:tavLst>
                                    </p:anim>
                                  </p:childTnLst>
                                </p:cTn>
                              </p:par>
                            </p:childTnLst>
                          </p:cTn>
                        </p:par>
                        <p:par>
                          <p:cTn fill="hold" id="10">
                            <p:stCondLst>
                              <p:cond delay="1000"/>
                            </p:stCondLst>
                            <p:childTnLst>
                              <p:par>
                                <p:cTn decel="100000" fill="hold" grpId="0" id="11" nodeType="afterEffect" presetClass="entr" presetID="49" presetSubtype="0">
                                  <p:stCondLst>
                                    <p:cond delay="0"/>
                                  </p:stCondLst>
                                  <p:childTnLst>
                                    <p:set>
                                      <p:cBhvr>
                                        <p:cTn dur="1" fill="hold" id="12">
                                          <p:stCondLst>
                                            <p:cond delay="0"/>
                                          </p:stCondLst>
                                        </p:cTn>
                                        <p:tgtEl>
                                          <p:spTgt spid="45"/>
                                        </p:tgtEl>
                                        <p:attrNameLst>
                                          <p:attrName>style.visibility</p:attrName>
                                        </p:attrNameLst>
                                      </p:cBhvr>
                                      <p:to>
                                        <p:strVal val="visible"/>
                                      </p:to>
                                    </p:set>
                                    <p:anim calcmode="lin" valueType="num">
                                      <p:cBhvr>
                                        <p:cTn dur="500" fill="hold" id="13"/>
                                        <p:tgtEl>
                                          <p:spTgt spid="45"/>
                                        </p:tgtEl>
                                        <p:attrNameLst>
                                          <p:attrName>ppt_w</p:attrName>
                                        </p:attrNameLst>
                                      </p:cBhvr>
                                      <p:tavLst>
                                        <p:tav tm="0">
                                          <p:val>
                                            <p:fltVal val="0"/>
                                          </p:val>
                                        </p:tav>
                                        <p:tav tm="100000">
                                          <p:val>
                                            <p:strVal val="#ppt_w"/>
                                          </p:val>
                                        </p:tav>
                                      </p:tavLst>
                                    </p:anim>
                                    <p:anim calcmode="lin" valueType="num">
                                      <p:cBhvr>
                                        <p:cTn dur="500" fill="hold" id="14"/>
                                        <p:tgtEl>
                                          <p:spTgt spid="45"/>
                                        </p:tgtEl>
                                        <p:attrNameLst>
                                          <p:attrName>ppt_h</p:attrName>
                                        </p:attrNameLst>
                                      </p:cBhvr>
                                      <p:tavLst>
                                        <p:tav tm="0">
                                          <p:val>
                                            <p:fltVal val="0"/>
                                          </p:val>
                                        </p:tav>
                                        <p:tav tm="100000">
                                          <p:val>
                                            <p:strVal val="#ppt_h"/>
                                          </p:val>
                                        </p:tav>
                                      </p:tavLst>
                                    </p:anim>
                                    <p:anim calcmode="lin" valueType="num">
                                      <p:cBhvr>
                                        <p:cTn dur="500" fill="hold" id="15"/>
                                        <p:tgtEl>
                                          <p:spTgt spid="45"/>
                                        </p:tgtEl>
                                        <p:attrNameLst>
                                          <p:attrName>style.rotation</p:attrName>
                                        </p:attrNameLst>
                                      </p:cBhvr>
                                      <p:tavLst>
                                        <p:tav tm="0">
                                          <p:val>
                                            <p:fltVal val="360"/>
                                          </p:val>
                                        </p:tav>
                                        <p:tav tm="100000">
                                          <p:val>
                                            <p:fltVal val="0"/>
                                          </p:val>
                                        </p:tav>
                                      </p:tavLst>
                                    </p:anim>
                                    <p:animEffect filter="fade" transition="in">
                                      <p:cBhvr>
                                        <p:cTn dur="500" id="16"/>
                                        <p:tgtEl>
                                          <p:spTgt spid="45"/>
                                        </p:tgtEl>
                                      </p:cBhvr>
                                    </p:animEffect>
                                  </p:childTnLst>
                                </p:cTn>
                              </p:par>
                            </p:childTnLst>
                          </p:cTn>
                        </p:par>
                        <p:par>
                          <p:cTn fill="hold" id="17">
                            <p:stCondLst>
                              <p:cond delay="1500"/>
                            </p:stCondLst>
                            <p:childTnLst>
                              <p:par>
                                <p:cTn decel="100000" fill="hold" grpId="0" id="18" nodeType="afterEffect" presetClass="entr" presetID="49" presetSubtype="0">
                                  <p:stCondLst>
                                    <p:cond delay="0"/>
                                  </p:stCondLst>
                                  <p:childTnLst>
                                    <p:set>
                                      <p:cBhvr>
                                        <p:cTn dur="1" fill="hold" id="19">
                                          <p:stCondLst>
                                            <p:cond delay="0"/>
                                          </p:stCondLst>
                                        </p:cTn>
                                        <p:tgtEl>
                                          <p:spTgt spid="46"/>
                                        </p:tgtEl>
                                        <p:attrNameLst>
                                          <p:attrName>style.visibility</p:attrName>
                                        </p:attrNameLst>
                                      </p:cBhvr>
                                      <p:to>
                                        <p:strVal val="visible"/>
                                      </p:to>
                                    </p:set>
                                    <p:anim calcmode="lin" valueType="num">
                                      <p:cBhvr>
                                        <p:cTn dur="500" fill="hold" id="20"/>
                                        <p:tgtEl>
                                          <p:spTgt spid="46"/>
                                        </p:tgtEl>
                                        <p:attrNameLst>
                                          <p:attrName>ppt_w</p:attrName>
                                        </p:attrNameLst>
                                      </p:cBhvr>
                                      <p:tavLst>
                                        <p:tav tm="0">
                                          <p:val>
                                            <p:fltVal val="0"/>
                                          </p:val>
                                        </p:tav>
                                        <p:tav tm="100000">
                                          <p:val>
                                            <p:strVal val="#ppt_w"/>
                                          </p:val>
                                        </p:tav>
                                      </p:tavLst>
                                    </p:anim>
                                    <p:anim calcmode="lin" valueType="num">
                                      <p:cBhvr>
                                        <p:cTn dur="500" fill="hold" id="21"/>
                                        <p:tgtEl>
                                          <p:spTgt spid="46"/>
                                        </p:tgtEl>
                                        <p:attrNameLst>
                                          <p:attrName>ppt_h</p:attrName>
                                        </p:attrNameLst>
                                      </p:cBhvr>
                                      <p:tavLst>
                                        <p:tav tm="0">
                                          <p:val>
                                            <p:fltVal val="0"/>
                                          </p:val>
                                        </p:tav>
                                        <p:tav tm="100000">
                                          <p:val>
                                            <p:strVal val="#ppt_h"/>
                                          </p:val>
                                        </p:tav>
                                      </p:tavLst>
                                    </p:anim>
                                    <p:anim calcmode="lin" valueType="num">
                                      <p:cBhvr>
                                        <p:cTn dur="500" fill="hold" id="22"/>
                                        <p:tgtEl>
                                          <p:spTgt spid="46"/>
                                        </p:tgtEl>
                                        <p:attrNameLst>
                                          <p:attrName>style.rotation</p:attrName>
                                        </p:attrNameLst>
                                      </p:cBhvr>
                                      <p:tavLst>
                                        <p:tav tm="0">
                                          <p:val>
                                            <p:fltVal val="360"/>
                                          </p:val>
                                        </p:tav>
                                        <p:tav tm="100000">
                                          <p:val>
                                            <p:fltVal val="0"/>
                                          </p:val>
                                        </p:tav>
                                      </p:tavLst>
                                    </p:anim>
                                    <p:animEffect filter="fade" transition="in">
                                      <p:cBhvr>
                                        <p:cTn dur="500" id="23"/>
                                        <p:tgtEl>
                                          <p:spTgt spid="46"/>
                                        </p:tgtEl>
                                      </p:cBhvr>
                                    </p:animEffect>
                                  </p:childTnLst>
                                </p:cTn>
                              </p:par>
                            </p:childTnLst>
                          </p:cTn>
                        </p:par>
                        <p:par>
                          <p:cTn fill="hold" id="24">
                            <p:stCondLst>
                              <p:cond delay="2000"/>
                            </p:stCondLst>
                            <p:childTnLst>
                              <p:par>
                                <p:cTn fill="hold" grpId="0" id="25" nodeType="afterEffect" presetClass="entr" presetID="53" presetSubtype="16">
                                  <p:stCondLst>
                                    <p:cond delay="0"/>
                                  </p:stCondLst>
                                  <p:childTnLst>
                                    <p:set>
                                      <p:cBhvr>
                                        <p:cTn dur="1" fill="hold" id="26">
                                          <p:stCondLst>
                                            <p:cond delay="0"/>
                                          </p:stCondLst>
                                        </p:cTn>
                                        <p:tgtEl>
                                          <p:spTgt spid="61"/>
                                        </p:tgtEl>
                                        <p:attrNameLst>
                                          <p:attrName>style.visibility</p:attrName>
                                        </p:attrNameLst>
                                      </p:cBhvr>
                                      <p:to>
                                        <p:strVal val="visible"/>
                                      </p:to>
                                    </p:set>
                                    <p:anim calcmode="lin" valueType="num">
                                      <p:cBhvr>
                                        <p:cTn dur="500" fill="hold" id="27"/>
                                        <p:tgtEl>
                                          <p:spTgt spid="61"/>
                                        </p:tgtEl>
                                        <p:attrNameLst>
                                          <p:attrName>ppt_w</p:attrName>
                                        </p:attrNameLst>
                                      </p:cBhvr>
                                      <p:tavLst>
                                        <p:tav tm="0">
                                          <p:val>
                                            <p:fltVal val="0"/>
                                          </p:val>
                                        </p:tav>
                                        <p:tav tm="100000">
                                          <p:val>
                                            <p:strVal val="#ppt_w"/>
                                          </p:val>
                                        </p:tav>
                                      </p:tavLst>
                                    </p:anim>
                                    <p:anim calcmode="lin" valueType="num">
                                      <p:cBhvr>
                                        <p:cTn dur="500" fill="hold" id="28"/>
                                        <p:tgtEl>
                                          <p:spTgt spid="61"/>
                                        </p:tgtEl>
                                        <p:attrNameLst>
                                          <p:attrName>ppt_h</p:attrName>
                                        </p:attrNameLst>
                                      </p:cBhvr>
                                      <p:tavLst>
                                        <p:tav tm="0">
                                          <p:val>
                                            <p:fltVal val="0"/>
                                          </p:val>
                                        </p:tav>
                                        <p:tav tm="100000">
                                          <p:val>
                                            <p:strVal val="#ppt_h"/>
                                          </p:val>
                                        </p:tav>
                                      </p:tavLst>
                                    </p:anim>
                                    <p:animEffect filter="fade" transition="in">
                                      <p:cBhvr>
                                        <p:cTn dur="500" id="29"/>
                                        <p:tgtEl>
                                          <p:spTgt spid="61"/>
                                        </p:tgtEl>
                                      </p:cBhvr>
                                    </p:animEffect>
                                  </p:childTnLst>
                                </p:cTn>
                              </p:par>
                            </p:childTnLst>
                          </p:cTn>
                        </p:par>
                        <p:par>
                          <p:cTn fill="hold" id="30">
                            <p:stCondLst>
                              <p:cond delay="2500"/>
                            </p:stCondLst>
                            <p:childTnLst>
                              <p:par>
                                <p:cTn decel="100000" fill="hold" grpId="0" id="31" nodeType="afterEffect" presetClass="entr" presetID="49" presetSubtype="0">
                                  <p:stCondLst>
                                    <p:cond delay="0"/>
                                  </p:stCondLst>
                                  <p:childTnLst>
                                    <p:set>
                                      <p:cBhvr>
                                        <p:cTn dur="1" fill="hold" id="32">
                                          <p:stCondLst>
                                            <p:cond delay="0"/>
                                          </p:stCondLst>
                                        </p:cTn>
                                        <p:tgtEl>
                                          <p:spTgt spid="52"/>
                                        </p:tgtEl>
                                        <p:attrNameLst>
                                          <p:attrName>style.visibility</p:attrName>
                                        </p:attrNameLst>
                                      </p:cBhvr>
                                      <p:to>
                                        <p:strVal val="visible"/>
                                      </p:to>
                                    </p:set>
                                    <p:anim calcmode="lin" valueType="num">
                                      <p:cBhvr>
                                        <p:cTn dur="500" fill="hold" id="33"/>
                                        <p:tgtEl>
                                          <p:spTgt spid="52"/>
                                        </p:tgtEl>
                                        <p:attrNameLst>
                                          <p:attrName>ppt_w</p:attrName>
                                        </p:attrNameLst>
                                      </p:cBhvr>
                                      <p:tavLst>
                                        <p:tav tm="0">
                                          <p:val>
                                            <p:fltVal val="0"/>
                                          </p:val>
                                        </p:tav>
                                        <p:tav tm="100000">
                                          <p:val>
                                            <p:strVal val="#ppt_w"/>
                                          </p:val>
                                        </p:tav>
                                      </p:tavLst>
                                    </p:anim>
                                    <p:anim calcmode="lin" valueType="num">
                                      <p:cBhvr>
                                        <p:cTn dur="500" fill="hold" id="34"/>
                                        <p:tgtEl>
                                          <p:spTgt spid="52"/>
                                        </p:tgtEl>
                                        <p:attrNameLst>
                                          <p:attrName>ppt_h</p:attrName>
                                        </p:attrNameLst>
                                      </p:cBhvr>
                                      <p:tavLst>
                                        <p:tav tm="0">
                                          <p:val>
                                            <p:fltVal val="0"/>
                                          </p:val>
                                        </p:tav>
                                        <p:tav tm="100000">
                                          <p:val>
                                            <p:strVal val="#ppt_h"/>
                                          </p:val>
                                        </p:tav>
                                      </p:tavLst>
                                    </p:anim>
                                    <p:anim calcmode="lin" valueType="num">
                                      <p:cBhvr>
                                        <p:cTn dur="500" fill="hold" id="35"/>
                                        <p:tgtEl>
                                          <p:spTgt spid="52"/>
                                        </p:tgtEl>
                                        <p:attrNameLst>
                                          <p:attrName>style.rotation</p:attrName>
                                        </p:attrNameLst>
                                      </p:cBhvr>
                                      <p:tavLst>
                                        <p:tav tm="0">
                                          <p:val>
                                            <p:fltVal val="360"/>
                                          </p:val>
                                        </p:tav>
                                        <p:tav tm="100000">
                                          <p:val>
                                            <p:fltVal val="0"/>
                                          </p:val>
                                        </p:tav>
                                      </p:tavLst>
                                    </p:anim>
                                    <p:animEffect filter="fade" transition="in">
                                      <p:cBhvr>
                                        <p:cTn dur="500" id="36"/>
                                        <p:tgtEl>
                                          <p:spTgt spid="52"/>
                                        </p:tgtEl>
                                      </p:cBhvr>
                                    </p:animEffect>
                                  </p:childTnLst>
                                </p:cTn>
                              </p:par>
                            </p:childTnLst>
                          </p:cTn>
                        </p:par>
                        <p:par>
                          <p:cTn fill="hold" id="37">
                            <p:stCondLst>
                              <p:cond delay="3000"/>
                            </p:stCondLst>
                            <p:childTnLst>
                              <p:par>
                                <p:cTn decel="100000" fill="hold" grpId="0" id="38" nodeType="afterEffect" presetClass="entr" presetID="49" presetSubtype="0">
                                  <p:stCondLst>
                                    <p:cond delay="0"/>
                                  </p:stCondLst>
                                  <p:childTnLst>
                                    <p:set>
                                      <p:cBhvr>
                                        <p:cTn dur="1" fill="hold" id="39">
                                          <p:stCondLst>
                                            <p:cond delay="0"/>
                                          </p:stCondLst>
                                        </p:cTn>
                                        <p:tgtEl>
                                          <p:spTgt spid="49"/>
                                        </p:tgtEl>
                                        <p:attrNameLst>
                                          <p:attrName>style.visibility</p:attrName>
                                        </p:attrNameLst>
                                      </p:cBhvr>
                                      <p:to>
                                        <p:strVal val="visible"/>
                                      </p:to>
                                    </p:set>
                                    <p:anim calcmode="lin" valueType="num">
                                      <p:cBhvr>
                                        <p:cTn dur="500" fill="hold" id="40"/>
                                        <p:tgtEl>
                                          <p:spTgt spid="49"/>
                                        </p:tgtEl>
                                        <p:attrNameLst>
                                          <p:attrName>ppt_w</p:attrName>
                                        </p:attrNameLst>
                                      </p:cBhvr>
                                      <p:tavLst>
                                        <p:tav tm="0">
                                          <p:val>
                                            <p:fltVal val="0"/>
                                          </p:val>
                                        </p:tav>
                                        <p:tav tm="100000">
                                          <p:val>
                                            <p:strVal val="#ppt_w"/>
                                          </p:val>
                                        </p:tav>
                                      </p:tavLst>
                                    </p:anim>
                                    <p:anim calcmode="lin" valueType="num">
                                      <p:cBhvr>
                                        <p:cTn dur="500" fill="hold" id="41"/>
                                        <p:tgtEl>
                                          <p:spTgt spid="49"/>
                                        </p:tgtEl>
                                        <p:attrNameLst>
                                          <p:attrName>ppt_h</p:attrName>
                                        </p:attrNameLst>
                                      </p:cBhvr>
                                      <p:tavLst>
                                        <p:tav tm="0">
                                          <p:val>
                                            <p:fltVal val="0"/>
                                          </p:val>
                                        </p:tav>
                                        <p:tav tm="100000">
                                          <p:val>
                                            <p:strVal val="#ppt_h"/>
                                          </p:val>
                                        </p:tav>
                                      </p:tavLst>
                                    </p:anim>
                                    <p:anim calcmode="lin" valueType="num">
                                      <p:cBhvr>
                                        <p:cTn dur="500" fill="hold" id="42"/>
                                        <p:tgtEl>
                                          <p:spTgt spid="49"/>
                                        </p:tgtEl>
                                        <p:attrNameLst>
                                          <p:attrName>style.rotation</p:attrName>
                                        </p:attrNameLst>
                                      </p:cBhvr>
                                      <p:tavLst>
                                        <p:tav tm="0">
                                          <p:val>
                                            <p:fltVal val="360"/>
                                          </p:val>
                                        </p:tav>
                                        <p:tav tm="100000">
                                          <p:val>
                                            <p:fltVal val="0"/>
                                          </p:val>
                                        </p:tav>
                                      </p:tavLst>
                                    </p:anim>
                                    <p:animEffect filter="fade" transition="in">
                                      <p:cBhvr>
                                        <p:cTn dur="500" id="43"/>
                                        <p:tgtEl>
                                          <p:spTgt spid="49"/>
                                        </p:tgtEl>
                                      </p:cBhvr>
                                    </p:animEffect>
                                  </p:childTnLst>
                                </p:cTn>
                              </p:par>
                            </p:childTnLst>
                          </p:cTn>
                        </p:par>
                        <p:par>
                          <p:cTn fill="hold" id="44">
                            <p:stCondLst>
                              <p:cond delay="3500"/>
                            </p:stCondLst>
                            <p:childTnLst>
                              <p:par>
                                <p:cTn fill="hold" grpId="0" id="45" nodeType="afterEffect" presetClass="entr" presetID="10" presetSubtype="0">
                                  <p:stCondLst>
                                    <p:cond delay="0"/>
                                  </p:stCondLst>
                                  <p:childTnLst>
                                    <p:set>
                                      <p:cBhvr>
                                        <p:cTn dur="1" fill="hold" id="46">
                                          <p:stCondLst>
                                            <p:cond delay="0"/>
                                          </p:stCondLst>
                                        </p:cTn>
                                        <p:tgtEl>
                                          <p:spTgt spid="56"/>
                                        </p:tgtEl>
                                        <p:attrNameLst>
                                          <p:attrName>style.visibility</p:attrName>
                                        </p:attrNameLst>
                                      </p:cBhvr>
                                      <p:to>
                                        <p:strVal val="visible"/>
                                      </p:to>
                                    </p:set>
                                    <p:animEffect filter="fade" transition="in">
                                      <p:cBhvr>
                                        <p:cTn dur="500" id="47"/>
                                        <p:tgtEl>
                                          <p:spTgt spid="56"/>
                                        </p:tgtEl>
                                      </p:cBhvr>
                                    </p:animEffect>
                                  </p:childTnLst>
                                </p:cTn>
                              </p:par>
                            </p:childTnLst>
                          </p:cTn>
                        </p:par>
                        <p:par>
                          <p:cTn fill="hold" id="48">
                            <p:stCondLst>
                              <p:cond delay="4000"/>
                            </p:stCondLst>
                            <p:childTnLst>
                              <p:par>
                                <p:cTn fill="hold" grpId="0" id="49" nodeType="afterEffect" presetClass="entr" presetID="53" presetSubtype="16">
                                  <p:stCondLst>
                                    <p:cond delay="0"/>
                                  </p:stCondLst>
                                  <p:childTnLst>
                                    <p:set>
                                      <p:cBhvr>
                                        <p:cTn dur="1" fill="hold" id="50">
                                          <p:stCondLst>
                                            <p:cond delay="0"/>
                                          </p:stCondLst>
                                        </p:cTn>
                                        <p:tgtEl>
                                          <p:spTgt spid="63"/>
                                        </p:tgtEl>
                                        <p:attrNameLst>
                                          <p:attrName>style.visibility</p:attrName>
                                        </p:attrNameLst>
                                      </p:cBhvr>
                                      <p:to>
                                        <p:strVal val="visible"/>
                                      </p:to>
                                    </p:set>
                                    <p:anim calcmode="lin" valueType="num">
                                      <p:cBhvr>
                                        <p:cTn dur="500" fill="hold" id="51"/>
                                        <p:tgtEl>
                                          <p:spTgt spid="63"/>
                                        </p:tgtEl>
                                        <p:attrNameLst>
                                          <p:attrName>ppt_w</p:attrName>
                                        </p:attrNameLst>
                                      </p:cBhvr>
                                      <p:tavLst>
                                        <p:tav tm="0">
                                          <p:val>
                                            <p:fltVal val="0"/>
                                          </p:val>
                                        </p:tav>
                                        <p:tav tm="100000">
                                          <p:val>
                                            <p:strVal val="#ppt_w"/>
                                          </p:val>
                                        </p:tav>
                                      </p:tavLst>
                                    </p:anim>
                                    <p:anim calcmode="lin" valueType="num">
                                      <p:cBhvr>
                                        <p:cTn dur="500" fill="hold" id="52"/>
                                        <p:tgtEl>
                                          <p:spTgt spid="63"/>
                                        </p:tgtEl>
                                        <p:attrNameLst>
                                          <p:attrName>ppt_h</p:attrName>
                                        </p:attrNameLst>
                                      </p:cBhvr>
                                      <p:tavLst>
                                        <p:tav tm="0">
                                          <p:val>
                                            <p:fltVal val="0"/>
                                          </p:val>
                                        </p:tav>
                                        <p:tav tm="100000">
                                          <p:val>
                                            <p:strVal val="#ppt_h"/>
                                          </p:val>
                                        </p:tav>
                                      </p:tavLst>
                                    </p:anim>
                                    <p:animEffect filter="fade" transition="in">
                                      <p:cBhvr>
                                        <p:cTn dur="500" id="53"/>
                                        <p:tgtEl>
                                          <p:spTgt spid="63"/>
                                        </p:tgtEl>
                                      </p:cBhvr>
                                    </p:animEffect>
                                  </p:childTnLst>
                                </p:cTn>
                              </p:par>
                            </p:childTnLst>
                          </p:cTn>
                        </p:par>
                        <p:par>
                          <p:cTn fill="hold" id="54">
                            <p:stCondLst>
                              <p:cond delay="4500"/>
                            </p:stCondLst>
                            <p:childTnLst>
                              <p:par>
                                <p:cTn decel="100000" fill="hold" grpId="0" id="55" nodeType="afterEffect" presetClass="entr" presetID="49" presetSubtype="0">
                                  <p:stCondLst>
                                    <p:cond delay="0"/>
                                  </p:stCondLst>
                                  <p:childTnLst>
                                    <p:set>
                                      <p:cBhvr>
                                        <p:cTn dur="1" fill="hold" id="56">
                                          <p:stCondLst>
                                            <p:cond delay="0"/>
                                          </p:stCondLst>
                                        </p:cTn>
                                        <p:tgtEl>
                                          <p:spTgt spid="51"/>
                                        </p:tgtEl>
                                        <p:attrNameLst>
                                          <p:attrName>style.visibility</p:attrName>
                                        </p:attrNameLst>
                                      </p:cBhvr>
                                      <p:to>
                                        <p:strVal val="visible"/>
                                      </p:to>
                                    </p:set>
                                    <p:anim calcmode="lin" valueType="num">
                                      <p:cBhvr>
                                        <p:cTn dur="500" fill="hold" id="57"/>
                                        <p:tgtEl>
                                          <p:spTgt spid="51"/>
                                        </p:tgtEl>
                                        <p:attrNameLst>
                                          <p:attrName>ppt_w</p:attrName>
                                        </p:attrNameLst>
                                      </p:cBhvr>
                                      <p:tavLst>
                                        <p:tav tm="0">
                                          <p:val>
                                            <p:fltVal val="0"/>
                                          </p:val>
                                        </p:tav>
                                        <p:tav tm="100000">
                                          <p:val>
                                            <p:strVal val="#ppt_w"/>
                                          </p:val>
                                        </p:tav>
                                      </p:tavLst>
                                    </p:anim>
                                    <p:anim calcmode="lin" valueType="num">
                                      <p:cBhvr>
                                        <p:cTn dur="500" fill="hold" id="58"/>
                                        <p:tgtEl>
                                          <p:spTgt spid="51"/>
                                        </p:tgtEl>
                                        <p:attrNameLst>
                                          <p:attrName>ppt_h</p:attrName>
                                        </p:attrNameLst>
                                      </p:cBhvr>
                                      <p:tavLst>
                                        <p:tav tm="0">
                                          <p:val>
                                            <p:fltVal val="0"/>
                                          </p:val>
                                        </p:tav>
                                        <p:tav tm="100000">
                                          <p:val>
                                            <p:strVal val="#ppt_h"/>
                                          </p:val>
                                        </p:tav>
                                      </p:tavLst>
                                    </p:anim>
                                    <p:anim calcmode="lin" valueType="num">
                                      <p:cBhvr>
                                        <p:cTn dur="500" fill="hold" id="59"/>
                                        <p:tgtEl>
                                          <p:spTgt spid="51"/>
                                        </p:tgtEl>
                                        <p:attrNameLst>
                                          <p:attrName>style.rotation</p:attrName>
                                        </p:attrNameLst>
                                      </p:cBhvr>
                                      <p:tavLst>
                                        <p:tav tm="0">
                                          <p:val>
                                            <p:fltVal val="360"/>
                                          </p:val>
                                        </p:tav>
                                        <p:tav tm="100000">
                                          <p:val>
                                            <p:fltVal val="0"/>
                                          </p:val>
                                        </p:tav>
                                      </p:tavLst>
                                    </p:anim>
                                    <p:animEffect filter="fade" transition="in">
                                      <p:cBhvr>
                                        <p:cTn dur="500" id="60"/>
                                        <p:tgtEl>
                                          <p:spTgt spid="51"/>
                                        </p:tgtEl>
                                      </p:cBhvr>
                                    </p:animEffect>
                                  </p:childTnLst>
                                </p:cTn>
                              </p:par>
                            </p:childTnLst>
                          </p:cTn>
                        </p:par>
                        <p:par>
                          <p:cTn fill="hold" id="61">
                            <p:stCondLst>
                              <p:cond delay="5000"/>
                            </p:stCondLst>
                            <p:childTnLst>
                              <p:par>
                                <p:cTn decel="100000" fill="hold" grpId="0" id="62" nodeType="afterEffect" presetClass="entr" presetID="49" presetSubtype="0">
                                  <p:stCondLst>
                                    <p:cond delay="0"/>
                                  </p:stCondLst>
                                  <p:childTnLst>
                                    <p:set>
                                      <p:cBhvr>
                                        <p:cTn dur="1" fill="hold" id="63">
                                          <p:stCondLst>
                                            <p:cond delay="0"/>
                                          </p:stCondLst>
                                        </p:cTn>
                                        <p:tgtEl>
                                          <p:spTgt spid="47"/>
                                        </p:tgtEl>
                                        <p:attrNameLst>
                                          <p:attrName>style.visibility</p:attrName>
                                        </p:attrNameLst>
                                      </p:cBhvr>
                                      <p:to>
                                        <p:strVal val="visible"/>
                                      </p:to>
                                    </p:set>
                                    <p:anim calcmode="lin" valueType="num">
                                      <p:cBhvr>
                                        <p:cTn dur="500" fill="hold" id="64"/>
                                        <p:tgtEl>
                                          <p:spTgt spid="47"/>
                                        </p:tgtEl>
                                        <p:attrNameLst>
                                          <p:attrName>ppt_w</p:attrName>
                                        </p:attrNameLst>
                                      </p:cBhvr>
                                      <p:tavLst>
                                        <p:tav tm="0">
                                          <p:val>
                                            <p:fltVal val="0"/>
                                          </p:val>
                                        </p:tav>
                                        <p:tav tm="100000">
                                          <p:val>
                                            <p:strVal val="#ppt_w"/>
                                          </p:val>
                                        </p:tav>
                                      </p:tavLst>
                                    </p:anim>
                                    <p:anim calcmode="lin" valueType="num">
                                      <p:cBhvr>
                                        <p:cTn dur="500" fill="hold" id="65"/>
                                        <p:tgtEl>
                                          <p:spTgt spid="47"/>
                                        </p:tgtEl>
                                        <p:attrNameLst>
                                          <p:attrName>ppt_h</p:attrName>
                                        </p:attrNameLst>
                                      </p:cBhvr>
                                      <p:tavLst>
                                        <p:tav tm="0">
                                          <p:val>
                                            <p:fltVal val="0"/>
                                          </p:val>
                                        </p:tav>
                                        <p:tav tm="100000">
                                          <p:val>
                                            <p:strVal val="#ppt_h"/>
                                          </p:val>
                                        </p:tav>
                                      </p:tavLst>
                                    </p:anim>
                                    <p:anim calcmode="lin" valueType="num">
                                      <p:cBhvr>
                                        <p:cTn dur="500" fill="hold" id="66"/>
                                        <p:tgtEl>
                                          <p:spTgt spid="47"/>
                                        </p:tgtEl>
                                        <p:attrNameLst>
                                          <p:attrName>style.rotation</p:attrName>
                                        </p:attrNameLst>
                                      </p:cBhvr>
                                      <p:tavLst>
                                        <p:tav tm="0">
                                          <p:val>
                                            <p:fltVal val="360"/>
                                          </p:val>
                                        </p:tav>
                                        <p:tav tm="100000">
                                          <p:val>
                                            <p:fltVal val="0"/>
                                          </p:val>
                                        </p:tav>
                                      </p:tavLst>
                                    </p:anim>
                                    <p:animEffect filter="fade" transition="in">
                                      <p:cBhvr>
                                        <p:cTn dur="500" id="67"/>
                                        <p:tgtEl>
                                          <p:spTgt spid="47"/>
                                        </p:tgtEl>
                                      </p:cBhvr>
                                    </p:animEffect>
                                  </p:childTnLst>
                                </p:cTn>
                              </p:par>
                            </p:childTnLst>
                          </p:cTn>
                        </p:par>
                        <p:par>
                          <p:cTn fill="hold" id="68">
                            <p:stCondLst>
                              <p:cond delay="5500"/>
                            </p:stCondLst>
                            <p:childTnLst>
                              <p:par>
                                <p:cTn fill="hold" grpId="0" id="69" nodeType="afterEffect" presetClass="entr" presetID="53" presetSubtype="16">
                                  <p:stCondLst>
                                    <p:cond delay="0"/>
                                  </p:stCondLst>
                                  <p:childTnLst>
                                    <p:set>
                                      <p:cBhvr>
                                        <p:cTn dur="1" fill="hold" id="70">
                                          <p:stCondLst>
                                            <p:cond delay="0"/>
                                          </p:stCondLst>
                                        </p:cTn>
                                        <p:tgtEl>
                                          <p:spTgt spid="62"/>
                                        </p:tgtEl>
                                        <p:attrNameLst>
                                          <p:attrName>style.visibility</p:attrName>
                                        </p:attrNameLst>
                                      </p:cBhvr>
                                      <p:to>
                                        <p:strVal val="visible"/>
                                      </p:to>
                                    </p:set>
                                    <p:anim calcmode="lin" valueType="num">
                                      <p:cBhvr>
                                        <p:cTn dur="500" fill="hold" id="71"/>
                                        <p:tgtEl>
                                          <p:spTgt spid="62"/>
                                        </p:tgtEl>
                                        <p:attrNameLst>
                                          <p:attrName>ppt_w</p:attrName>
                                        </p:attrNameLst>
                                      </p:cBhvr>
                                      <p:tavLst>
                                        <p:tav tm="0">
                                          <p:val>
                                            <p:fltVal val="0"/>
                                          </p:val>
                                        </p:tav>
                                        <p:tav tm="100000">
                                          <p:val>
                                            <p:strVal val="#ppt_w"/>
                                          </p:val>
                                        </p:tav>
                                      </p:tavLst>
                                    </p:anim>
                                    <p:anim calcmode="lin" valueType="num">
                                      <p:cBhvr>
                                        <p:cTn dur="500" fill="hold" id="72"/>
                                        <p:tgtEl>
                                          <p:spTgt spid="62"/>
                                        </p:tgtEl>
                                        <p:attrNameLst>
                                          <p:attrName>ppt_h</p:attrName>
                                        </p:attrNameLst>
                                      </p:cBhvr>
                                      <p:tavLst>
                                        <p:tav tm="0">
                                          <p:val>
                                            <p:fltVal val="0"/>
                                          </p:val>
                                        </p:tav>
                                        <p:tav tm="100000">
                                          <p:val>
                                            <p:strVal val="#ppt_h"/>
                                          </p:val>
                                        </p:tav>
                                      </p:tavLst>
                                    </p:anim>
                                    <p:animEffect filter="fade" transition="in">
                                      <p:cBhvr>
                                        <p:cTn dur="500" id="73"/>
                                        <p:tgtEl>
                                          <p:spTgt spid="62"/>
                                        </p:tgtEl>
                                      </p:cBhvr>
                                    </p:animEffect>
                                  </p:childTnLst>
                                </p:cTn>
                              </p:par>
                            </p:childTnLst>
                          </p:cTn>
                        </p:par>
                        <p:par>
                          <p:cTn fill="hold" id="74">
                            <p:stCondLst>
                              <p:cond delay="6000"/>
                            </p:stCondLst>
                            <p:childTnLst>
                              <p:par>
                                <p:cTn decel="100000" fill="hold" grpId="0" id="75" nodeType="afterEffect" presetClass="entr" presetID="49" presetSubtype="0">
                                  <p:stCondLst>
                                    <p:cond delay="0"/>
                                  </p:stCondLst>
                                  <p:childTnLst>
                                    <p:set>
                                      <p:cBhvr>
                                        <p:cTn dur="1" fill="hold" id="76">
                                          <p:stCondLst>
                                            <p:cond delay="0"/>
                                          </p:stCondLst>
                                        </p:cTn>
                                        <p:tgtEl>
                                          <p:spTgt spid="50"/>
                                        </p:tgtEl>
                                        <p:attrNameLst>
                                          <p:attrName>style.visibility</p:attrName>
                                        </p:attrNameLst>
                                      </p:cBhvr>
                                      <p:to>
                                        <p:strVal val="visible"/>
                                      </p:to>
                                    </p:set>
                                    <p:anim calcmode="lin" valueType="num">
                                      <p:cBhvr>
                                        <p:cTn dur="500" fill="hold" id="77"/>
                                        <p:tgtEl>
                                          <p:spTgt spid="50"/>
                                        </p:tgtEl>
                                        <p:attrNameLst>
                                          <p:attrName>ppt_w</p:attrName>
                                        </p:attrNameLst>
                                      </p:cBhvr>
                                      <p:tavLst>
                                        <p:tav tm="0">
                                          <p:val>
                                            <p:fltVal val="0"/>
                                          </p:val>
                                        </p:tav>
                                        <p:tav tm="100000">
                                          <p:val>
                                            <p:strVal val="#ppt_w"/>
                                          </p:val>
                                        </p:tav>
                                      </p:tavLst>
                                    </p:anim>
                                    <p:anim calcmode="lin" valueType="num">
                                      <p:cBhvr>
                                        <p:cTn dur="500" fill="hold" id="78"/>
                                        <p:tgtEl>
                                          <p:spTgt spid="50"/>
                                        </p:tgtEl>
                                        <p:attrNameLst>
                                          <p:attrName>ppt_h</p:attrName>
                                        </p:attrNameLst>
                                      </p:cBhvr>
                                      <p:tavLst>
                                        <p:tav tm="0">
                                          <p:val>
                                            <p:fltVal val="0"/>
                                          </p:val>
                                        </p:tav>
                                        <p:tav tm="100000">
                                          <p:val>
                                            <p:strVal val="#ppt_h"/>
                                          </p:val>
                                        </p:tav>
                                      </p:tavLst>
                                    </p:anim>
                                    <p:anim calcmode="lin" valueType="num">
                                      <p:cBhvr>
                                        <p:cTn dur="500" fill="hold" id="79"/>
                                        <p:tgtEl>
                                          <p:spTgt spid="50"/>
                                        </p:tgtEl>
                                        <p:attrNameLst>
                                          <p:attrName>style.rotation</p:attrName>
                                        </p:attrNameLst>
                                      </p:cBhvr>
                                      <p:tavLst>
                                        <p:tav tm="0">
                                          <p:val>
                                            <p:fltVal val="360"/>
                                          </p:val>
                                        </p:tav>
                                        <p:tav tm="100000">
                                          <p:val>
                                            <p:fltVal val="0"/>
                                          </p:val>
                                        </p:tav>
                                      </p:tavLst>
                                    </p:anim>
                                    <p:animEffect filter="fade" transition="in">
                                      <p:cBhvr>
                                        <p:cTn dur="500" id="80"/>
                                        <p:tgtEl>
                                          <p:spTgt spid="50"/>
                                        </p:tgtEl>
                                      </p:cBhvr>
                                    </p:animEffect>
                                  </p:childTnLst>
                                </p:cTn>
                              </p:par>
                            </p:childTnLst>
                          </p:cTn>
                        </p:par>
                        <p:par>
                          <p:cTn fill="hold" id="81">
                            <p:stCondLst>
                              <p:cond delay="6500"/>
                            </p:stCondLst>
                            <p:childTnLst>
                              <p:par>
                                <p:cTn decel="100000" fill="hold" grpId="0" id="82" nodeType="afterEffect" presetClass="entr" presetID="49" presetSubtype="0">
                                  <p:stCondLst>
                                    <p:cond delay="0"/>
                                  </p:stCondLst>
                                  <p:childTnLst>
                                    <p:set>
                                      <p:cBhvr>
                                        <p:cTn dur="1" fill="hold" id="83">
                                          <p:stCondLst>
                                            <p:cond delay="0"/>
                                          </p:stCondLst>
                                        </p:cTn>
                                        <p:tgtEl>
                                          <p:spTgt spid="48"/>
                                        </p:tgtEl>
                                        <p:attrNameLst>
                                          <p:attrName>style.visibility</p:attrName>
                                        </p:attrNameLst>
                                      </p:cBhvr>
                                      <p:to>
                                        <p:strVal val="visible"/>
                                      </p:to>
                                    </p:set>
                                    <p:anim calcmode="lin" valueType="num">
                                      <p:cBhvr>
                                        <p:cTn dur="500" fill="hold" id="84"/>
                                        <p:tgtEl>
                                          <p:spTgt spid="48"/>
                                        </p:tgtEl>
                                        <p:attrNameLst>
                                          <p:attrName>ppt_w</p:attrName>
                                        </p:attrNameLst>
                                      </p:cBhvr>
                                      <p:tavLst>
                                        <p:tav tm="0">
                                          <p:val>
                                            <p:fltVal val="0"/>
                                          </p:val>
                                        </p:tav>
                                        <p:tav tm="100000">
                                          <p:val>
                                            <p:strVal val="#ppt_w"/>
                                          </p:val>
                                        </p:tav>
                                      </p:tavLst>
                                    </p:anim>
                                    <p:anim calcmode="lin" valueType="num">
                                      <p:cBhvr>
                                        <p:cTn dur="500" fill="hold" id="85"/>
                                        <p:tgtEl>
                                          <p:spTgt spid="48"/>
                                        </p:tgtEl>
                                        <p:attrNameLst>
                                          <p:attrName>ppt_h</p:attrName>
                                        </p:attrNameLst>
                                      </p:cBhvr>
                                      <p:tavLst>
                                        <p:tav tm="0">
                                          <p:val>
                                            <p:fltVal val="0"/>
                                          </p:val>
                                        </p:tav>
                                        <p:tav tm="100000">
                                          <p:val>
                                            <p:strVal val="#ppt_h"/>
                                          </p:val>
                                        </p:tav>
                                      </p:tavLst>
                                    </p:anim>
                                    <p:anim calcmode="lin" valueType="num">
                                      <p:cBhvr>
                                        <p:cTn dur="500" fill="hold" id="86"/>
                                        <p:tgtEl>
                                          <p:spTgt spid="48"/>
                                        </p:tgtEl>
                                        <p:attrNameLst>
                                          <p:attrName>style.rotation</p:attrName>
                                        </p:attrNameLst>
                                      </p:cBhvr>
                                      <p:tavLst>
                                        <p:tav tm="0">
                                          <p:val>
                                            <p:fltVal val="360"/>
                                          </p:val>
                                        </p:tav>
                                        <p:tav tm="100000">
                                          <p:val>
                                            <p:fltVal val="0"/>
                                          </p:val>
                                        </p:tav>
                                      </p:tavLst>
                                    </p:anim>
                                    <p:animEffect filter="fade" transition="in">
                                      <p:cBhvr>
                                        <p:cTn dur="500" id="87"/>
                                        <p:tgtEl>
                                          <p:spTgt spid="48"/>
                                        </p:tgtEl>
                                      </p:cBhvr>
                                    </p:animEffect>
                                  </p:childTnLst>
                                </p:cTn>
                              </p:par>
                            </p:childTnLst>
                          </p:cTn>
                        </p:par>
                        <p:par>
                          <p:cTn fill="hold" id="88">
                            <p:stCondLst>
                              <p:cond delay="7000"/>
                            </p:stCondLst>
                            <p:childTnLst>
                              <p:par>
                                <p:cTn fill="hold" grpId="0" id="89" nodeType="afterEffect" presetClass="entr" presetID="53" presetSubtype="16">
                                  <p:stCondLst>
                                    <p:cond delay="0"/>
                                  </p:stCondLst>
                                  <p:childTnLst>
                                    <p:set>
                                      <p:cBhvr>
                                        <p:cTn dur="1" fill="hold" id="90">
                                          <p:stCondLst>
                                            <p:cond delay="0"/>
                                          </p:stCondLst>
                                        </p:cTn>
                                        <p:tgtEl>
                                          <p:spTgt spid="64"/>
                                        </p:tgtEl>
                                        <p:attrNameLst>
                                          <p:attrName>style.visibility</p:attrName>
                                        </p:attrNameLst>
                                      </p:cBhvr>
                                      <p:to>
                                        <p:strVal val="visible"/>
                                      </p:to>
                                    </p:set>
                                    <p:anim calcmode="lin" valueType="num">
                                      <p:cBhvr>
                                        <p:cTn dur="500" fill="hold" id="91"/>
                                        <p:tgtEl>
                                          <p:spTgt spid="64"/>
                                        </p:tgtEl>
                                        <p:attrNameLst>
                                          <p:attrName>ppt_w</p:attrName>
                                        </p:attrNameLst>
                                      </p:cBhvr>
                                      <p:tavLst>
                                        <p:tav tm="0">
                                          <p:val>
                                            <p:fltVal val="0"/>
                                          </p:val>
                                        </p:tav>
                                        <p:tav tm="100000">
                                          <p:val>
                                            <p:strVal val="#ppt_w"/>
                                          </p:val>
                                        </p:tav>
                                      </p:tavLst>
                                    </p:anim>
                                    <p:anim calcmode="lin" valueType="num">
                                      <p:cBhvr>
                                        <p:cTn dur="500" fill="hold" id="92"/>
                                        <p:tgtEl>
                                          <p:spTgt spid="64"/>
                                        </p:tgtEl>
                                        <p:attrNameLst>
                                          <p:attrName>ppt_h</p:attrName>
                                        </p:attrNameLst>
                                      </p:cBhvr>
                                      <p:tavLst>
                                        <p:tav tm="0">
                                          <p:val>
                                            <p:fltVal val="0"/>
                                          </p:val>
                                        </p:tav>
                                        <p:tav tm="100000">
                                          <p:val>
                                            <p:strVal val="#ppt_h"/>
                                          </p:val>
                                        </p:tav>
                                      </p:tavLst>
                                    </p:anim>
                                    <p:animEffect filter="fade" transition="in">
                                      <p:cBhvr>
                                        <p:cTn dur="500" id="93"/>
                                        <p:tgtEl>
                                          <p:spTgt spid="64"/>
                                        </p:tgtEl>
                                      </p:cBhvr>
                                    </p:animEffect>
                                  </p:childTnLst>
                                </p:cTn>
                              </p:par>
                            </p:childTnLst>
                          </p:cTn>
                        </p:par>
                        <p:par>
                          <p:cTn fill="hold" id="94">
                            <p:stCondLst>
                              <p:cond delay="7500"/>
                            </p:stCondLst>
                            <p:childTnLst>
                              <p:par>
                                <p:cTn fill="hold" grpId="0" id="95" nodeType="afterEffect" presetClass="entr" presetID="10" presetSubtype="0">
                                  <p:stCondLst>
                                    <p:cond delay="0"/>
                                  </p:stCondLst>
                                  <p:childTnLst>
                                    <p:set>
                                      <p:cBhvr>
                                        <p:cTn dur="1" fill="hold" id="96">
                                          <p:stCondLst>
                                            <p:cond delay="0"/>
                                          </p:stCondLst>
                                        </p:cTn>
                                        <p:tgtEl>
                                          <p:spTgt spid="2"/>
                                        </p:tgtEl>
                                        <p:attrNameLst>
                                          <p:attrName>style.visibility</p:attrName>
                                        </p:attrNameLst>
                                      </p:cBhvr>
                                      <p:to>
                                        <p:strVal val="visible"/>
                                      </p:to>
                                    </p:set>
                                    <p:animEffect filter="fade" transition="in">
                                      <p:cBhvr>
                                        <p:cTn dur="500" id="97"/>
                                        <p:tgtEl>
                                          <p:spTgt spid="2"/>
                                        </p:tgtEl>
                                      </p:cBhvr>
                                    </p:animEffect>
                                  </p:childTnLst>
                                </p:cTn>
                              </p:par>
                            </p:childTnLst>
                          </p:cTn>
                        </p:par>
                        <p:par>
                          <p:cTn fill="hold" id="98">
                            <p:stCondLst>
                              <p:cond delay="8000"/>
                            </p:stCondLst>
                            <p:childTnLst>
                              <p:par>
                                <p:cTn fill="hold" grpId="0" id="99" nodeType="afterEffect" presetClass="entr" presetID="10" presetSubtype="0">
                                  <p:stCondLst>
                                    <p:cond delay="0"/>
                                  </p:stCondLst>
                                  <p:childTnLst>
                                    <p:set>
                                      <p:cBhvr>
                                        <p:cTn dur="1" fill="hold" id="100">
                                          <p:stCondLst>
                                            <p:cond delay="0"/>
                                          </p:stCondLst>
                                        </p:cTn>
                                        <p:tgtEl>
                                          <p:spTgt spid="14"/>
                                        </p:tgtEl>
                                        <p:attrNameLst>
                                          <p:attrName>style.visibility</p:attrName>
                                        </p:attrNameLst>
                                      </p:cBhvr>
                                      <p:to>
                                        <p:strVal val="visible"/>
                                      </p:to>
                                    </p:set>
                                    <p:animEffect filter="fade" transition="in">
                                      <p:cBhvr>
                                        <p:cTn dur="500" id="101"/>
                                        <p:tgtEl>
                                          <p:spTgt spid="14"/>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bldLvl="0" grpId="0" spid="45"/>
      <p:bldP animBg="1" bldLvl="0" grpId="0" spid="46"/>
      <p:bldP animBg="1" bldLvl="0" grpId="0" spid="47"/>
      <p:bldP animBg="1" bldLvl="0" grpId="0" spid="48"/>
      <p:bldP animBg="1" bldLvl="0" grpId="0" spid="49"/>
      <p:bldP animBg="1" bldLvl="0" grpId="0" spid="50"/>
      <p:bldP animBg="1" bldLvl="0" grpId="0" spid="51"/>
      <p:bldP animBg="1" bldLvl="0" grpId="0" spid="52"/>
      <p:bldP grpId="0" spid="56"/>
      <p:bldP grpId="0" spid="61"/>
      <p:bldP grpId="0" spid="62"/>
      <p:bldP grpId="0" spid="63"/>
      <p:bldP grpId="0" spid="64"/>
      <p:bldP grpId="0" spid="2"/>
      <p:bldP grpId="0" spid="14"/>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5" name="Group 129"/>
          <p:cNvGrpSpPr/>
          <p:nvPr/>
        </p:nvGrpSpPr>
        <p:grpSpPr>
          <a:xfrm>
            <a:off x="3564749" y="4131163"/>
            <a:ext cx="948576" cy="948576"/>
            <a:chOff x="2502224" y="2594793"/>
            <a:chExt cx="905504" cy="905504"/>
          </a:xfrm>
        </p:grpSpPr>
        <p:sp>
          <p:nvSpPr>
            <p:cNvPr id="131" name="Freeform 130"/>
            <p:cNvSpPr/>
            <p:nvPr/>
          </p:nvSpPr>
          <p:spPr>
            <a:xfrm>
              <a:off x="2596064" y="2688633"/>
              <a:ext cx="717824" cy="717824"/>
            </a:xfrm>
            <a:custGeom>
              <a:avLst/>
              <a:gdLst>
                <a:gd fmla="*/ 0 w 905504" name="connsiteX0"/>
                <a:gd fmla="*/ 452752 h 905504" name="connsiteY0"/>
                <a:gd fmla="*/ 132608 w 905504" name="connsiteX1"/>
                <a:gd fmla="*/ 132608 h 905504" name="connsiteY1"/>
                <a:gd fmla="*/ 452752 w 905504" name="connsiteX2"/>
                <a:gd fmla="*/ 0 h 905504" name="connsiteY2"/>
                <a:gd fmla="*/ 772896 w 905504" name="connsiteX3"/>
                <a:gd fmla="*/ 132608 h 905504" name="connsiteY3"/>
                <a:gd fmla="*/ 905504 w 905504" name="connsiteX4"/>
                <a:gd fmla="*/ 452752 h 905504" name="connsiteY4"/>
                <a:gd fmla="*/ 772896 w 905504" name="connsiteX5"/>
                <a:gd fmla="*/ 772896 h 905504" name="connsiteY5"/>
                <a:gd fmla="*/ 452752 w 905504" name="connsiteX6"/>
                <a:gd fmla="*/ 905504 h 905504" name="connsiteY6"/>
                <a:gd fmla="*/ 132608 w 905504" name="connsiteX7"/>
                <a:gd fmla="*/ 772896 h 905504" name="connsiteY7"/>
                <a:gd fmla="*/ 0 w 905504" name="connsiteX8"/>
                <a:gd fmla="*/ 452752 h 905504"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905504" w="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0" lIns="0" numCol="1" rIns="0" spcCol="1270" spcFirstLastPara="0" tIns="0" vert="horz" wrap="square">
              <a:normAutofit/>
            </a:bodyPr>
            <a:lstStyle/>
            <a:p>
              <a:pPr algn="ctr" defTabSz="1250315">
                <a:lnSpc>
                  <a:spcPct val="120000"/>
                </a:lnSpc>
                <a:spcAft>
                  <a:spcPct val="35000"/>
                </a:spcAft>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32" name="Freeform 9"/>
            <p:cNvSpPr>
              <a:spLocks noEditPoints="1"/>
            </p:cNvSpPr>
            <p:nvPr/>
          </p:nvSpPr>
          <p:spPr bwMode="auto">
            <a:xfrm>
              <a:off x="2808330" y="2883878"/>
              <a:ext cx="293292" cy="327335"/>
            </a:xfrm>
            <a:custGeom>
              <a:avLst/>
              <a:gdLst/>
              <a:ahLst/>
              <a:cxnLst>
                <a:cxn ang="0">
                  <a:pos x="374" y="158"/>
                </a:cxn>
                <a:cxn ang="0">
                  <a:pos x="352" y="158"/>
                </a:cxn>
                <a:cxn ang="0">
                  <a:pos x="209" y="0"/>
                </a:cxn>
                <a:cxn ang="0">
                  <a:pos x="67" y="158"/>
                </a:cxn>
                <a:cxn ang="0">
                  <a:pos x="44" y="158"/>
                </a:cxn>
                <a:cxn ang="0">
                  <a:pos x="0" y="203"/>
                </a:cxn>
                <a:cxn ang="0">
                  <a:pos x="0" y="414"/>
                </a:cxn>
                <a:cxn ang="0">
                  <a:pos x="44" y="478"/>
                </a:cxn>
                <a:cxn ang="0">
                  <a:pos x="374" y="478"/>
                </a:cxn>
                <a:cxn ang="0">
                  <a:pos x="428" y="414"/>
                </a:cxn>
                <a:cxn ang="0">
                  <a:pos x="428" y="203"/>
                </a:cxn>
                <a:cxn ang="0">
                  <a:pos x="374" y="158"/>
                </a:cxn>
                <a:cxn ang="0">
                  <a:pos x="247" y="414"/>
                </a:cxn>
                <a:cxn ang="0">
                  <a:pos x="172" y="414"/>
                </a:cxn>
                <a:cxn ang="0">
                  <a:pos x="186" y="309"/>
                </a:cxn>
                <a:cxn ang="0">
                  <a:pos x="161" y="265"/>
                </a:cxn>
                <a:cxn ang="0">
                  <a:pos x="210" y="216"/>
                </a:cxn>
                <a:cxn ang="0">
                  <a:pos x="258" y="264"/>
                </a:cxn>
                <a:cxn ang="0">
                  <a:pos x="232" y="310"/>
                </a:cxn>
                <a:cxn ang="0">
                  <a:pos x="247" y="414"/>
                </a:cxn>
                <a:cxn ang="0">
                  <a:pos x="112" y="158"/>
                </a:cxn>
                <a:cxn ang="0">
                  <a:pos x="209" y="45"/>
                </a:cxn>
                <a:cxn ang="0">
                  <a:pos x="307" y="158"/>
                </a:cxn>
                <a:cxn ang="0">
                  <a:pos x="112" y="158"/>
                </a:cxn>
              </a:cxnLst>
              <a:rect b="b" l="0" r="r" t="0"/>
              <a:pathLst>
                <a:path h="478" w="428">
                  <a:moveTo>
                    <a:pt x="374" y="158"/>
                  </a:moveTo>
                  <a:cubicBezTo>
                    <a:pt x="352" y="158"/>
                    <a:pt x="352" y="158"/>
                    <a:pt x="352" y="158"/>
                  </a:cubicBezTo>
                  <a:cubicBezTo>
                    <a:pt x="352" y="58"/>
                    <a:pt x="292" y="0"/>
                    <a:pt x="209" y="0"/>
                  </a:cubicBezTo>
                  <a:cubicBezTo>
                    <a:pt x="127" y="0"/>
                    <a:pt x="67" y="58"/>
                    <a:pt x="67" y="158"/>
                  </a:cubicBezTo>
                  <a:cubicBezTo>
                    <a:pt x="44" y="158"/>
                    <a:pt x="44" y="158"/>
                    <a:pt x="44" y="158"/>
                  </a:cubicBezTo>
                  <a:cubicBezTo>
                    <a:pt x="11" y="158"/>
                    <a:pt x="0" y="170"/>
                    <a:pt x="0" y="203"/>
                  </a:cubicBezTo>
                  <a:cubicBezTo>
                    <a:pt x="0" y="414"/>
                    <a:pt x="0" y="414"/>
                    <a:pt x="0" y="414"/>
                  </a:cubicBezTo>
                  <a:cubicBezTo>
                    <a:pt x="0" y="447"/>
                    <a:pt x="11" y="478"/>
                    <a:pt x="44" y="478"/>
                  </a:cubicBezTo>
                  <a:cubicBezTo>
                    <a:pt x="374" y="478"/>
                    <a:pt x="374" y="478"/>
                    <a:pt x="374" y="478"/>
                  </a:cubicBezTo>
                  <a:cubicBezTo>
                    <a:pt x="407" y="478"/>
                    <a:pt x="428" y="447"/>
                    <a:pt x="428" y="414"/>
                  </a:cubicBezTo>
                  <a:cubicBezTo>
                    <a:pt x="428" y="203"/>
                    <a:pt x="428" y="203"/>
                    <a:pt x="428" y="203"/>
                  </a:cubicBezTo>
                  <a:cubicBezTo>
                    <a:pt x="428" y="170"/>
                    <a:pt x="407" y="158"/>
                    <a:pt x="374" y="158"/>
                  </a:cubicBezTo>
                  <a:moveTo>
                    <a:pt x="247" y="414"/>
                  </a:moveTo>
                  <a:cubicBezTo>
                    <a:pt x="172" y="414"/>
                    <a:pt x="172" y="414"/>
                    <a:pt x="172" y="414"/>
                  </a:cubicBezTo>
                  <a:cubicBezTo>
                    <a:pt x="186" y="309"/>
                    <a:pt x="186" y="309"/>
                    <a:pt x="186" y="309"/>
                  </a:cubicBezTo>
                  <a:cubicBezTo>
                    <a:pt x="171" y="301"/>
                    <a:pt x="161" y="283"/>
                    <a:pt x="161" y="265"/>
                  </a:cubicBezTo>
                  <a:cubicBezTo>
                    <a:pt x="161" y="238"/>
                    <a:pt x="183" y="216"/>
                    <a:pt x="210" y="216"/>
                  </a:cubicBezTo>
                  <a:cubicBezTo>
                    <a:pt x="236" y="216"/>
                    <a:pt x="258" y="237"/>
                    <a:pt x="258" y="264"/>
                  </a:cubicBezTo>
                  <a:cubicBezTo>
                    <a:pt x="258" y="282"/>
                    <a:pt x="248" y="302"/>
                    <a:pt x="232" y="310"/>
                  </a:cubicBezTo>
                  <a:lnTo>
                    <a:pt x="247" y="414"/>
                  </a:lnTo>
                  <a:close/>
                  <a:moveTo>
                    <a:pt x="112" y="158"/>
                  </a:moveTo>
                  <a:cubicBezTo>
                    <a:pt x="112" y="66"/>
                    <a:pt x="161" y="45"/>
                    <a:pt x="209" y="45"/>
                  </a:cubicBezTo>
                  <a:cubicBezTo>
                    <a:pt x="258" y="45"/>
                    <a:pt x="307" y="66"/>
                    <a:pt x="307" y="158"/>
                  </a:cubicBezTo>
                  <a:lnTo>
                    <a:pt x="112" y="158"/>
                  </a:lnTo>
                  <a:close/>
                </a:path>
              </a:pathLst>
            </a:custGeom>
            <a:solidFill>
              <a:srgbClr val="FFFFFF"/>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33" name="Freeform 132"/>
            <p:cNvSpPr/>
            <p:nvPr/>
          </p:nvSpPr>
          <p:spPr>
            <a:xfrm>
              <a:off x="2502224" y="2594793"/>
              <a:ext cx="905504" cy="905504"/>
            </a:xfrm>
            <a:custGeom>
              <a:avLst/>
              <a:gdLst>
                <a:gd fmla="*/ 0 w 905504" name="connsiteX0"/>
                <a:gd fmla="*/ 452752 h 905504" name="connsiteY0"/>
                <a:gd fmla="*/ 132608 w 905504" name="connsiteX1"/>
                <a:gd fmla="*/ 132608 h 905504" name="connsiteY1"/>
                <a:gd fmla="*/ 452752 w 905504" name="connsiteX2"/>
                <a:gd fmla="*/ 0 h 905504" name="connsiteY2"/>
                <a:gd fmla="*/ 772896 w 905504" name="connsiteX3"/>
                <a:gd fmla="*/ 132608 h 905504" name="connsiteY3"/>
                <a:gd fmla="*/ 905504 w 905504" name="connsiteX4"/>
                <a:gd fmla="*/ 452752 h 905504" name="connsiteY4"/>
                <a:gd fmla="*/ 772896 w 905504" name="connsiteX5"/>
                <a:gd fmla="*/ 772896 h 905504" name="connsiteY5"/>
                <a:gd fmla="*/ 452752 w 905504" name="connsiteX6"/>
                <a:gd fmla="*/ 905504 h 905504" name="connsiteY6"/>
                <a:gd fmla="*/ 132608 w 905504" name="connsiteX7"/>
                <a:gd fmla="*/ 772896 h 905504" name="connsiteY7"/>
                <a:gd fmla="*/ 0 w 905504" name="connsiteX8"/>
                <a:gd fmla="*/ 452752 h 905504"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905504" w="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tx1">
                  <a:lumMod val="75000"/>
                  <a:lumOff val="25000"/>
                </a:schemeClr>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222187" lIns="257161" numCol="1" rIns="222187" spcCol="1270" spcFirstLastPara="0" tIns="257161" vert="horz" wrap="square">
              <a:normAutofit/>
            </a:bodyPr>
            <a:lstStyle/>
            <a:p>
              <a:pPr algn="ctr" defTabSz="1250315">
                <a:lnSpc>
                  <a:spcPct val="120000"/>
                </a:lnSpc>
                <a:spcAft>
                  <a:spcPct val="35000"/>
                </a:spcAft>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cxnSp>
        <p:nvCxnSpPr>
          <p:cNvPr id="134" name="Straight Connector 133"/>
          <p:cNvCxnSpPr/>
          <p:nvPr/>
        </p:nvCxnSpPr>
        <p:spPr>
          <a:xfrm>
            <a:off x="4539212" y="4605451"/>
            <a:ext cx="724166" cy="2233"/>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6" name="Group 135"/>
          <p:cNvGrpSpPr/>
          <p:nvPr/>
        </p:nvGrpSpPr>
        <p:grpSpPr>
          <a:xfrm>
            <a:off x="8461613" y="3141272"/>
            <a:ext cx="948576" cy="948576"/>
            <a:chOff x="5714220" y="3605271"/>
            <a:chExt cx="905504" cy="905504"/>
          </a:xfrm>
        </p:grpSpPr>
        <p:sp>
          <p:nvSpPr>
            <p:cNvPr id="137" name="Freeform 136"/>
            <p:cNvSpPr/>
            <p:nvPr/>
          </p:nvSpPr>
          <p:spPr>
            <a:xfrm>
              <a:off x="5808060" y="3699111"/>
              <a:ext cx="717824" cy="717824"/>
            </a:xfrm>
            <a:custGeom>
              <a:avLst/>
              <a:gdLst>
                <a:gd fmla="*/ 0 w 905504" name="connsiteX0"/>
                <a:gd fmla="*/ 452752 h 905504" name="connsiteY0"/>
                <a:gd fmla="*/ 132608 w 905504" name="connsiteX1"/>
                <a:gd fmla="*/ 132608 h 905504" name="connsiteY1"/>
                <a:gd fmla="*/ 452752 w 905504" name="connsiteX2"/>
                <a:gd fmla="*/ 0 h 905504" name="connsiteY2"/>
                <a:gd fmla="*/ 772896 w 905504" name="connsiteX3"/>
                <a:gd fmla="*/ 132608 h 905504" name="connsiteY3"/>
                <a:gd fmla="*/ 905504 w 905504" name="connsiteX4"/>
                <a:gd fmla="*/ 452752 h 905504" name="connsiteY4"/>
                <a:gd fmla="*/ 772896 w 905504" name="connsiteX5"/>
                <a:gd fmla="*/ 772896 h 905504" name="connsiteY5"/>
                <a:gd fmla="*/ 452752 w 905504" name="connsiteX6"/>
                <a:gd fmla="*/ 905504 h 905504" name="connsiteY6"/>
                <a:gd fmla="*/ 132608 w 905504" name="connsiteX7"/>
                <a:gd fmla="*/ 772896 h 905504" name="connsiteY7"/>
                <a:gd fmla="*/ 0 w 905504" name="connsiteX8"/>
                <a:gd fmla="*/ 452752 h 905504"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905504" w="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128580" lIns="257161" numCol="1" rIns="222187" spcCol="1270" spcFirstLastPara="0" tIns="222187" vert="horz" wrap="square">
              <a:normAutofit/>
            </a:bodyPr>
            <a:lstStyle/>
            <a:p>
              <a:pPr algn="ctr" defTabSz="1250315">
                <a:lnSpc>
                  <a:spcPct val="120000"/>
                </a:lnSpc>
                <a:spcAft>
                  <a:spcPct val="35000"/>
                </a:spcAft>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38" name="Freeform 100"/>
            <p:cNvSpPr>
              <a:spLocks noEditPoints="1"/>
            </p:cNvSpPr>
            <p:nvPr/>
          </p:nvSpPr>
          <p:spPr bwMode="auto">
            <a:xfrm>
              <a:off x="5994749" y="3892925"/>
              <a:ext cx="344447" cy="330196"/>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b="b" l="0" r="r" t="0"/>
              <a:pathLst>
                <a:path h="64" w="67">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39" name="Freeform 138"/>
            <p:cNvSpPr/>
            <p:nvPr/>
          </p:nvSpPr>
          <p:spPr>
            <a:xfrm>
              <a:off x="5714220" y="3605271"/>
              <a:ext cx="905504" cy="905504"/>
            </a:xfrm>
            <a:custGeom>
              <a:avLst/>
              <a:gdLst>
                <a:gd fmla="*/ 0 w 905504" name="connsiteX0"/>
                <a:gd fmla="*/ 452752 h 905504" name="connsiteY0"/>
                <a:gd fmla="*/ 132608 w 905504" name="connsiteX1"/>
                <a:gd fmla="*/ 132608 h 905504" name="connsiteY1"/>
                <a:gd fmla="*/ 452752 w 905504" name="connsiteX2"/>
                <a:gd fmla="*/ 0 h 905504" name="connsiteY2"/>
                <a:gd fmla="*/ 772896 w 905504" name="connsiteX3"/>
                <a:gd fmla="*/ 132608 h 905504" name="connsiteY3"/>
                <a:gd fmla="*/ 905504 w 905504" name="connsiteX4"/>
                <a:gd fmla="*/ 452752 h 905504" name="connsiteY4"/>
                <a:gd fmla="*/ 772896 w 905504" name="connsiteX5"/>
                <a:gd fmla="*/ 772896 h 905504" name="connsiteY5"/>
                <a:gd fmla="*/ 452752 w 905504" name="connsiteX6"/>
                <a:gd fmla="*/ 905504 h 905504" name="connsiteY6"/>
                <a:gd fmla="*/ 132608 w 905504" name="connsiteX7"/>
                <a:gd fmla="*/ 772896 h 905504" name="connsiteY7"/>
                <a:gd fmla="*/ 0 w 905504" name="connsiteX8"/>
                <a:gd fmla="*/ 452752 h 905504"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905504" w="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tx1">
                  <a:lumMod val="75000"/>
                  <a:lumOff val="25000"/>
                </a:schemeClr>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222187" lIns="257161" numCol="1" rIns="222187" spcCol="1270" spcFirstLastPara="0" tIns="257161" vert="horz" wrap="square">
              <a:normAutofit/>
            </a:bodyPr>
            <a:lstStyle/>
            <a:p>
              <a:pPr algn="ctr" defTabSz="1250315">
                <a:lnSpc>
                  <a:spcPct val="120000"/>
                </a:lnSpc>
                <a:spcAft>
                  <a:spcPct val="35000"/>
                </a:spcAft>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cxnSp>
        <p:nvCxnSpPr>
          <p:cNvPr id="141" name="Straight Connector 140"/>
          <p:cNvCxnSpPr/>
          <p:nvPr/>
        </p:nvCxnSpPr>
        <p:spPr>
          <a:xfrm>
            <a:off x="7465115" y="3615560"/>
            <a:ext cx="984401" cy="2233"/>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7512668" y="5106527"/>
            <a:ext cx="984401" cy="2233"/>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9" name="Group 148"/>
          <p:cNvGrpSpPr/>
          <p:nvPr/>
        </p:nvGrpSpPr>
        <p:grpSpPr>
          <a:xfrm>
            <a:off x="8509165" y="4632239"/>
            <a:ext cx="948576" cy="948576"/>
            <a:chOff x="6477261" y="3281463"/>
            <a:chExt cx="850954" cy="850954"/>
          </a:xfrm>
        </p:grpSpPr>
        <p:grpSp>
          <p:nvGrpSpPr>
            <p:cNvPr id="10" name="Group 141"/>
            <p:cNvGrpSpPr/>
            <p:nvPr/>
          </p:nvGrpSpPr>
          <p:grpSpPr>
            <a:xfrm>
              <a:off x="6477261" y="3281463"/>
              <a:ext cx="850954" cy="850954"/>
              <a:chOff x="5714220" y="3605271"/>
              <a:chExt cx="905504" cy="905504"/>
            </a:xfrm>
          </p:grpSpPr>
          <p:sp>
            <p:nvSpPr>
              <p:cNvPr id="143" name="Freeform 142"/>
              <p:cNvSpPr/>
              <p:nvPr/>
            </p:nvSpPr>
            <p:spPr>
              <a:xfrm>
                <a:off x="5808060" y="3699111"/>
                <a:ext cx="717824" cy="717824"/>
              </a:xfrm>
              <a:custGeom>
                <a:avLst/>
                <a:gdLst>
                  <a:gd fmla="*/ 0 w 905504" name="connsiteX0"/>
                  <a:gd fmla="*/ 452752 h 905504" name="connsiteY0"/>
                  <a:gd fmla="*/ 132608 w 905504" name="connsiteX1"/>
                  <a:gd fmla="*/ 132608 h 905504" name="connsiteY1"/>
                  <a:gd fmla="*/ 452752 w 905504" name="connsiteX2"/>
                  <a:gd fmla="*/ 0 h 905504" name="connsiteY2"/>
                  <a:gd fmla="*/ 772896 w 905504" name="connsiteX3"/>
                  <a:gd fmla="*/ 132608 h 905504" name="connsiteY3"/>
                  <a:gd fmla="*/ 905504 w 905504" name="connsiteX4"/>
                  <a:gd fmla="*/ 452752 h 905504" name="connsiteY4"/>
                  <a:gd fmla="*/ 772896 w 905504" name="connsiteX5"/>
                  <a:gd fmla="*/ 772896 h 905504" name="connsiteY5"/>
                  <a:gd fmla="*/ 452752 w 905504" name="connsiteX6"/>
                  <a:gd fmla="*/ 905504 h 905504" name="connsiteY6"/>
                  <a:gd fmla="*/ 132608 w 905504" name="connsiteX7"/>
                  <a:gd fmla="*/ 772896 h 905504" name="connsiteY7"/>
                  <a:gd fmla="*/ 0 w 905504" name="connsiteX8"/>
                  <a:gd fmla="*/ 452752 h 905504"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905504" w="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128580" lIns="257161" numCol="1" rIns="222187" spcCol="1270" spcFirstLastPara="0" tIns="222187" vert="horz" wrap="square">
                <a:normAutofit/>
              </a:bodyPr>
              <a:lstStyle/>
              <a:p>
                <a:pPr algn="ctr" defTabSz="1250315">
                  <a:lnSpc>
                    <a:spcPct val="120000"/>
                  </a:lnSpc>
                  <a:spcAft>
                    <a:spcPct val="35000"/>
                  </a:spcAft>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45" name="Freeform 144"/>
              <p:cNvSpPr/>
              <p:nvPr/>
            </p:nvSpPr>
            <p:spPr>
              <a:xfrm>
                <a:off x="5714220" y="3605271"/>
                <a:ext cx="905504" cy="905504"/>
              </a:xfrm>
              <a:custGeom>
                <a:avLst/>
                <a:gdLst>
                  <a:gd fmla="*/ 0 w 905504" name="connsiteX0"/>
                  <a:gd fmla="*/ 452752 h 905504" name="connsiteY0"/>
                  <a:gd fmla="*/ 132608 w 905504" name="connsiteX1"/>
                  <a:gd fmla="*/ 132608 h 905504" name="connsiteY1"/>
                  <a:gd fmla="*/ 452752 w 905504" name="connsiteX2"/>
                  <a:gd fmla="*/ 0 h 905504" name="connsiteY2"/>
                  <a:gd fmla="*/ 772896 w 905504" name="connsiteX3"/>
                  <a:gd fmla="*/ 132608 h 905504" name="connsiteY3"/>
                  <a:gd fmla="*/ 905504 w 905504" name="connsiteX4"/>
                  <a:gd fmla="*/ 452752 h 905504" name="connsiteY4"/>
                  <a:gd fmla="*/ 772896 w 905504" name="connsiteX5"/>
                  <a:gd fmla="*/ 772896 h 905504" name="connsiteY5"/>
                  <a:gd fmla="*/ 452752 w 905504" name="connsiteX6"/>
                  <a:gd fmla="*/ 905504 h 905504" name="connsiteY6"/>
                  <a:gd fmla="*/ 132608 w 905504" name="connsiteX7"/>
                  <a:gd fmla="*/ 772896 h 905504" name="connsiteY7"/>
                  <a:gd fmla="*/ 0 w 905504" name="connsiteX8"/>
                  <a:gd fmla="*/ 452752 h 905504"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905504" w="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tx1">
                    <a:lumMod val="75000"/>
                    <a:lumOff val="25000"/>
                  </a:schemeClr>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222187" lIns="257161" numCol="1" rIns="222187" spcCol="1270" spcFirstLastPara="0" tIns="257161" vert="horz" wrap="square">
                <a:normAutofit/>
              </a:bodyPr>
              <a:lstStyle/>
              <a:p>
                <a:pPr algn="ctr" defTabSz="1250315">
                  <a:lnSpc>
                    <a:spcPct val="120000"/>
                  </a:lnSpc>
                  <a:spcAft>
                    <a:spcPct val="35000"/>
                  </a:spcAft>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sp>
          <p:nvSpPr>
            <p:cNvPr id="148" name="Freeform 62"/>
            <p:cNvSpPr>
              <a:spLocks noEditPoints="1"/>
            </p:cNvSpPr>
            <p:nvPr/>
          </p:nvSpPr>
          <p:spPr bwMode="auto">
            <a:xfrm>
              <a:off x="6747482" y="3550443"/>
              <a:ext cx="310512" cy="312994"/>
            </a:xfrm>
            <a:custGeom>
              <a:avLst/>
              <a:gdLst/>
              <a:ahLst/>
              <a:cxnLst>
                <a:cxn ang="0">
                  <a:pos x="58" y="33"/>
                </a:cxn>
                <a:cxn ang="0">
                  <a:pos x="57" y="34"/>
                </a:cxn>
                <a:cxn ang="0">
                  <a:pos x="50" y="35"/>
                </a:cxn>
                <a:cxn ang="0">
                  <a:pos x="49" y="39"/>
                </a:cxn>
                <a:cxn ang="0">
                  <a:pos x="53" y="44"/>
                </a:cxn>
                <a:cxn ang="0">
                  <a:pos x="53" y="45"/>
                </a:cxn>
                <a:cxn ang="0">
                  <a:pos x="53" y="46"/>
                </a:cxn>
                <a:cxn ang="0">
                  <a:pos x="45" y="53"/>
                </a:cxn>
                <a:cxn ang="0">
                  <a:pos x="44" y="52"/>
                </a:cxn>
                <a:cxn ang="0">
                  <a:pos x="39" y="48"/>
                </a:cxn>
                <a:cxn ang="0">
                  <a:pos x="36" y="50"/>
                </a:cxn>
                <a:cxn ang="0">
                  <a:pos x="34" y="57"/>
                </a:cxn>
                <a:cxn ang="0">
                  <a:pos x="33" y="58"/>
                </a:cxn>
                <a:cxn ang="0">
                  <a:pos x="25" y="58"/>
                </a:cxn>
                <a:cxn ang="0">
                  <a:pos x="23" y="57"/>
                </a:cxn>
                <a:cxn ang="0">
                  <a:pos x="22" y="50"/>
                </a:cxn>
                <a:cxn ang="0">
                  <a:pos x="19" y="48"/>
                </a:cxn>
                <a:cxn ang="0">
                  <a:pos x="14" y="52"/>
                </a:cxn>
                <a:cxn ang="0">
                  <a:pos x="13" y="53"/>
                </a:cxn>
                <a:cxn ang="0">
                  <a:pos x="12" y="52"/>
                </a:cxn>
                <a:cxn ang="0">
                  <a:pos x="5" y="46"/>
                </a:cxn>
                <a:cxn ang="0">
                  <a:pos x="5" y="45"/>
                </a:cxn>
                <a:cxn ang="0">
                  <a:pos x="5" y="44"/>
                </a:cxn>
                <a:cxn ang="0">
                  <a:pos x="9" y="39"/>
                </a:cxn>
                <a:cxn ang="0">
                  <a:pos x="8" y="35"/>
                </a:cxn>
                <a:cxn ang="0">
                  <a:pos x="1" y="34"/>
                </a:cxn>
                <a:cxn ang="0">
                  <a:pos x="0" y="33"/>
                </a:cxn>
                <a:cxn ang="0">
                  <a:pos x="0" y="24"/>
                </a:cxn>
                <a:cxn ang="0">
                  <a:pos x="1" y="23"/>
                </a:cxn>
                <a:cxn ang="0">
                  <a:pos x="8" y="22"/>
                </a:cxn>
                <a:cxn ang="0">
                  <a:pos x="9" y="18"/>
                </a:cxn>
                <a:cxn ang="0">
                  <a:pos x="5" y="13"/>
                </a:cxn>
                <a:cxn ang="0">
                  <a:pos x="5" y="12"/>
                </a:cxn>
                <a:cxn ang="0">
                  <a:pos x="5" y="11"/>
                </a:cxn>
                <a:cxn ang="0">
                  <a:pos x="13" y="5"/>
                </a:cxn>
                <a:cxn ang="0">
                  <a:pos x="14" y="5"/>
                </a:cxn>
                <a:cxn ang="0">
                  <a:pos x="19" y="9"/>
                </a:cxn>
                <a:cxn ang="0">
                  <a:pos x="22" y="8"/>
                </a:cxn>
                <a:cxn ang="0">
                  <a:pos x="23" y="1"/>
                </a:cxn>
                <a:cxn ang="0">
                  <a:pos x="25" y="0"/>
                </a:cxn>
                <a:cxn ang="0">
                  <a:pos x="33" y="0"/>
                </a:cxn>
                <a:cxn ang="0">
                  <a:pos x="34" y="1"/>
                </a:cxn>
                <a:cxn ang="0">
                  <a:pos x="36" y="8"/>
                </a:cxn>
                <a:cxn ang="0">
                  <a:pos x="39" y="9"/>
                </a:cxn>
                <a:cxn ang="0">
                  <a:pos x="44" y="5"/>
                </a:cxn>
                <a:cxn ang="0">
                  <a:pos x="45" y="5"/>
                </a:cxn>
                <a:cxn ang="0">
                  <a:pos x="46" y="5"/>
                </a:cxn>
                <a:cxn ang="0">
                  <a:pos x="52" y="12"/>
                </a:cxn>
                <a:cxn ang="0">
                  <a:pos x="53" y="12"/>
                </a:cxn>
                <a:cxn ang="0">
                  <a:pos x="52" y="13"/>
                </a:cxn>
                <a:cxn ang="0">
                  <a:pos x="48" y="18"/>
                </a:cxn>
                <a:cxn ang="0">
                  <a:pos x="50" y="22"/>
                </a:cxn>
                <a:cxn ang="0">
                  <a:pos x="57" y="23"/>
                </a:cxn>
                <a:cxn ang="0">
                  <a:pos x="58" y="25"/>
                </a:cxn>
                <a:cxn ang="0">
                  <a:pos x="58" y="33"/>
                </a:cxn>
                <a:cxn ang="0">
                  <a:pos x="29" y="19"/>
                </a:cxn>
                <a:cxn ang="0">
                  <a:pos x="19" y="29"/>
                </a:cxn>
                <a:cxn ang="0">
                  <a:pos x="29" y="38"/>
                </a:cxn>
                <a:cxn ang="0">
                  <a:pos x="39" y="29"/>
                </a:cxn>
                <a:cxn ang="0">
                  <a:pos x="29" y="19"/>
                </a:cxn>
              </a:cxnLst>
              <a:rect b="b" l="0" r="r" t="0"/>
              <a:pathLst>
                <a:path h="58" w="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cxnSp>
        <p:nvCxnSpPr>
          <p:cNvPr id="154" name="Straight Connector 153"/>
          <p:cNvCxnSpPr/>
          <p:nvPr/>
        </p:nvCxnSpPr>
        <p:spPr>
          <a:xfrm>
            <a:off x="4539212" y="2911959"/>
            <a:ext cx="724166" cy="2233"/>
          </a:xfrm>
          <a:prstGeom prst="line">
            <a:avLst/>
          </a:prstGeom>
          <a:ln w="19050">
            <a:solidFill>
              <a:schemeClr val="tx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1" name="Group 156"/>
          <p:cNvGrpSpPr/>
          <p:nvPr/>
        </p:nvGrpSpPr>
        <p:grpSpPr>
          <a:xfrm>
            <a:off x="3564749" y="2437671"/>
            <a:ext cx="948576" cy="948576"/>
            <a:chOff x="1991932" y="1640533"/>
            <a:chExt cx="850954" cy="850954"/>
          </a:xfrm>
        </p:grpSpPr>
        <p:grpSp>
          <p:nvGrpSpPr>
            <p:cNvPr id="12" name="Group 149"/>
            <p:cNvGrpSpPr/>
            <p:nvPr/>
          </p:nvGrpSpPr>
          <p:grpSpPr>
            <a:xfrm>
              <a:off x="1991932" y="1640533"/>
              <a:ext cx="850954" cy="850954"/>
              <a:chOff x="2502224" y="2594793"/>
              <a:chExt cx="905504" cy="905504"/>
            </a:xfrm>
          </p:grpSpPr>
          <p:sp>
            <p:nvSpPr>
              <p:cNvPr id="151" name="Freeform 150"/>
              <p:cNvSpPr/>
              <p:nvPr/>
            </p:nvSpPr>
            <p:spPr>
              <a:xfrm>
                <a:off x="2596064" y="2688633"/>
                <a:ext cx="717824" cy="717824"/>
              </a:xfrm>
              <a:custGeom>
                <a:avLst/>
                <a:gdLst>
                  <a:gd fmla="*/ 0 w 905504" name="connsiteX0"/>
                  <a:gd fmla="*/ 452752 h 905504" name="connsiteY0"/>
                  <a:gd fmla="*/ 132608 w 905504" name="connsiteX1"/>
                  <a:gd fmla="*/ 132608 h 905504" name="connsiteY1"/>
                  <a:gd fmla="*/ 452752 w 905504" name="connsiteX2"/>
                  <a:gd fmla="*/ 0 h 905504" name="connsiteY2"/>
                  <a:gd fmla="*/ 772896 w 905504" name="connsiteX3"/>
                  <a:gd fmla="*/ 132608 h 905504" name="connsiteY3"/>
                  <a:gd fmla="*/ 905504 w 905504" name="connsiteX4"/>
                  <a:gd fmla="*/ 452752 h 905504" name="connsiteY4"/>
                  <a:gd fmla="*/ 772896 w 905504" name="connsiteX5"/>
                  <a:gd fmla="*/ 772896 h 905504" name="connsiteY5"/>
                  <a:gd fmla="*/ 452752 w 905504" name="connsiteX6"/>
                  <a:gd fmla="*/ 905504 h 905504" name="connsiteY6"/>
                  <a:gd fmla="*/ 132608 w 905504" name="connsiteX7"/>
                  <a:gd fmla="*/ 772896 h 905504" name="connsiteY7"/>
                  <a:gd fmla="*/ 0 w 905504" name="connsiteX8"/>
                  <a:gd fmla="*/ 452752 h 905504"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905504" w="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0" lIns="0" numCol="1" rIns="0" spcCol="1270" spcFirstLastPara="0" tIns="0" vert="horz" wrap="square">
                <a:normAutofit/>
              </a:bodyPr>
              <a:lstStyle/>
              <a:p>
                <a:pPr algn="ctr" defTabSz="1250315">
                  <a:lnSpc>
                    <a:spcPct val="120000"/>
                  </a:lnSpc>
                  <a:spcAft>
                    <a:spcPct val="35000"/>
                  </a:spcAft>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53" name="Freeform 152"/>
              <p:cNvSpPr/>
              <p:nvPr/>
            </p:nvSpPr>
            <p:spPr>
              <a:xfrm>
                <a:off x="2502224" y="2594793"/>
                <a:ext cx="905504" cy="905504"/>
              </a:xfrm>
              <a:custGeom>
                <a:avLst/>
                <a:gdLst>
                  <a:gd fmla="*/ 0 w 905504" name="connsiteX0"/>
                  <a:gd fmla="*/ 452752 h 905504" name="connsiteY0"/>
                  <a:gd fmla="*/ 132608 w 905504" name="connsiteX1"/>
                  <a:gd fmla="*/ 132608 h 905504" name="connsiteY1"/>
                  <a:gd fmla="*/ 452752 w 905504" name="connsiteX2"/>
                  <a:gd fmla="*/ 0 h 905504" name="connsiteY2"/>
                  <a:gd fmla="*/ 772896 w 905504" name="connsiteX3"/>
                  <a:gd fmla="*/ 132608 h 905504" name="connsiteY3"/>
                  <a:gd fmla="*/ 905504 w 905504" name="connsiteX4"/>
                  <a:gd fmla="*/ 452752 h 905504" name="connsiteY4"/>
                  <a:gd fmla="*/ 772896 w 905504" name="connsiteX5"/>
                  <a:gd fmla="*/ 772896 h 905504" name="connsiteY5"/>
                  <a:gd fmla="*/ 452752 w 905504" name="connsiteX6"/>
                  <a:gd fmla="*/ 905504 h 905504" name="connsiteY6"/>
                  <a:gd fmla="*/ 132608 w 905504" name="connsiteX7"/>
                  <a:gd fmla="*/ 772896 h 905504" name="connsiteY7"/>
                  <a:gd fmla="*/ 0 w 905504" name="connsiteX8"/>
                  <a:gd fmla="*/ 452752 h 905504"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905504" w="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tx1">
                    <a:lumMod val="75000"/>
                    <a:lumOff val="25000"/>
                  </a:schemeClr>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bIns="222187" lIns="257161" numCol="1" rIns="222187" spcCol="1270" spcFirstLastPara="0" tIns="257161" vert="horz" wrap="square">
                <a:normAutofit/>
              </a:bodyPr>
              <a:lstStyle/>
              <a:p>
                <a:pPr algn="ctr" defTabSz="1250315">
                  <a:lnSpc>
                    <a:spcPct val="120000"/>
                  </a:lnSpc>
                  <a:spcAft>
                    <a:spcPct val="35000"/>
                  </a:spcAft>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sp>
          <p:nvSpPr>
            <p:cNvPr id="156" name="Freeform 187"/>
            <p:cNvSpPr>
              <a:spLocks noEditPoints="1"/>
            </p:cNvSpPr>
            <p:nvPr/>
          </p:nvSpPr>
          <p:spPr bwMode="auto">
            <a:xfrm>
              <a:off x="2249043" y="1957202"/>
              <a:ext cx="336732" cy="217616"/>
            </a:xfrm>
            <a:custGeom>
              <a:avLst/>
              <a:gdLst/>
              <a:ahLst/>
              <a:cxnLst>
                <a:cxn ang="0">
                  <a:pos x="68" y="25"/>
                </a:cxn>
                <a:cxn ang="0">
                  <a:pos x="34" y="44"/>
                </a:cxn>
                <a:cxn ang="0">
                  <a:pos x="1" y="25"/>
                </a:cxn>
                <a:cxn ang="0">
                  <a:pos x="0" y="22"/>
                </a:cxn>
                <a:cxn ang="0">
                  <a:pos x="1" y="20"/>
                </a:cxn>
                <a:cxn ang="0">
                  <a:pos x="34" y="0"/>
                </a:cxn>
                <a:cxn ang="0">
                  <a:pos x="68" y="20"/>
                </a:cxn>
                <a:cxn ang="0">
                  <a:pos x="68" y="22"/>
                </a:cxn>
                <a:cxn ang="0">
                  <a:pos x="68" y="25"/>
                </a:cxn>
                <a:cxn ang="0">
                  <a:pos x="49" y="9"/>
                </a:cxn>
                <a:cxn ang="0">
                  <a:pos x="51" y="17"/>
                </a:cxn>
                <a:cxn ang="0">
                  <a:pos x="34" y="34"/>
                </a:cxn>
                <a:cxn ang="0">
                  <a:pos x="17" y="17"/>
                </a:cxn>
                <a:cxn ang="0">
                  <a:pos x="20" y="9"/>
                </a:cxn>
                <a:cxn ang="0">
                  <a:pos x="5" y="22"/>
                </a:cxn>
                <a:cxn ang="0">
                  <a:pos x="34" y="39"/>
                </a:cxn>
                <a:cxn ang="0">
                  <a:pos x="64" y="22"/>
                </a:cxn>
                <a:cxn ang="0">
                  <a:pos x="49" y="9"/>
                </a:cxn>
                <a:cxn ang="0">
                  <a:pos x="34" y="6"/>
                </a:cxn>
                <a:cxn ang="0">
                  <a:pos x="23" y="17"/>
                </a:cxn>
                <a:cxn ang="0">
                  <a:pos x="25" y="19"/>
                </a:cxn>
                <a:cxn ang="0">
                  <a:pos x="27" y="17"/>
                </a:cxn>
                <a:cxn ang="0">
                  <a:pos x="34" y="9"/>
                </a:cxn>
                <a:cxn ang="0">
                  <a:pos x="36" y="8"/>
                </a:cxn>
                <a:cxn ang="0">
                  <a:pos x="34" y="6"/>
                </a:cxn>
              </a:cxnLst>
              <a:rect b="b" l="0" r="r" t="0"/>
              <a:pathLst>
                <a:path h="44" w="68">
                  <a:moveTo>
                    <a:pt x="68" y="25"/>
                  </a:moveTo>
                  <a:cubicBezTo>
                    <a:pt x="61" y="36"/>
                    <a:pt x="48" y="44"/>
                    <a:pt x="34" y="44"/>
                  </a:cubicBezTo>
                  <a:cubicBezTo>
                    <a:pt x="21" y="44"/>
                    <a:pt x="8" y="36"/>
                    <a:pt x="1" y="25"/>
                  </a:cubicBezTo>
                  <a:cubicBezTo>
                    <a:pt x="1" y="24"/>
                    <a:pt x="0" y="23"/>
                    <a:pt x="0" y="22"/>
                  </a:cubicBezTo>
                  <a:cubicBezTo>
                    <a:pt x="0" y="21"/>
                    <a:pt x="1" y="20"/>
                    <a:pt x="1" y="20"/>
                  </a:cubicBezTo>
                  <a:cubicBezTo>
                    <a:pt x="8" y="8"/>
                    <a:pt x="21" y="0"/>
                    <a:pt x="34" y="0"/>
                  </a:cubicBezTo>
                  <a:cubicBezTo>
                    <a:pt x="48" y="0"/>
                    <a:pt x="61" y="8"/>
                    <a:pt x="68" y="20"/>
                  </a:cubicBezTo>
                  <a:cubicBezTo>
                    <a:pt x="68" y="20"/>
                    <a:pt x="68" y="21"/>
                    <a:pt x="68" y="22"/>
                  </a:cubicBezTo>
                  <a:cubicBezTo>
                    <a:pt x="68" y="23"/>
                    <a:pt x="68" y="24"/>
                    <a:pt x="68" y="25"/>
                  </a:cubicBezTo>
                  <a:close/>
                  <a:moveTo>
                    <a:pt x="49" y="9"/>
                  </a:moveTo>
                  <a:cubicBezTo>
                    <a:pt x="51" y="11"/>
                    <a:pt x="51" y="14"/>
                    <a:pt x="51" y="17"/>
                  </a:cubicBezTo>
                  <a:cubicBezTo>
                    <a:pt x="51" y="27"/>
                    <a:pt x="44" y="34"/>
                    <a:pt x="34" y="34"/>
                  </a:cubicBezTo>
                  <a:cubicBezTo>
                    <a:pt x="25" y="34"/>
                    <a:pt x="17" y="27"/>
                    <a:pt x="17" y="17"/>
                  </a:cubicBezTo>
                  <a:cubicBezTo>
                    <a:pt x="17" y="14"/>
                    <a:pt x="18" y="11"/>
                    <a:pt x="20" y="9"/>
                  </a:cubicBezTo>
                  <a:cubicBezTo>
                    <a:pt x="14" y="12"/>
                    <a:pt x="9" y="17"/>
                    <a:pt x="5" y="22"/>
                  </a:cubicBezTo>
                  <a:cubicBezTo>
                    <a:pt x="12" y="32"/>
                    <a:pt x="22" y="39"/>
                    <a:pt x="34" y="39"/>
                  </a:cubicBezTo>
                  <a:cubicBezTo>
                    <a:pt x="47" y="39"/>
                    <a:pt x="57" y="32"/>
                    <a:pt x="64" y="22"/>
                  </a:cubicBezTo>
                  <a:cubicBezTo>
                    <a:pt x="60" y="17"/>
                    <a:pt x="55" y="12"/>
                    <a:pt x="49" y="9"/>
                  </a:cubicBezTo>
                  <a:close/>
                  <a:moveTo>
                    <a:pt x="34" y="6"/>
                  </a:moveTo>
                  <a:cubicBezTo>
                    <a:pt x="28" y="6"/>
                    <a:pt x="23" y="11"/>
                    <a:pt x="23" y="17"/>
                  </a:cubicBezTo>
                  <a:cubicBezTo>
                    <a:pt x="23" y="18"/>
                    <a:pt x="24" y="19"/>
                    <a:pt x="25" y="19"/>
                  </a:cubicBezTo>
                  <a:cubicBezTo>
                    <a:pt x="26" y="19"/>
                    <a:pt x="27" y="18"/>
                    <a:pt x="27" y="17"/>
                  </a:cubicBezTo>
                  <a:cubicBezTo>
                    <a:pt x="27" y="13"/>
                    <a:pt x="30" y="9"/>
                    <a:pt x="34" y="9"/>
                  </a:cubicBezTo>
                  <a:cubicBezTo>
                    <a:pt x="35" y="9"/>
                    <a:pt x="36" y="9"/>
                    <a:pt x="36" y="8"/>
                  </a:cubicBezTo>
                  <a:cubicBezTo>
                    <a:pt x="36" y="7"/>
                    <a:pt x="35" y="6"/>
                    <a:pt x="34" y="6"/>
                  </a:cubicBezTo>
                  <a:close/>
                </a:path>
              </a:pathLst>
            </a:custGeom>
            <a:solidFill>
              <a:schemeClr val="bg1"/>
            </a:solidFill>
            <a:ln w="9525">
              <a:noFill/>
              <a:round/>
            </a:ln>
          </p:spPr>
          <p:txBody>
            <a:bodyPr anchor="t" anchorCtr="0" bIns="64290" compatLnSpc="1" lIns="128580" numCol="1" rIns="128580" tIns="64290" vert="horz" wrap="square">
              <a:normAutofit fontScale="90000" lnSpcReduction="20000"/>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sp>
        <p:nvSpPr>
          <p:cNvPr id="158" name="Text Placeholder 3"/>
          <p:cNvSpPr txBox="1"/>
          <p:nvPr/>
        </p:nvSpPr>
        <p:spPr>
          <a:xfrm>
            <a:off x="9563735" y="4779645"/>
            <a:ext cx="2875280" cy="1327150"/>
          </a:xfrm>
          <a:prstGeom prst="rect">
            <a:avLst/>
          </a:prstGeom>
        </p:spPr>
        <p:txBody>
          <a:bodyPr anchor="t" anchorCtr="0" bIns="0" lIns="0" rIns="0" tIns="0" wrap="square">
            <a:normAutofit/>
          </a:bodyPr>
          <a:lstStyle>
            <a:lvl1pPr algn="ctr" indent="0" marL="0">
              <a:buNone/>
              <a:defRPr baseline="0" sz="1600">
                <a:solidFill>
                  <a:schemeClr val="tx1">
                    <a:lumMod val="95000"/>
                    <a:lumOff val="5000"/>
                  </a:schemeClr>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algn="l"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具体内容要点</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59" name="Text Placeholder 3"/>
          <p:cNvSpPr txBox="1"/>
          <p:nvPr/>
        </p:nvSpPr>
        <p:spPr>
          <a:xfrm>
            <a:off x="434340" y="4220210"/>
            <a:ext cx="2995930" cy="1437005"/>
          </a:xfrm>
          <a:prstGeom prst="rect">
            <a:avLst/>
          </a:prstGeom>
        </p:spPr>
        <p:txBody>
          <a:bodyPr anchor="t" anchorCtr="0" bIns="0" lIns="0" rIns="0" tIns="0" wrap="square">
            <a:normAutofit/>
          </a:bodyPr>
          <a:lstStyle>
            <a:lvl1pPr algn="ctr" indent="0" marL="0">
              <a:buNone/>
              <a:defRPr baseline="0" sz="1600">
                <a:solidFill>
                  <a:schemeClr val="tx1">
                    <a:lumMod val="95000"/>
                    <a:lumOff val="5000"/>
                  </a:schemeClr>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algn="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项目二致力于禽舍环境调控，集成传感器数据与AI算法，动态优化温湿度及通风参数，显著降低能耗并提高禽类生长均匀度。</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60" name="Text Placeholder 3"/>
          <p:cNvSpPr txBox="1"/>
          <p:nvPr/>
        </p:nvSpPr>
        <p:spPr>
          <a:xfrm>
            <a:off x="9563735" y="3266440"/>
            <a:ext cx="2875280" cy="1327150"/>
          </a:xfrm>
          <a:prstGeom prst="rect">
            <a:avLst/>
          </a:prstGeom>
        </p:spPr>
        <p:txBody>
          <a:bodyPr anchor="t" anchorCtr="0" bIns="0" lIns="0" rIns="0" tIns="0" wrap="square">
            <a:normAutofit/>
          </a:bodyPr>
          <a:lstStyle>
            <a:lvl1pPr algn="ctr" indent="0" marL="0">
              <a:buNone/>
              <a:defRPr baseline="0" sz="1600">
                <a:solidFill>
                  <a:schemeClr val="tx1">
                    <a:lumMod val="95000"/>
                    <a:lumOff val="5000"/>
                  </a:schemeClr>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algn="l"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项目一聚焦于生猪行为识别，通过深度学习模型分析视频数据，实现进食、饮水等关键行为自动监测，助力精准饲喂与疾病预警。</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61" name="Text Placeholder 3"/>
          <p:cNvSpPr txBox="1"/>
          <p:nvPr/>
        </p:nvSpPr>
        <p:spPr>
          <a:xfrm>
            <a:off x="434340" y="2555240"/>
            <a:ext cx="2995930" cy="1437005"/>
          </a:xfrm>
          <a:prstGeom prst="rect">
            <a:avLst/>
          </a:prstGeom>
        </p:spPr>
        <p:txBody>
          <a:bodyPr anchor="t" anchorCtr="0" bIns="0" lIns="0" rIns="0" tIns="0" wrap="square">
            <a:normAutofit/>
          </a:bodyPr>
          <a:lstStyle>
            <a:lvl1pPr algn="ctr" indent="0" marL="0">
              <a:buNone/>
              <a:defRPr baseline="0" sz="1600">
                <a:solidFill>
                  <a:schemeClr val="tx1">
                    <a:lumMod val="95000"/>
                    <a:lumOff val="5000"/>
                  </a:schemeClr>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algn="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在智能养殖领域，我的实习定位是参与算法研发与系统优化，专注于利用计算机视觉技术提升养殖效率与动物健康监测水平。</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nvGrpSpPr>
          <p:cNvPr id="2" name="Group 128"/>
          <p:cNvGrpSpPr/>
          <p:nvPr/>
        </p:nvGrpSpPr>
        <p:grpSpPr>
          <a:xfrm>
            <a:off x="5069713" y="2772229"/>
            <a:ext cx="2719324" cy="2764086"/>
            <a:chOff x="3124200" y="1657350"/>
            <a:chExt cx="2700338" cy="2744788"/>
          </a:xfrm>
        </p:grpSpPr>
        <p:sp>
          <p:nvSpPr>
            <p:cNvPr id="3077" name="Freeform 5"/>
            <p:cNvSpPr/>
            <p:nvPr/>
          </p:nvSpPr>
          <p:spPr bwMode="auto">
            <a:xfrm>
              <a:off x="3789363" y="1657350"/>
              <a:ext cx="1874838" cy="738188"/>
            </a:xfrm>
            <a:custGeom>
              <a:avLst/>
              <a:gdLst/>
              <a:ahLst/>
              <a:cxnLst>
                <a:cxn ang="0">
                  <a:pos x="1181" y="465"/>
                </a:cxn>
                <a:cxn ang="0">
                  <a:pos x="12" y="428"/>
                </a:cxn>
                <a:cxn ang="0">
                  <a:pos x="0" y="0"/>
                </a:cxn>
                <a:cxn ang="0">
                  <a:pos x="1172" y="125"/>
                </a:cxn>
                <a:cxn ang="0">
                  <a:pos x="1181" y="465"/>
                </a:cxn>
              </a:cxnLst>
              <a:rect b="b" l="0" r="r" t="0"/>
              <a:pathLst>
                <a:path h="465" w="1181">
                  <a:moveTo>
                    <a:pt x="1181" y="465"/>
                  </a:moveTo>
                  <a:lnTo>
                    <a:pt x="12" y="428"/>
                  </a:lnTo>
                  <a:lnTo>
                    <a:pt x="0" y="0"/>
                  </a:lnTo>
                  <a:lnTo>
                    <a:pt x="1172" y="125"/>
                  </a:lnTo>
                  <a:lnTo>
                    <a:pt x="1181" y="465"/>
                  </a:lnTo>
                  <a:close/>
                </a:path>
              </a:pathLst>
            </a:custGeom>
            <a:solidFill>
              <a:schemeClr val="accent4"/>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78" name="Freeform 6"/>
            <p:cNvSpPr/>
            <p:nvPr/>
          </p:nvSpPr>
          <p:spPr bwMode="auto">
            <a:xfrm>
              <a:off x="3624263" y="1671637"/>
              <a:ext cx="184150" cy="709613"/>
            </a:xfrm>
            <a:custGeom>
              <a:avLst/>
              <a:gdLst/>
              <a:ahLst/>
              <a:cxnLst>
                <a:cxn ang="0">
                  <a:pos x="104" y="0"/>
                </a:cxn>
                <a:cxn ang="0">
                  <a:pos x="116" y="428"/>
                </a:cxn>
                <a:cxn ang="0">
                  <a:pos x="0" y="447"/>
                </a:cxn>
                <a:cxn ang="0">
                  <a:pos x="3" y="80"/>
                </a:cxn>
                <a:cxn ang="0">
                  <a:pos x="104" y="0"/>
                </a:cxn>
              </a:cxnLst>
              <a:rect b="b" l="0" r="r" t="0"/>
              <a:pathLst>
                <a:path h="447" w="116">
                  <a:moveTo>
                    <a:pt x="104" y="0"/>
                  </a:moveTo>
                  <a:lnTo>
                    <a:pt x="116" y="428"/>
                  </a:lnTo>
                  <a:lnTo>
                    <a:pt x="0" y="447"/>
                  </a:lnTo>
                  <a:lnTo>
                    <a:pt x="3" y="80"/>
                  </a:lnTo>
                  <a:lnTo>
                    <a:pt x="104" y="0"/>
                  </a:lnTo>
                  <a:close/>
                </a:path>
              </a:pathLst>
            </a:custGeom>
            <a:solidFill>
              <a:schemeClr val="accent4">
                <a:lumMod val="75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79" name="Freeform 7"/>
            <p:cNvSpPr/>
            <p:nvPr/>
          </p:nvSpPr>
          <p:spPr bwMode="auto">
            <a:xfrm>
              <a:off x="3284538" y="2332037"/>
              <a:ext cx="339725" cy="665163"/>
            </a:xfrm>
            <a:custGeom>
              <a:avLst/>
              <a:gdLst/>
              <a:ahLst/>
              <a:cxnLst>
                <a:cxn ang="0">
                  <a:pos x="0" y="419"/>
                </a:cxn>
                <a:cxn ang="0">
                  <a:pos x="6" y="0"/>
                </a:cxn>
                <a:cxn ang="0">
                  <a:pos x="214" y="22"/>
                </a:cxn>
                <a:cxn ang="0">
                  <a:pos x="208" y="419"/>
                </a:cxn>
                <a:cxn ang="0">
                  <a:pos x="0" y="419"/>
                </a:cxn>
              </a:cxnLst>
              <a:rect b="b" l="0" r="r" t="0"/>
              <a:pathLst>
                <a:path h="419" w="214">
                  <a:moveTo>
                    <a:pt x="0" y="419"/>
                  </a:moveTo>
                  <a:lnTo>
                    <a:pt x="6" y="0"/>
                  </a:lnTo>
                  <a:lnTo>
                    <a:pt x="214" y="22"/>
                  </a:lnTo>
                  <a:lnTo>
                    <a:pt x="208" y="419"/>
                  </a:lnTo>
                  <a:lnTo>
                    <a:pt x="0" y="419"/>
                  </a:lnTo>
                  <a:close/>
                </a:path>
              </a:pathLst>
            </a:custGeom>
            <a:solidFill>
              <a:schemeClr val="accent3">
                <a:lumMod val="50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0" name="Freeform 8"/>
            <p:cNvSpPr/>
            <p:nvPr/>
          </p:nvSpPr>
          <p:spPr bwMode="auto">
            <a:xfrm>
              <a:off x="3124200" y="3633787"/>
              <a:ext cx="485775" cy="681038"/>
            </a:xfrm>
            <a:custGeom>
              <a:avLst/>
              <a:gdLst/>
              <a:ahLst/>
              <a:cxnLst>
                <a:cxn ang="0">
                  <a:pos x="98" y="3"/>
                </a:cxn>
                <a:cxn ang="0">
                  <a:pos x="306" y="0"/>
                </a:cxn>
                <a:cxn ang="0">
                  <a:pos x="303" y="291"/>
                </a:cxn>
                <a:cxn ang="0">
                  <a:pos x="0" y="429"/>
                </a:cxn>
                <a:cxn ang="0">
                  <a:pos x="95" y="138"/>
                </a:cxn>
                <a:cxn ang="0">
                  <a:pos x="98" y="3"/>
                </a:cxn>
              </a:cxnLst>
              <a:rect b="b" l="0" r="r" t="0"/>
              <a:pathLst>
                <a:path h="429" w="306">
                  <a:moveTo>
                    <a:pt x="98" y="3"/>
                  </a:moveTo>
                  <a:lnTo>
                    <a:pt x="306" y="0"/>
                  </a:lnTo>
                  <a:lnTo>
                    <a:pt x="303" y="291"/>
                  </a:lnTo>
                  <a:lnTo>
                    <a:pt x="0" y="429"/>
                  </a:lnTo>
                  <a:lnTo>
                    <a:pt x="95" y="138"/>
                  </a:lnTo>
                  <a:lnTo>
                    <a:pt x="98" y="3"/>
                  </a:lnTo>
                  <a:close/>
                </a:path>
              </a:pathLst>
            </a:custGeom>
            <a:solidFill>
              <a:schemeClr val="accent1">
                <a:lumMod val="50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1" name="Freeform 9"/>
            <p:cNvSpPr/>
            <p:nvPr/>
          </p:nvSpPr>
          <p:spPr bwMode="auto">
            <a:xfrm>
              <a:off x="3614738" y="2336800"/>
              <a:ext cx="207963" cy="660400"/>
            </a:xfrm>
            <a:custGeom>
              <a:avLst/>
              <a:gdLst/>
              <a:ahLst/>
              <a:cxnLst>
                <a:cxn ang="0">
                  <a:pos x="0" y="416"/>
                </a:cxn>
                <a:cxn ang="0">
                  <a:pos x="6" y="19"/>
                </a:cxn>
                <a:cxn ang="0">
                  <a:pos x="122" y="0"/>
                </a:cxn>
                <a:cxn ang="0">
                  <a:pos x="131" y="410"/>
                </a:cxn>
                <a:cxn ang="0">
                  <a:pos x="0" y="416"/>
                </a:cxn>
              </a:cxnLst>
              <a:rect b="b" l="0" r="r" t="0"/>
              <a:pathLst>
                <a:path h="416" w="131">
                  <a:moveTo>
                    <a:pt x="0" y="416"/>
                  </a:moveTo>
                  <a:lnTo>
                    <a:pt x="6" y="19"/>
                  </a:lnTo>
                  <a:lnTo>
                    <a:pt x="122" y="0"/>
                  </a:lnTo>
                  <a:lnTo>
                    <a:pt x="131" y="410"/>
                  </a:lnTo>
                  <a:lnTo>
                    <a:pt x="0" y="416"/>
                  </a:lnTo>
                  <a:close/>
                </a:path>
              </a:pathLst>
            </a:custGeom>
            <a:solidFill>
              <a:schemeClr val="accent3">
                <a:lumMod val="75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2" name="Freeform 10"/>
            <p:cNvSpPr/>
            <p:nvPr/>
          </p:nvSpPr>
          <p:spPr bwMode="auto">
            <a:xfrm>
              <a:off x="3605213" y="3633787"/>
              <a:ext cx="368300" cy="768350"/>
            </a:xfrm>
            <a:custGeom>
              <a:avLst/>
              <a:gdLst/>
              <a:ahLst/>
              <a:cxnLst>
                <a:cxn ang="0">
                  <a:pos x="0" y="291"/>
                </a:cxn>
                <a:cxn ang="0">
                  <a:pos x="3" y="0"/>
                </a:cxn>
                <a:cxn ang="0">
                  <a:pos x="150" y="13"/>
                </a:cxn>
                <a:cxn ang="0">
                  <a:pos x="153" y="159"/>
                </a:cxn>
                <a:cxn ang="0">
                  <a:pos x="232" y="484"/>
                </a:cxn>
                <a:cxn ang="0">
                  <a:pos x="0" y="291"/>
                </a:cxn>
              </a:cxnLst>
              <a:rect b="b" l="0" r="r" t="0"/>
              <a:pathLst>
                <a:path h="484" w="232">
                  <a:moveTo>
                    <a:pt x="0" y="291"/>
                  </a:moveTo>
                  <a:lnTo>
                    <a:pt x="3" y="0"/>
                  </a:lnTo>
                  <a:lnTo>
                    <a:pt x="150" y="13"/>
                  </a:lnTo>
                  <a:lnTo>
                    <a:pt x="153" y="159"/>
                  </a:lnTo>
                  <a:lnTo>
                    <a:pt x="232" y="484"/>
                  </a:lnTo>
                  <a:lnTo>
                    <a:pt x="0" y="291"/>
                  </a:lnTo>
                  <a:close/>
                </a:path>
              </a:pathLst>
            </a:custGeom>
            <a:solidFill>
              <a:schemeClr val="accent1">
                <a:lumMod val="75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3" name="Freeform 11"/>
            <p:cNvSpPr/>
            <p:nvPr/>
          </p:nvSpPr>
          <p:spPr bwMode="auto">
            <a:xfrm>
              <a:off x="3808413" y="2336800"/>
              <a:ext cx="1865313" cy="650875"/>
            </a:xfrm>
            <a:custGeom>
              <a:avLst/>
              <a:gdLst/>
              <a:ahLst/>
              <a:cxnLst>
                <a:cxn ang="0">
                  <a:pos x="1175" y="377"/>
                </a:cxn>
                <a:cxn ang="0">
                  <a:pos x="9" y="410"/>
                </a:cxn>
                <a:cxn ang="0">
                  <a:pos x="0" y="0"/>
                </a:cxn>
                <a:cxn ang="0">
                  <a:pos x="1169" y="37"/>
                </a:cxn>
                <a:cxn ang="0">
                  <a:pos x="1175" y="377"/>
                </a:cxn>
              </a:cxnLst>
              <a:rect b="b" l="0" r="r" t="0"/>
              <a:pathLst>
                <a:path h="410" w="1175">
                  <a:moveTo>
                    <a:pt x="1175" y="377"/>
                  </a:moveTo>
                  <a:lnTo>
                    <a:pt x="9" y="410"/>
                  </a:lnTo>
                  <a:lnTo>
                    <a:pt x="0" y="0"/>
                  </a:lnTo>
                  <a:lnTo>
                    <a:pt x="1169" y="37"/>
                  </a:lnTo>
                  <a:lnTo>
                    <a:pt x="1175" y="377"/>
                  </a:lnTo>
                  <a:close/>
                </a:path>
              </a:pathLst>
            </a:custGeom>
            <a:solidFill>
              <a:schemeClr val="accent3"/>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4" name="Freeform 12"/>
            <p:cNvSpPr/>
            <p:nvPr/>
          </p:nvSpPr>
          <p:spPr bwMode="auto">
            <a:xfrm>
              <a:off x="3822700" y="2935287"/>
              <a:ext cx="1865313" cy="719138"/>
            </a:xfrm>
            <a:custGeom>
              <a:avLst/>
              <a:gdLst/>
              <a:ahLst/>
              <a:cxnLst>
                <a:cxn ang="0">
                  <a:pos x="1175" y="361"/>
                </a:cxn>
                <a:cxn ang="0">
                  <a:pos x="13" y="453"/>
                </a:cxn>
                <a:cxn ang="0">
                  <a:pos x="0" y="33"/>
                </a:cxn>
                <a:cxn ang="0">
                  <a:pos x="1166" y="0"/>
                </a:cxn>
                <a:cxn ang="0">
                  <a:pos x="1175" y="361"/>
                </a:cxn>
              </a:cxnLst>
              <a:rect b="b" l="0" r="r" t="0"/>
              <a:pathLst>
                <a:path h="453" w="1175">
                  <a:moveTo>
                    <a:pt x="1175" y="361"/>
                  </a:moveTo>
                  <a:lnTo>
                    <a:pt x="13" y="453"/>
                  </a:lnTo>
                  <a:lnTo>
                    <a:pt x="0" y="33"/>
                  </a:lnTo>
                  <a:lnTo>
                    <a:pt x="1166" y="0"/>
                  </a:lnTo>
                  <a:lnTo>
                    <a:pt x="1175" y="361"/>
                  </a:lnTo>
                  <a:close/>
                </a:path>
              </a:pathLst>
            </a:custGeom>
            <a:solidFill>
              <a:schemeClr val="accent2"/>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5" name="Freeform 13"/>
            <p:cNvSpPr/>
            <p:nvPr/>
          </p:nvSpPr>
          <p:spPr bwMode="auto">
            <a:xfrm>
              <a:off x="3843338" y="3508375"/>
              <a:ext cx="1981200" cy="893763"/>
            </a:xfrm>
            <a:custGeom>
              <a:avLst/>
              <a:gdLst/>
              <a:ahLst/>
              <a:cxnLst>
                <a:cxn ang="0">
                  <a:pos x="0" y="92"/>
                </a:cxn>
                <a:cxn ang="0">
                  <a:pos x="1162" y="0"/>
                </a:cxn>
                <a:cxn ang="0">
                  <a:pos x="1165" y="116"/>
                </a:cxn>
                <a:cxn ang="0">
                  <a:pos x="1248" y="391"/>
                </a:cxn>
                <a:cxn ang="0">
                  <a:pos x="82" y="563"/>
                </a:cxn>
                <a:cxn ang="0">
                  <a:pos x="3" y="238"/>
                </a:cxn>
                <a:cxn ang="0">
                  <a:pos x="0" y="92"/>
                </a:cxn>
              </a:cxnLst>
              <a:rect b="b" l="0" r="r" t="0"/>
              <a:pathLst>
                <a:path h="563" w="1248">
                  <a:moveTo>
                    <a:pt x="0" y="92"/>
                  </a:moveTo>
                  <a:lnTo>
                    <a:pt x="1162" y="0"/>
                  </a:lnTo>
                  <a:lnTo>
                    <a:pt x="1165" y="116"/>
                  </a:lnTo>
                  <a:lnTo>
                    <a:pt x="1248" y="391"/>
                  </a:lnTo>
                  <a:lnTo>
                    <a:pt x="82" y="563"/>
                  </a:lnTo>
                  <a:lnTo>
                    <a:pt x="3" y="238"/>
                  </a:lnTo>
                  <a:lnTo>
                    <a:pt x="0" y="92"/>
                  </a:lnTo>
                  <a:close/>
                </a:path>
              </a:pathLst>
            </a:custGeom>
            <a:solidFill>
              <a:schemeClr val="accent1"/>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6" name="Freeform 14"/>
            <p:cNvSpPr/>
            <p:nvPr/>
          </p:nvSpPr>
          <p:spPr bwMode="auto">
            <a:xfrm>
              <a:off x="3609975" y="2987675"/>
              <a:ext cx="233363" cy="666750"/>
            </a:xfrm>
            <a:custGeom>
              <a:avLst/>
              <a:gdLst/>
              <a:ahLst/>
              <a:cxnLst>
                <a:cxn ang="0">
                  <a:pos x="134" y="0"/>
                </a:cxn>
                <a:cxn ang="0">
                  <a:pos x="147" y="420"/>
                </a:cxn>
                <a:cxn ang="0">
                  <a:pos x="0" y="407"/>
                </a:cxn>
                <a:cxn ang="0">
                  <a:pos x="3" y="6"/>
                </a:cxn>
                <a:cxn ang="0">
                  <a:pos x="134" y="0"/>
                </a:cxn>
              </a:cxnLst>
              <a:rect b="b" l="0" r="r" t="0"/>
              <a:pathLst>
                <a:path h="420" w="147">
                  <a:moveTo>
                    <a:pt x="134" y="0"/>
                  </a:moveTo>
                  <a:lnTo>
                    <a:pt x="147" y="420"/>
                  </a:lnTo>
                  <a:lnTo>
                    <a:pt x="0" y="407"/>
                  </a:lnTo>
                  <a:lnTo>
                    <a:pt x="3" y="6"/>
                  </a:lnTo>
                  <a:lnTo>
                    <a:pt x="134" y="0"/>
                  </a:lnTo>
                  <a:close/>
                </a:path>
              </a:pathLst>
            </a:custGeom>
            <a:solidFill>
              <a:schemeClr val="accent2">
                <a:lumMod val="75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7" name="Freeform 15"/>
            <p:cNvSpPr/>
            <p:nvPr/>
          </p:nvSpPr>
          <p:spPr bwMode="auto">
            <a:xfrm>
              <a:off x="3279775" y="2997200"/>
              <a:ext cx="334963" cy="641350"/>
            </a:xfrm>
            <a:custGeom>
              <a:avLst/>
              <a:gdLst/>
              <a:ahLst/>
              <a:cxnLst>
                <a:cxn ang="0">
                  <a:pos x="208" y="401"/>
                </a:cxn>
                <a:cxn ang="0">
                  <a:pos x="0" y="404"/>
                </a:cxn>
                <a:cxn ang="0">
                  <a:pos x="3" y="0"/>
                </a:cxn>
                <a:cxn ang="0">
                  <a:pos x="211" y="0"/>
                </a:cxn>
                <a:cxn ang="0">
                  <a:pos x="208" y="401"/>
                </a:cxn>
              </a:cxnLst>
              <a:rect b="b" l="0" r="r" t="0"/>
              <a:pathLst>
                <a:path h="404" w="211">
                  <a:moveTo>
                    <a:pt x="208" y="401"/>
                  </a:moveTo>
                  <a:lnTo>
                    <a:pt x="0" y="404"/>
                  </a:lnTo>
                  <a:lnTo>
                    <a:pt x="3" y="0"/>
                  </a:lnTo>
                  <a:lnTo>
                    <a:pt x="211" y="0"/>
                  </a:lnTo>
                  <a:lnTo>
                    <a:pt x="208" y="401"/>
                  </a:lnTo>
                  <a:close/>
                </a:path>
              </a:pathLst>
            </a:custGeom>
            <a:solidFill>
              <a:schemeClr val="accent2">
                <a:lumMod val="50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8" name="Freeform 16"/>
            <p:cNvSpPr/>
            <p:nvPr/>
          </p:nvSpPr>
          <p:spPr bwMode="auto">
            <a:xfrm>
              <a:off x="3124200" y="4095750"/>
              <a:ext cx="849313" cy="306388"/>
            </a:xfrm>
            <a:custGeom>
              <a:avLst/>
              <a:gdLst/>
              <a:ahLst/>
              <a:cxnLst>
                <a:cxn ang="0">
                  <a:pos x="0" y="138"/>
                </a:cxn>
                <a:cxn ang="0">
                  <a:pos x="303" y="0"/>
                </a:cxn>
                <a:cxn ang="0">
                  <a:pos x="535" y="193"/>
                </a:cxn>
                <a:cxn ang="0">
                  <a:pos x="0" y="138"/>
                </a:cxn>
              </a:cxnLst>
              <a:rect b="b" l="0" r="r" t="0"/>
              <a:pathLst>
                <a:path h="193" w="535">
                  <a:moveTo>
                    <a:pt x="0" y="138"/>
                  </a:moveTo>
                  <a:lnTo>
                    <a:pt x="303" y="0"/>
                  </a:lnTo>
                  <a:lnTo>
                    <a:pt x="535" y="193"/>
                  </a:lnTo>
                  <a:lnTo>
                    <a:pt x="0" y="138"/>
                  </a:lnTo>
                  <a:close/>
                </a:path>
              </a:pathLst>
            </a:custGeom>
            <a:solidFill>
              <a:schemeClr val="accent1"/>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089" name="Freeform 17"/>
            <p:cNvSpPr/>
            <p:nvPr/>
          </p:nvSpPr>
          <p:spPr bwMode="auto">
            <a:xfrm>
              <a:off x="3294063" y="1685925"/>
              <a:ext cx="334963" cy="681038"/>
            </a:xfrm>
            <a:custGeom>
              <a:avLst/>
              <a:gdLst/>
              <a:ahLst/>
              <a:cxnLst>
                <a:cxn ang="0">
                  <a:pos x="208" y="429"/>
                </a:cxn>
                <a:cxn ang="0">
                  <a:pos x="0" y="407"/>
                </a:cxn>
                <a:cxn ang="0">
                  <a:pos x="3" y="0"/>
                </a:cxn>
                <a:cxn ang="0">
                  <a:pos x="211" y="61"/>
                </a:cxn>
                <a:cxn ang="0">
                  <a:pos x="208" y="429"/>
                </a:cxn>
              </a:cxnLst>
              <a:rect b="b" l="0" r="r" t="0"/>
              <a:pathLst>
                <a:path h="429" w="211">
                  <a:moveTo>
                    <a:pt x="208" y="429"/>
                  </a:moveTo>
                  <a:lnTo>
                    <a:pt x="0" y="407"/>
                  </a:lnTo>
                  <a:lnTo>
                    <a:pt x="3" y="0"/>
                  </a:lnTo>
                  <a:lnTo>
                    <a:pt x="211" y="61"/>
                  </a:lnTo>
                  <a:lnTo>
                    <a:pt x="208" y="429"/>
                  </a:lnTo>
                  <a:close/>
                </a:path>
              </a:pathLst>
            </a:custGeom>
            <a:solidFill>
              <a:schemeClr val="accent4">
                <a:lumMod val="50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nvGrpSpPr>
            <p:cNvPr id="3" name="Group 80"/>
            <p:cNvGrpSpPr/>
            <p:nvPr/>
          </p:nvGrpSpPr>
          <p:grpSpPr>
            <a:xfrm rot="364498">
              <a:off x="4089643" y="1872450"/>
              <a:ext cx="1244431" cy="1867007"/>
              <a:chOff x="2616022" y="2850356"/>
              <a:chExt cx="635178" cy="952952"/>
            </a:xfrm>
          </p:grpSpPr>
          <p:grpSp>
            <p:nvGrpSpPr>
              <p:cNvPr id="4" name="Group 81"/>
              <p:cNvGrpSpPr/>
              <p:nvPr/>
            </p:nvGrpSpPr>
            <p:grpSpPr>
              <a:xfrm>
                <a:off x="2616022" y="2850356"/>
                <a:ext cx="635178" cy="166118"/>
                <a:chOff x="2616022" y="2850356"/>
                <a:chExt cx="635178" cy="166118"/>
              </a:xfrm>
            </p:grpSpPr>
            <p:sp>
              <p:nvSpPr>
                <p:cNvPr id="125" name="Freeform 39"/>
                <p:cNvSpPr/>
                <p:nvPr/>
              </p:nvSpPr>
              <p:spPr bwMode="auto">
                <a:xfrm>
                  <a:off x="3171825" y="2850356"/>
                  <a:ext cx="79375" cy="114300"/>
                </a:xfrm>
                <a:custGeom>
                  <a:avLst/>
                  <a:gdLst/>
                  <a:ahLst/>
                  <a:cxnLst>
                    <a:cxn ang="0">
                      <a:pos x="51" y="37"/>
                    </a:cxn>
                    <a:cxn ang="0">
                      <a:pos x="26" y="75"/>
                    </a:cxn>
                    <a:cxn ang="0">
                      <a:pos x="0" y="38"/>
                    </a:cxn>
                    <a:cxn ang="0">
                      <a:pos x="25" y="0"/>
                    </a:cxn>
                    <a:cxn ang="0">
                      <a:pos x="51" y="37"/>
                    </a:cxn>
                  </a:cxnLst>
                  <a:rect b="b" l="0" r="r" t="0"/>
                  <a:pathLst>
                    <a:path h="75" w="52">
                      <a:moveTo>
                        <a:pt x="51" y="37"/>
                      </a:moveTo>
                      <a:cubicBezTo>
                        <a:pt x="52" y="58"/>
                        <a:pt x="41" y="75"/>
                        <a:pt x="26" y="75"/>
                      </a:cubicBezTo>
                      <a:cubicBezTo>
                        <a:pt x="12" y="75"/>
                        <a:pt x="0" y="59"/>
                        <a:pt x="0" y="38"/>
                      </a:cubicBezTo>
                      <a:cubicBezTo>
                        <a:pt x="0" y="17"/>
                        <a:pt x="11" y="0"/>
                        <a:pt x="25" y="0"/>
                      </a:cubicBezTo>
                      <a:cubicBezTo>
                        <a:pt x="39" y="0"/>
                        <a:pt x="51" y="16"/>
                        <a:pt x="51" y="37"/>
                      </a:cubicBezTo>
                      <a:close/>
                    </a:path>
                  </a:pathLst>
                </a:custGeom>
                <a:solidFill>
                  <a:srgbClr val="E6E6E6"/>
                </a:solidFill>
                <a:ln w="9525">
                  <a:noFill/>
                  <a:round/>
                </a:ln>
              </p:spPr>
              <p:txBody>
                <a:bodyPr anchor="t" anchorCtr="0" bIns="64290" compatLnSpc="1" lIns="128580" numCol="1" rIns="128580" tIns="64290" vert="horz" wrap="square">
                  <a:normAutofit lnSpcReduction="10000"/>
                </a:bodyPr>
                <a:lstStyle/>
                <a:p>
                  <a:pPr>
                    <a:lnSpc>
                      <a:spcPct val="120000"/>
                    </a:lnSpc>
                  </a:pPr>
                  <a:endParaRPr baseline="-2500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26" name="Freeform 40"/>
                <p:cNvSpPr/>
                <p:nvPr/>
              </p:nvSpPr>
              <p:spPr bwMode="auto">
                <a:xfrm>
                  <a:off x="3190875" y="2877344"/>
                  <a:ext cx="39688" cy="58738"/>
                </a:xfrm>
                <a:custGeom>
                  <a:avLst/>
                  <a:gdLst/>
                  <a:ahLst/>
                  <a:cxnLst>
                    <a:cxn ang="0">
                      <a:pos x="27" y="19"/>
                    </a:cxn>
                    <a:cxn ang="0">
                      <a:pos x="14" y="39"/>
                    </a:cxn>
                    <a:cxn ang="0">
                      <a:pos x="1" y="20"/>
                    </a:cxn>
                    <a:cxn ang="0">
                      <a:pos x="13" y="0"/>
                    </a:cxn>
                    <a:cxn ang="0">
                      <a:pos x="27" y="19"/>
                    </a:cxn>
                  </a:cxnLst>
                  <a:rect b="b" l="0" r="r" t="0"/>
                  <a:pathLst>
                    <a:path h="39" w="27">
                      <a:moveTo>
                        <a:pt x="27" y="19"/>
                      </a:moveTo>
                      <a:cubicBezTo>
                        <a:pt x="27" y="30"/>
                        <a:pt x="21" y="38"/>
                        <a:pt x="14" y="39"/>
                      </a:cubicBezTo>
                      <a:cubicBezTo>
                        <a:pt x="7" y="39"/>
                        <a:pt x="1" y="30"/>
                        <a:pt x="1" y="20"/>
                      </a:cubicBezTo>
                      <a:cubicBezTo>
                        <a:pt x="0" y="9"/>
                        <a:pt x="6" y="0"/>
                        <a:pt x="13" y="0"/>
                      </a:cubicBezTo>
                      <a:cubicBezTo>
                        <a:pt x="21" y="0"/>
                        <a:pt x="27" y="8"/>
                        <a:pt x="27" y="19"/>
                      </a:cubicBezTo>
                      <a:close/>
                    </a:path>
                  </a:pathLst>
                </a:custGeom>
                <a:solidFill>
                  <a:schemeClr val="accent3">
                    <a:lumMod val="50000"/>
                  </a:schemeClr>
                </a:solidFill>
                <a:ln w="9525">
                  <a:noFill/>
                  <a:round/>
                </a:ln>
              </p:spPr>
              <p:txBody>
                <a:bodyPr anchor="t" anchorCtr="0" bIns="64290" compatLnSpc="1" lIns="128580" numCol="1" rIns="128580" tIns="64290" vert="horz" wrap="square">
                  <a:normAutofit fontScale="25000" lnSpcReduction="20000"/>
                </a:bodyPr>
                <a:lstStyle/>
                <a:p>
                  <a:pPr>
                    <a:lnSpc>
                      <a:spcPct val="120000"/>
                    </a:lnSpc>
                  </a:pPr>
                  <a:endParaRPr baseline="-2500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27" name="Freeform 39"/>
                <p:cNvSpPr/>
                <p:nvPr/>
              </p:nvSpPr>
              <p:spPr bwMode="auto">
                <a:xfrm>
                  <a:off x="2616022" y="2902174"/>
                  <a:ext cx="79375" cy="114300"/>
                </a:xfrm>
                <a:custGeom>
                  <a:avLst/>
                  <a:gdLst/>
                  <a:ahLst/>
                  <a:cxnLst>
                    <a:cxn ang="0">
                      <a:pos x="51" y="37"/>
                    </a:cxn>
                    <a:cxn ang="0">
                      <a:pos x="26" y="75"/>
                    </a:cxn>
                    <a:cxn ang="0">
                      <a:pos x="0" y="38"/>
                    </a:cxn>
                    <a:cxn ang="0">
                      <a:pos x="25" y="0"/>
                    </a:cxn>
                    <a:cxn ang="0">
                      <a:pos x="51" y="37"/>
                    </a:cxn>
                  </a:cxnLst>
                  <a:rect b="b" l="0" r="r" t="0"/>
                  <a:pathLst>
                    <a:path h="75" w="52">
                      <a:moveTo>
                        <a:pt x="51" y="37"/>
                      </a:moveTo>
                      <a:cubicBezTo>
                        <a:pt x="52" y="58"/>
                        <a:pt x="41" y="75"/>
                        <a:pt x="26" y="75"/>
                      </a:cubicBezTo>
                      <a:cubicBezTo>
                        <a:pt x="12" y="75"/>
                        <a:pt x="0" y="59"/>
                        <a:pt x="0" y="38"/>
                      </a:cubicBezTo>
                      <a:cubicBezTo>
                        <a:pt x="0" y="17"/>
                        <a:pt x="11" y="0"/>
                        <a:pt x="25" y="0"/>
                      </a:cubicBezTo>
                      <a:cubicBezTo>
                        <a:pt x="39" y="0"/>
                        <a:pt x="51" y="16"/>
                        <a:pt x="51" y="37"/>
                      </a:cubicBezTo>
                      <a:close/>
                    </a:path>
                  </a:pathLst>
                </a:custGeom>
                <a:solidFill>
                  <a:srgbClr val="E6E6E6"/>
                </a:solidFill>
                <a:ln w="9525">
                  <a:noFill/>
                  <a:round/>
                </a:ln>
              </p:spPr>
              <p:txBody>
                <a:bodyPr anchor="t" anchorCtr="0" bIns="64290" compatLnSpc="1" lIns="128580" numCol="1" rIns="128580" tIns="64290" vert="horz" wrap="square">
                  <a:normAutofit lnSpcReduction="10000"/>
                </a:bodyPr>
                <a:lstStyle/>
                <a:p>
                  <a:pPr>
                    <a:lnSpc>
                      <a:spcPct val="120000"/>
                    </a:lnSpc>
                  </a:pPr>
                  <a:endParaRPr baseline="-2500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28" name="Freeform 40"/>
                <p:cNvSpPr/>
                <p:nvPr/>
              </p:nvSpPr>
              <p:spPr bwMode="auto">
                <a:xfrm>
                  <a:off x="2635071" y="2929161"/>
                  <a:ext cx="39688" cy="58738"/>
                </a:xfrm>
                <a:custGeom>
                  <a:avLst/>
                  <a:gdLst/>
                  <a:ahLst/>
                  <a:cxnLst>
                    <a:cxn ang="0">
                      <a:pos x="27" y="19"/>
                    </a:cxn>
                    <a:cxn ang="0">
                      <a:pos x="14" y="39"/>
                    </a:cxn>
                    <a:cxn ang="0">
                      <a:pos x="1" y="20"/>
                    </a:cxn>
                    <a:cxn ang="0">
                      <a:pos x="13" y="0"/>
                    </a:cxn>
                    <a:cxn ang="0">
                      <a:pos x="27" y="19"/>
                    </a:cxn>
                  </a:cxnLst>
                  <a:rect b="b" l="0" r="r" t="0"/>
                  <a:pathLst>
                    <a:path h="39" w="27">
                      <a:moveTo>
                        <a:pt x="27" y="19"/>
                      </a:moveTo>
                      <a:cubicBezTo>
                        <a:pt x="27" y="30"/>
                        <a:pt x="21" y="38"/>
                        <a:pt x="14" y="39"/>
                      </a:cubicBezTo>
                      <a:cubicBezTo>
                        <a:pt x="7" y="39"/>
                        <a:pt x="1" y="30"/>
                        <a:pt x="1" y="20"/>
                      </a:cubicBezTo>
                      <a:cubicBezTo>
                        <a:pt x="0" y="9"/>
                        <a:pt x="6" y="0"/>
                        <a:pt x="13" y="0"/>
                      </a:cubicBezTo>
                      <a:cubicBezTo>
                        <a:pt x="21" y="0"/>
                        <a:pt x="27" y="8"/>
                        <a:pt x="27" y="19"/>
                      </a:cubicBezTo>
                      <a:close/>
                    </a:path>
                  </a:pathLst>
                </a:custGeom>
                <a:solidFill>
                  <a:schemeClr val="accent3">
                    <a:lumMod val="50000"/>
                  </a:schemeClr>
                </a:solidFill>
                <a:ln w="9525">
                  <a:noFill/>
                  <a:round/>
                </a:ln>
              </p:spPr>
              <p:txBody>
                <a:bodyPr anchor="t" anchorCtr="0" bIns="64290" compatLnSpc="1" lIns="128580" numCol="1" rIns="128580" tIns="64290" vert="horz" wrap="square">
                  <a:normAutofit fontScale="25000" lnSpcReduction="20000"/>
                </a:bodyPr>
                <a:lstStyle/>
                <a:p>
                  <a:pPr>
                    <a:lnSpc>
                      <a:spcPct val="120000"/>
                    </a:lnSpc>
                  </a:pPr>
                  <a:endParaRPr baseline="-2500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sp>
            <p:nvSpPr>
              <p:cNvPr id="122" name="Freeform 41"/>
              <p:cNvSpPr/>
              <p:nvPr/>
            </p:nvSpPr>
            <p:spPr bwMode="auto">
              <a:xfrm>
                <a:off x="2641600" y="2900019"/>
                <a:ext cx="585788" cy="903289"/>
              </a:xfrm>
              <a:custGeom>
                <a:avLst/>
                <a:gdLst/>
                <a:ahLst/>
                <a:cxnLst>
                  <a:cxn ang="0">
                    <a:pos x="176" y="595"/>
                  </a:cxn>
                  <a:cxn ang="0">
                    <a:pos x="149" y="589"/>
                  </a:cxn>
                  <a:cxn ang="0">
                    <a:pos x="0" y="35"/>
                  </a:cxn>
                  <a:cxn ang="0">
                    <a:pos x="8" y="25"/>
                  </a:cxn>
                  <a:cxn ang="0">
                    <a:pos x="8" y="25"/>
                  </a:cxn>
                  <a:cxn ang="0">
                    <a:pos x="17" y="35"/>
                  </a:cxn>
                  <a:cxn ang="0">
                    <a:pos x="156" y="573"/>
                  </a:cxn>
                  <a:cxn ang="0">
                    <a:pos x="207" y="567"/>
                  </a:cxn>
                  <a:cxn ang="0">
                    <a:pos x="365" y="10"/>
                  </a:cxn>
                  <a:cxn ang="0">
                    <a:pos x="373" y="1"/>
                  </a:cxn>
                  <a:cxn ang="0">
                    <a:pos x="382" y="8"/>
                  </a:cxn>
                  <a:cxn ang="0">
                    <a:pos x="345" y="290"/>
                  </a:cxn>
                  <a:cxn ang="0">
                    <a:pos x="217" y="581"/>
                  </a:cxn>
                  <a:cxn ang="0">
                    <a:pos x="176" y="595"/>
                  </a:cxn>
                </a:cxnLst>
                <a:rect b="b" l="0" r="r" t="0"/>
                <a:pathLst>
                  <a:path h="595" w="386">
                    <a:moveTo>
                      <a:pt x="176" y="595"/>
                    </a:moveTo>
                    <a:cubicBezTo>
                      <a:pt x="167" y="595"/>
                      <a:pt x="158" y="593"/>
                      <a:pt x="149" y="589"/>
                    </a:cubicBezTo>
                    <a:cubicBezTo>
                      <a:pt x="1" y="523"/>
                      <a:pt x="0" y="55"/>
                      <a:pt x="0" y="35"/>
                    </a:cubicBezTo>
                    <a:cubicBezTo>
                      <a:pt x="0" y="30"/>
                      <a:pt x="4" y="25"/>
                      <a:pt x="8" y="25"/>
                    </a:cubicBezTo>
                    <a:cubicBezTo>
                      <a:pt x="8" y="25"/>
                      <a:pt x="8" y="25"/>
                      <a:pt x="8" y="25"/>
                    </a:cubicBezTo>
                    <a:cubicBezTo>
                      <a:pt x="13" y="25"/>
                      <a:pt x="17" y="30"/>
                      <a:pt x="17" y="35"/>
                    </a:cubicBezTo>
                    <a:cubicBezTo>
                      <a:pt x="17" y="40"/>
                      <a:pt x="18" y="511"/>
                      <a:pt x="156" y="573"/>
                    </a:cubicBezTo>
                    <a:cubicBezTo>
                      <a:pt x="173" y="581"/>
                      <a:pt x="190" y="579"/>
                      <a:pt x="207" y="567"/>
                    </a:cubicBezTo>
                    <a:cubicBezTo>
                      <a:pt x="311" y="491"/>
                      <a:pt x="373" y="83"/>
                      <a:pt x="365" y="10"/>
                    </a:cubicBezTo>
                    <a:cubicBezTo>
                      <a:pt x="365" y="5"/>
                      <a:pt x="368" y="1"/>
                      <a:pt x="373" y="1"/>
                    </a:cubicBezTo>
                    <a:cubicBezTo>
                      <a:pt x="377" y="0"/>
                      <a:pt x="382" y="4"/>
                      <a:pt x="382" y="8"/>
                    </a:cubicBezTo>
                    <a:cubicBezTo>
                      <a:pt x="386" y="46"/>
                      <a:pt x="372" y="171"/>
                      <a:pt x="345" y="290"/>
                    </a:cubicBezTo>
                    <a:cubicBezTo>
                      <a:pt x="320" y="398"/>
                      <a:pt x="278" y="536"/>
                      <a:pt x="217" y="581"/>
                    </a:cubicBezTo>
                    <a:cubicBezTo>
                      <a:pt x="204" y="590"/>
                      <a:pt x="190" y="595"/>
                      <a:pt x="176" y="595"/>
                    </a:cubicBezTo>
                    <a:close/>
                  </a:path>
                </a:pathLst>
              </a:custGeom>
              <a:solidFill>
                <a:srgbClr val="F2F2F2"/>
              </a:solidFill>
              <a:ln w="9525">
                <a:noFill/>
                <a:round/>
              </a:ln>
            </p:spPr>
            <p:txBody>
              <a:bodyPr anchor="t" anchorCtr="0" bIns="64290" compatLnSpc="1" lIns="128580" numCol="1" rIns="128580" tIns="64290" vert="horz" wrap="square">
                <a:normAutofit/>
              </a:bodyPr>
              <a:lstStyle/>
              <a:p>
                <a:pPr>
                  <a:lnSpc>
                    <a:spcPct val="120000"/>
                  </a:lnSpc>
                </a:pPr>
                <a:endParaRPr baseline="-2500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grpSp>
      <p:sp>
        <p:nvSpPr>
          <p:cNvPr id="49" name="TextBox 8"/>
          <p:cNvSpPr txBox="1"/>
          <p:nvPr/>
        </p:nvSpPr>
        <p:spPr>
          <a:xfrm>
            <a:off x="824230" y="233680"/>
            <a:ext cx="11746865" cy="492125"/>
          </a:xfrm>
          <a:prstGeom prst="rect">
            <a:avLst/>
          </a:prstGeom>
          <a:noFill/>
        </p:spPr>
        <p:txBody>
          <a:bodyPr anchor="ctr" bIns="0" lIns="0" rIns="0" rtlCol="0" tIns="0" wrap="square">
            <a:normAutofit fontScale="90000"/>
          </a:bodyPr>
          <a:lstStyle/>
          <a:p>
            <a:pPr algn="l"/>
            <a:r>
              <a:rPr altLang="zh-CN" dirty="0" lang="en-US"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实习定位</a:t>
            </a:r>
            <a:endPar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Tree>
  </p:cSld>
  <p:clrMapOvr>
    <a:masterClrMapping/>
  </p:clrMapOvr>
  <p:transition advTm="0" spd="med">
    <p:pull/>
  </p:transition>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accel="50000" decel="50000" fill="hold" id="5" nodeType="afterEffect" presetClass="entr" presetID="2" presetSubtype="4">
                                  <p:stCondLst>
                                    <p:cond delay="0"/>
                                  </p:stCondLst>
                                  <p:childTnLst>
                                    <p:set>
                                      <p:cBhvr>
                                        <p:cTn dur="1" fill="hold" id="6">
                                          <p:stCondLst>
                                            <p:cond delay="0"/>
                                          </p:stCondLst>
                                        </p:cTn>
                                        <p:tgtEl>
                                          <p:spTgt spid="2"/>
                                        </p:tgtEl>
                                        <p:attrNameLst>
                                          <p:attrName>style.visibility</p:attrName>
                                        </p:attrNameLst>
                                      </p:cBhvr>
                                      <p:to>
                                        <p:strVal val="visible"/>
                                      </p:to>
                                    </p:set>
                                    <p:anim calcmode="lin" valueType="num">
                                      <p:cBhvr additive="base">
                                        <p:cTn dur="500" fill="hold" id="7"/>
                                        <p:tgtEl>
                                          <p:spTgt spid="2"/>
                                        </p:tgtEl>
                                        <p:attrNameLst>
                                          <p:attrName>ppt_x</p:attrName>
                                        </p:attrNameLst>
                                      </p:cBhvr>
                                      <p:tavLst>
                                        <p:tav tm="0">
                                          <p:val>
                                            <p:strVal val="#ppt_x"/>
                                          </p:val>
                                        </p:tav>
                                        <p:tav tm="100000">
                                          <p:val>
                                            <p:strVal val="#ppt_x"/>
                                          </p:val>
                                        </p:tav>
                                      </p:tavLst>
                                    </p:anim>
                                    <p:anim calcmode="lin" valueType="num">
                                      <p:cBhvr additive="base">
                                        <p:cTn dur="500" fill="hold" id="8"/>
                                        <p:tgtEl>
                                          <p:spTgt spid="2"/>
                                        </p:tgtEl>
                                        <p:attrNameLst>
                                          <p:attrName>ppt_y</p:attrName>
                                        </p:attrNameLst>
                                      </p:cBhvr>
                                      <p:tavLst>
                                        <p:tav tm="0">
                                          <p:val>
                                            <p:strVal val="1+#ppt_h/2"/>
                                          </p:val>
                                        </p:tav>
                                        <p:tav tm="100000">
                                          <p:val>
                                            <p:strVal val="#ppt_y"/>
                                          </p:val>
                                        </p:tav>
                                      </p:tavLst>
                                    </p:anim>
                                  </p:childTnLst>
                                </p:cTn>
                              </p:par>
                            </p:childTnLst>
                          </p:cTn>
                        </p:par>
                        <p:par>
                          <p:cTn fill="hold" id="9">
                            <p:stCondLst>
                              <p:cond delay="500"/>
                            </p:stCondLst>
                            <p:childTnLst>
                              <p:par>
                                <p:cTn fill="hold" id="10" nodeType="afterEffect" presetClass="entr" presetID="22" presetSubtype="8">
                                  <p:stCondLst>
                                    <p:cond delay="0"/>
                                  </p:stCondLst>
                                  <p:childTnLst>
                                    <p:set>
                                      <p:cBhvr>
                                        <p:cTn dur="1" fill="hold" id="11">
                                          <p:stCondLst>
                                            <p:cond delay="0"/>
                                          </p:stCondLst>
                                        </p:cTn>
                                        <p:tgtEl>
                                          <p:spTgt spid="147"/>
                                        </p:tgtEl>
                                        <p:attrNameLst>
                                          <p:attrName>style.visibility</p:attrName>
                                        </p:attrNameLst>
                                      </p:cBhvr>
                                      <p:to>
                                        <p:strVal val="visible"/>
                                      </p:to>
                                    </p:set>
                                    <p:animEffect filter="wipe(left)" transition="in">
                                      <p:cBhvr>
                                        <p:cTn dur="500" id="12"/>
                                        <p:tgtEl>
                                          <p:spTgt spid="147"/>
                                        </p:tgtEl>
                                      </p:cBhvr>
                                    </p:animEffect>
                                  </p:childTnLst>
                                </p:cTn>
                              </p:par>
                            </p:childTnLst>
                          </p:cTn>
                        </p:par>
                        <p:par>
                          <p:cTn fill="hold" id="13">
                            <p:stCondLst>
                              <p:cond delay="1000"/>
                            </p:stCondLst>
                            <p:childTnLst>
                              <p:par>
                                <p:cTn fill="hold" id="14" nodeType="afterEffect" presetClass="entr" presetID="53" presetSubtype="16">
                                  <p:stCondLst>
                                    <p:cond delay="0"/>
                                  </p:stCondLst>
                                  <p:childTnLst>
                                    <p:set>
                                      <p:cBhvr>
                                        <p:cTn dur="1" fill="hold" id="15">
                                          <p:stCondLst>
                                            <p:cond delay="0"/>
                                          </p:stCondLst>
                                        </p:cTn>
                                        <p:tgtEl>
                                          <p:spTgt spid="9"/>
                                        </p:tgtEl>
                                        <p:attrNameLst>
                                          <p:attrName>style.visibility</p:attrName>
                                        </p:attrNameLst>
                                      </p:cBhvr>
                                      <p:to>
                                        <p:strVal val="visible"/>
                                      </p:to>
                                    </p:set>
                                    <p:anim calcmode="lin" valueType="num">
                                      <p:cBhvr>
                                        <p:cTn dur="500" fill="hold" id="16"/>
                                        <p:tgtEl>
                                          <p:spTgt spid="9"/>
                                        </p:tgtEl>
                                        <p:attrNameLst>
                                          <p:attrName>ppt_w</p:attrName>
                                        </p:attrNameLst>
                                      </p:cBhvr>
                                      <p:tavLst>
                                        <p:tav tm="0">
                                          <p:val>
                                            <p:fltVal val="0"/>
                                          </p:val>
                                        </p:tav>
                                        <p:tav tm="100000">
                                          <p:val>
                                            <p:strVal val="#ppt_w"/>
                                          </p:val>
                                        </p:tav>
                                      </p:tavLst>
                                    </p:anim>
                                    <p:anim calcmode="lin" valueType="num">
                                      <p:cBhvr>
                                        <p:cTn dur="500" fill="hold" id="17"/>
                                        <p:tgtEl>
                                          <p:spTgt spid="9"/>
                                        </p:tgtEl>
                                        <p:attrNameLst>
                                          <p:attrName>ppt_h</p:attrName>
                                        </p:attrNameLst>
                                      </p:cBhvr>
                                      <p:tavLst>
                                        <p:tav tm="0">
                                          <p:val>
                                            <p:fltVal val="0"/>
                                          </p:val>
                                        </p:tav>
                                        <p:tav tm="100000">
                                          <p:val>
                                            <p:strVal val="#ppt_h"/>
                                          </p:val>
                                        </p:tav>
                                      </p:tavLst>
                                    </p:anim>
                                    <p:animEffect filter="fade" transition="in">
                                      <p:cBhvr>
                                        <p:cTn dur="500" id="18"/>
                                        <p:tgtEl>
                                          <p:spTgt spid="9"/>
                                        </p:tgtEl>
                                      </p:cBhvr>
                                    </p:animEffect>
                                  </p:childTnLst>
                                </p:cTn>
                              </p:par>
                            </p:childTnLst>
                          </p:cTn>
                        </p:par>
                        <p:par>
                          <p:cTn fill="hold" id="19">
                            <p:stCondLst>
                              <p:cond delay="1500"/>
                            </p:stCondLst>
                            <p:childTnLst>
                              <p:par>
                                <p:cTn fill="hold" grpId="0" id="20" nodeType="afterEffect" presetClass="entr" presetID="22" presetSubtype="8">
                                  <p:stCondLst>
                                    <p:cond delay="0"/>
                                  </p:stCondLst>
                                  <p:childTnLst>
                                    <p:set>
                                      <p:cBhvr>
                                        <p:cTn dur="1" fill="hold" id="21">
                                          <p:stCondLst>
                                            <p:cond delay="0"/>
                                          </p:stCondLst>
                                        </p:cTn>
                                        <p:tgtEl>
                                          <p:spTgt spid="158"/>
                                        </p:tgtEl>
                                        <p:attrNameLst>
                                          <p:attrName>style.visibility</p:attrName>
                                        </p:attrNameLst>
                                      </p:cBhvr>
                                      <p:to>
                                        <p:strVal val="visible"/>
                                      </p:to>
                                    </p:set>
                                    <p:animEffect filter="wipe(left)" transition="in">
                                      <p:cBhvr>
                                        <p:cTn dur="500" id="22"/>
                                        <p:tgtEl>
                                          <p:spTgt spid="158"/>
                                        </p:tgtEl>
                                      </p:cBhvr>
                                    </p:animEffect>
                                  </p:childTnLst>
                                </p:cTn>
                              </p:par>
                            </p:childTnLst>
                          </p:cTn>
                        </p:par>
                        <p:par>
                          <p:cTn fill="hold" id="23">
                            <p:stCondLst>
                              <p:cond delay="2000"/>
                            </p:stCondLst>
                            <p:childTnLst>
                              <p:par>
                                <p:cTn fill="hold" id="24" nodeType="afterEffect" presetClass="entr" presetID="22" presetSubtype="2">
                                  <p:stCondLst>
                                    <p:cond delay="0"/>
                                  </p:stCondLst>
                                  <p:childTnLst>
                                    <p:set>
                                      <p:cBhvr>
                                        <p:cTn dur="1" fill="hold" id="25">
                                          <p:stCondLst>
                                            <p:cond delay="0"/>
                                          </p:stCondLst>
                                        </p:cTn>
                                        <p:tgtEl>
                                          <p:spTgt spid="134"/>
                                        </p:tgtEl>
                                        <p:attrNameLst>
                                          <p:attrName>style.visibility</p:attrName>
                                        </p:attrNameLst>
                                      </p:cBhvr>
                                      <p:to>
                                        <p:strVal val="visible"/>
                                      </p:to>
                                    </p:set>
                                    <p:animEffect filter="wipe(right)" transition="in">
                                      <p:cBhvr>
                                        <p:cTn dur="500" id="26"/>
                                        <p:tgtEl>
                                          <p:spTgt spid="134"/>
                                        </p:tgtEl>
                                      </p:cBhvr>
                                    </p:animEffect>
                                  </p:childTnLst>
                                </p:cTn>
                              </p:par>
                            </p:childTnLst>
                          </p:cTn>
                        </p:par>
                        <p:par>
                          <p:cTn fill="hold" id="27">
                            <p:stCondLst>
                              <p:cond delay="2500"/>
                            </p:stCondLst>
                            <p:childTnLst>
                              <p:par>
                                <p:cTn fill="hold" id="28" nodeType="afterEffect" presetClass="entr" presetID="53" presetSubtype="16">
                                  <p:stCondLst>
                                    <p:cond delay="0"/>
                                  </p:stCondLst>
                                  <p:childTnLst>
                                    <p:set>
                                      <p:cBhvr>
                                        <p:cTn dur="1" fill="hold" id="29">
                                          <p:stCondLst>
                                            <p:cond delay="0"/>
                                          </p:stCondLst>
                                        </p:cTn>
                                        <p:tgtEl>
                                          <p:spTgt spid="5"/>
                                        </p:tgtEl>
                                        <p:attrNameLst>
                                          <p:attrName>style.visibility</p:attrName>
                                        </p:attrNameLst>
                                      </p:cBhvr>
                                      <p:to>
                                        <p:strVal val="visible"/>
                                      </p:to>
                                    </p:set>
                                    <p:anim calcmode="lin" valueType="num">
                                      <p:cBhvr>
                                        <p:cTn dur="500" fill="hold" id="30"/>
                                        <p:tgtEl>
                                          <p:spTgt spid="5"/>
                                        </p:tgtEl>
                                        <p:attrNameLst>
                                          <p:attrName>ppt_w</p:attrName>
                                        </p:attrNameLst>
                                      </p:cBhvr>
                                      <p:tavLst>
                                        <p:tav tm="0">
                                          <p:val>
                                            <p:fltVal val="0"/>
                                          </p:val>
                                        </p:tav>
                                        <p:tav tm="100000">
                                          <p:val>
                                            <p:strVal val="#ppt_w"/>
                                          </p:val>
                                        </p:tav>
                                      </p:tavLst>
                                    </p:anim>
                                    <p:anim calcmode="lin" valueType="num">
                                      <p:cBhvr>
                                        <p:cTn dur="500" fill="hold" id="31"/>
                                        <p:tgtEl>
                                          <p:spTgt spid="5"/>
                                        </p:tgtEl>
                                        <p:attrNameLst>
                                          <p:attrName>ppt_h</p:attrName>
                                        </p:attrNameLst>
                                      </p:cBhvr>
                                      <p:tavLst>
                                        <p:tav tm="0">
                                          <p:val>
                                            <p:fltVal val="0"/>
                                          </p:val>
                                        </p:tav>
                                        <p:tav tm="100000">
                                          <p:val>
                                            <p:strVal val="#ppt_h"/>
                                          </p:val>
                                        </p:tav>
                                      </p:tavLst>
                                    </p:anim>
                                    <p:animEffect filter="fade" transition="in">
                                      <p:cBhvr>
                                        <p:cTn dur="500" id="32"/>
                                        <p:tgtEl>
                                          <p:spTgt spid="5"/>
                                        </p:tgtEl>
                                      </p:cBhvr>
                                    </p:animEffect>
                                  </p:childTnLst>
                                </p:cTn>
                              </p:par>
                            </p:childTnLst>
                          </p:cTn>
                        </p:par>
                        <p:par>
                          <p:cTn fill="hold" id="33">
                            <p:stCondLst>
                              <p:cond delay="3000"/>
                            </p:stCondLst>
                            <p:childTnLst>
                              <p:par>
                                <p:cTn fill="hold" grpId="0" id="34" nodeType="afterEffect" presetClass="entr" presetID="22" presetSubtype="2">
                                  <p:stCondLst>
                                    <p:cond delay="0"/>
                                  </p:stCondLst>
                                  <p:childTnLst>
                                    <p:set>
                                      <p:cBhvr>
                                        <p:cTn dur="1" fill="hold" id="35">
                                          <p:stCondLst>
                                            <p:cond delay="0"/>
                                          </p:stCondLst>
                                        </p:cTn>
                                        <p:tgtEl>
                                          <p:spTgt spid="159"/>
                                        </p:tgtEl>
                                        <p:attrNameLst>
                                          <p:attrName>style.visibility</p:attrName>
                                        </p:attrNameLst>
                                      </p:cBhvr>
                                      <p:to>
                                        <p:strVal val="visible"/>
                                      </p:to>
                                    </p:set>
                                    <p:animEffect filter="wipe(right)" transition="in">
                                      <p:cBhvr>
                                        <p:cTn dur="500" id="36"/>
                                        <p:tgtEl>
                                          <p:spTgt spid="159"/>
                                        </p:tgtEl>
                                      </p:cBhvr>
                                    </p:animEffect>
                                  </p:childTnLst>
                                </p:cTn>
                              </p:par>
                            </p:childTnLst>
                          </p:cTn>
                        </p:par>
                        <p:par>
                          <p:cTn fill="hold" id="37">
                            <p:stCondLst>
                              <p:cond delay="3500"/>
                            </p:stCondLst>
                            <p:childTnLst>
                              <p:par>
                                <p:cTn fill="hold" id="38" nodeType="afterEffect" presetClass="entr" presetID="22" presetSubtype="8">
                                  <p:stCondLst>
                                    <p:cond delay="0"/>
                                  </p:stCondLst>
                                  <p:childTnLst>
                                    <p:set>
                                      <p:cBhvr>
                                        <p:cTn dur="1" fill="hold" id="39">
                                          <p:stCondLst>
                                            <p:cond delay="0"/>
                                          </p:stCondLst>
                                        </p:cTn>
                                        <p:tgtEl>
                                          <p:spTgt spid="141"/>
                                        </p:tgtEl>
                                        <p:attrNameLst>
                                          <p:attrName>style.visibility</p:attrName>
                                        </p:attrNameLst>
                                      </p:cBhvr>
                                      <p:to>
                                        <p:strVal val="visible"/>
                                      </p:to>
                                    </p:set>
                                    <p:animEffect filter="wipe(left)" transition="in">
                                      <p:cBhvr>
                                        <p:cTn dur="500" id="40"/>
                                        <p:tgtEl>
                                          <p:spTgt spid="141"/>
                                        </p:tgtEl>
                                      </p:cBhvr>
                                    </p:animEffect>
                                  </p:childTnLst>
                                </p:cTn>
                              </p:par>
                            </p:childTnLst>
                          </p:cTn>
                        </p:par>
                        <p:par>
                          <p:cTn fill="hold" id="41">
                            <p:stCondLst>
                              <p:cond delay="4000"/>
                            </p:stCondLst>
                            <p:childTnLst>
                              <p:par>
                                <p:cTn fill="hold" id="42" nodeType="afterEffect" presetClass="entr" presetID="53" presetSubtype="16">
                                  <p:stCondLst>
                                    <p:cond delay="0"/>
                                  </p:stCondLst>
                                  <p:childTnLst>
                                    <p:set>
                                      <p:cBhvr>
                                        <p:cTn dur="1" fill="hold" id="43">
                                          <p:stCondLst>
                                            <p:cond delay="0"/>
                                          </p:stCondLst>
                                        </p:cTn>
                                        <p:tgtEl>
                                          <p:spTgt spid="6"/>
                                        </p:tgtEl>
                                        <p:attrNameLst>
                                          <p:attrName>style.visibility</p:attrName>
                                        </p:attrNameLst>
                                      </p:cBhvr>
                                      <p:to>
                                        <p:strVal val="visible"/>
                                      </p:to>
                                    </p:set>
                                    <p:anim calcmode="lin" valueType="num">
                                      <p:cBhvr>
                                        <p:cTn dur="500" fill="hold" id="44"/>
                                        <p:tgtEl>
                                          <p:spTgt spid="6"/>
                                        </p:tgtEl>
                                        <p:attrNameLst>
                                          <p:attrName>ppt_w</p:attrName>
                                        </p:attrNameLst>
                                      </p:cBhvr>
                                      <p:tavLst>
                                        <p:tav tm="0">
                                          <p:val>
                                            <p:fltVal val="0"/>
                                          </p:val>
                                        </p:tav>
                                        <p:tav tm="100000">
                                          <p:val>
                                            <p:strVal val="#ppt_w"/>
                                          </p:val>
                                        </p:tav>
                                      </p:tavLst>
                                    </p:anim>
                                    <p:anim calcmode="lin" valueType="num">
                                      <p:cBhvr>
                                        <p:cTn dur="500" fill="hold" id="45"/>
                                        <p:tgtEl>
                                          <p:spTgt spid="6"/>
                                        </p:tgtEl>
                                        <p:attrNameLst>
                                          <p:attrName>ppt_h</p:attrName>
                                        </p:attrNameLst>
                                      </p:cBhvr>
                                      <p:tavLst>
                                        <p:tav tm="0">
                                          <p:val>
                                            <p:fltVal val="0"/>
                                          </p:val>
                                        </p:tav>
                                        <p:tav tm="100000">
                                          <p:val>
                                            <p:strVal val="#ppt_h"/>
                                          </p:val>
                                        </p:tav>
                                      </p:tavLst>
                                    </p:anim>
                                    <p:animEffect filter="fade" transition="in">
                                      <p:cBhvr>
                                        <p:cTn dur="500" id="46"/>
                                        <p:tgtEl>
                                          <p:spTgt spid="6"/>
                                        </p:tgtEl>
                                      </p:cBhvr>
                                    </p:animEffect>
                                  </p:childTnLst>
                                </p:cTn>
                              </p:par>
                            </p:childTnLst>
                          </p:cTn>
                        </p:par>
                        <p:par>
                          <p:cTn fill="hold" id="47">
                            <p:stCondLst>
                              <p:cond delay="4500"/>
                            </p:stCondLst>
                            <p:childTnLst>
                              <p:par>
                                <p:cTn fill="hold" grpId="0" id="48" nodeType="afterEffect" presetClass="entr" presetID="22" presetSubtype="8">
                                  <p:stCondLst>
                                    <p:cond delay="0"/>
                                  </p:stCondLst>
                                  <p:childTnLst>
                                    <p:set>
                                      <p:cBhvr>
                                        <p:cTn dur="1" fill="hold" id="49">
                                          <p:stCondLst>
                                            <p:cond delay="0"/>
                                          </p:stCondLst>
                                        </p:cTn>
                                        <p:tgtEl>
                                          <p:spTgt spid="160"/>
                                        </p:tgtEl>
                                        <p:attrNameLst>
                                          <p:attrName>style.visibility</p:attrName>
                                        </p:attrNameLst>
                                      </p:cBhvr>
                                      <p:to>
                                        <p:strVal val="visible"/>
                                      </p:to>
                                    </p:set>
                                    <p:animEffect filter="wipe(left)" transition="in">
                                      <p:cBhvr>
                                        <p:cTn dur="500" id="50"/>
                                        <p:tgtEl>
                                          <p:spTgt spid="160"/>
                                        </p:tgtEl>
                                      </p:cBhvr>
                                    </p:animEffect>
                                  </p:childTnLst>
                                </p:cTn>
                              </p:par>
                            </p:childTnLst>
                          </p:cTn>
                        </p:par>
                        <p:par>
                          <p:cTn fill="hold" id="51">
                            <p:stCondLst>
                              <p:cond delay="5000"/>
                            </p:stCondLst>
                            <p:childTnLst>
                              <p:par>
                                <p:cTn fill="hold" id="52" nodeType="afterEffect" presetClass="entr" presetID="22" presetSubtype="2">
                                  <p:stCondLst>
                                    <p:cond delay="0"/>
                                  </p:stCondLst>
                                  <p:childTnLst>
                                    <p:set>
                                      <p:cBhvr>
                                        <p:cTn dur="1" fill="hold" id="53">
                                          <p:stCondLst>
                                            <p:cond delay="0"/>
                                          </p:stCondLst>
                                        </p:cTn>
                                        <p:tgtEl>
                                          <p:spTgt spid="154"/>
                                        </p:tgtEl>
                                        <p:attrNameLst>
                                          <p:attrName>style.visibility</p:attrName>
                                        </p:attrNameLst>
                                      </p:cBhvr>
                                      <p:to>
                                        <p:strVal val="visible"/>
                                      </p:to>
                                    </p:set>
                                    <p:animEffect filter="wipe(right)" transition="in">
                                      <p:cBhvr>
                                        <p:cTn dur="500" id="54"/>
                                        <p:tgtEl>
                                          <p:spTgt spid="154"/>
                                        </p:tgtEl>
                                      </p:cBhvr>
                                    </p:animEffect>
                                  </p:childTnLst>
                                </p:cTn>
                              </p:par>
                            </p:childTnLst>
                          </p:cTn>
                        </p:par>
                        <p:par>
                          <p:cTn fill="hold" id="55">
                            <p:stCondLst>
                              <p:cond delay="5500"/>
                            </p:stCondLst>
                            <p:childTnLst>
                              <p:par>
                                <p:cTn fill="hold" id="56" nodeType="afterEffect" presetClass="entr" presetID="53" presetSubtype="16">
                                  <p:stCondLst>
                                    <p:cond delay="0"/>
                                  </p:stCondLst>
                                  <p:childTnLst>
                                    <p:set>
                                      <p:cBhvr>
                                        <p:cTn dur="1" fill="hold" id="57">
                                          <p:stCondLst>
                                            <p:cond delay="0"/>
                                          </p:stCondLst>
                                        </p:cTn>
                                        <p:tgtEl>
                                          <p:spTgt spid="11"/>
                                        </p:tgtEl>
                                        <p:attrNameLst>
                                          <p:attrName>style.visibility</p:attrName>
                                        </p:attrNameLst>
                                      </p:cBhvr>
                                      <p:to>
                                        <p:strVal val="visible"/>
                                      </p:to>
                                    </p:set>
                                    <p:anim calcmode="lin" valueType="num">
                                      <p:cBhvr>
                                        <p:cTn dur="500" fill="hold" id="58"/>
                                        <p:tgtEl>
                                          <p:spTgt spid="11"/>
                                        </p:tgtEl>
                                        <p:attrNameLst>
                                          <p:attrName>ppt_w</p:attrName>
                                        </p:attrNameLst>
                                      </p:cBhvr>
                                      <p:tavLst>
                                        <p:tav tm="0">
                                          <p:val>
                                            <p:fltVal val="0"/>
                                          </p:val>
                                        </p:tav>
                                        <p:tav tm="100000">
                                          <p:val>
                                            <p:strVal val="#ppt_w"/>
                                          </p:val>
                                        </p:tav>
                                      </p:tavLst>
                                    </p:anim>
                                    <p:anim calcmode="lin" valueType="num">
                                      <p:cBhvr>
                                        <p:cTn dur="500" fill="hold" id="59"/>
                                        <p:tgtEl>
                                          <p:spTgt spid="11"/>
                                        </p:tgtEl>
                                        <p:attrNameLst>
                                          <p:attrName>ppt_h</p:attrName>
                                        </p:attrNameLst>
                                      </p:cBhvr>
                                      <p:tavLst>
                                        <p:tav tm="0">
                                          <p:val>
                                            <p:fltVal val="0"/>
                                          </p:val>
                                        </p:tav>
                                        <p:tav tm="100000">
                                          <p:val>
                                            <p:strVal val="#ppt_h"/>
                                          </p:val>
                                        </p:tav>
                                      </p:tavLst>
                                    </p:anim>
                                    <p:animEffect filter="fade" transition="in">
                                      <p:cBhvr>
                                        <p:cTn dur="500" id="60"/>
                                        <p:tgtEl>
                                          <p:spTgt spid="11"/>
                                        </p:tgtEl>
                                      </p:cBhvr>
                                    </p:animEffect>
                                  </p:childTnLst>
                                </p:cTn>
                              </p:par>
                            </p:childTnLst>
                          </p:cTn>
                        </p:par>
                        <p:par>
                          <p:cTn fill="hold" id="61">
                            <p:stCondLst>
                              <p:cond delay="6000"/>
                            </p:stCondLst>
                            <p:childTnLst>
                              <p:par>
                                <p:cTn fill="hold" grpId="0" id="62" nodeType="afterEffect" presetClass="entr" presetID="22" presetSubtype="2">
                                  <p:stCondLst>
                                    <p:cond delay="0"/>
                                  </p:stCondLst>
                                  <p:childTnLst>
                                    <p:set>
                                      <p:cBhvr>
                                        <p:cTn dur="1" fill="hold" id="63">
                                          <p:stCondLst>
                                            <p:cond delay="0"/>
                                          </p:stCondLst>
                                        </p:cTn>
                                        <p:tgtEl>
                                          <p:spTgt spid="161"/>
                                        </p:tgtEl>
                                        <p:attrNameLst>
                                          <p:attrName>style.visibility</p:attrName>
                                        </p:attrNameLst>
                                      </p:cBhvr>
                                      <p:to>
                                        <p:strVal val="visible"/>
                                      </p:to>
                                    </p:set>
                                    <p:animEffect filter="wipe(right)" transition="in">
                                      <p:cBhvr>
                                        <p:cTn dur="500" id="64"/>
                                        <p:tgtEl>
                                          <p:spTgt spid="161"/>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158"/>
      <p:bldP grpId="0" spid="159"/>
      <p:bldP grpId="0" spid="160"/>
      <p:bldP grpId="0" spid="16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cstate="screen" r:embed="rId1"/>
          <a:srcRect l="35439" r="11919"/>
          <a:stretch>
            <a:fillRect/>
          </a:stretch>
        </p:blipFill>
        <p:spPr>
          <a:xfrm>
            <a:off x="0" y="0"/>
            <a:ext cx="6768752" cy="7232650"/>
          </a:xfrm>
          <a:prstGeom prst="rect">
            <a:avLst/>
          </a:prstGeom>
        </p:spPr>
      </p:pic>
      <p:sp>
        <p:nvSpPr>
          <p:cNvPr id="17" name="椭圆 16"/>
          <p:cNvSpPr/>
          <p:nvPr/>
        </p:nvSpPr>
        <p:spPr>
          <a:xfrm>
            <a:off x="4798379" y="2962558"/>
            <a:ext cx="1206303" cy="1206303"/>
          </a:xfrm>
          <a:prstGeom prst="ellipse">
            <a:avLst/>
          </a:prstGeom>
          <a:solidFill>
            <a:schemeClr val="accent2"/>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18" name="椭圆 17"/>
          <p:cNvSpPr/>
          <p:nvPr/>
        </p:nvSpPr>
        <p:spPr>
          <a:xfrm>
            <a:off x="2938884" y="1100604"/>
            <a:ext cx="2718966" cy="2718966"/>
          </a:xfrm>
          <a:prstGeom prst="ellipse">
            <a:avLst/>
          </a:prstGeom>
          <a:solidFill>
            <a:schemeClr val="accent1"/>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19" name="矩形 259"/>
          <p:cNvSpPr>
            <a:spLocks noChangeArrowheads="1"/>
          </p:cNvSpPr>
          <p:nvPr/>
        </p:nvSpPr>
        <p:spPr bwMode="auto">
          <a:xfrm>
            <a:off x="3255467" y="1719727"/>
            <a:ext cx="2085800" cy="14403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normAutofit/>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lgn="ctr">
              <a:buNone/>
            </a:pPr>
            <a:r>
              <a:rPr altLang="zh-CN" dirty="0" lang="en-US" smtClean="0" sz="6000">
                <a:solidFill>
                  <a:schemeClr val="bg1"/>
                </a:solidFill>
                <a:latin charset="0" panose="020B0604020202020204" pitchFamily="34" typeface="Arial"/>
                <a:sym charset="0" panose="020B0604020202020204" pitchFamily="34" typeface="Arial"/>
              </a:rPr>
              <a:t>02</a:t>
            </a:r>
            <a:endParaRPr altLang="zh-CN" dirty="0" lang="en-US" sz="6000">
              <a:solidFill>
                <a:schemeClr val="bg1"/>
              </a:solidFill>
              <a:latin charset="0" panose="020B0604020202020204" pitchFamily="34" typeface="Arial"/>
              <a:sym charset="0" panose="020B0604020202020204" pitchFamily="34" typeface="Arial"/>
            </a:endParaRPr>
          </a:p>
          <a:p>
            <a:pPr algn="ctr">
              <a:buNone/>
            </a:pPr>
            <a:r>
              <a:rPr altLang="zh-CN" dirty="0" lang="en-US" sz="2800">
                <a:solidFill>
                  <a:schemeClr val="bg1"/>
                </a:solidFill>
                <a:latin charset="0" panose="020B0604020202020204" pitchFamily="34" typeface="Arial"/>
                <a:sym charset="0" panose="020B0604020202020204" pitchFamily="34" typeface="Arial"/>
              </a:rPr>
              <a:t>CHAPTER</a:t>
            </a:r>
            <a:endParaRPr altLang="en-US" dirty="0" lang="zh-CN" sz="2800">
              <a:solidFill>
                <a:schemeClr val="bg1"/>
              </a:solidFill>
              <a:latin charset="0" panose="020B0604020202020204" pitchFamily="34" typeface="Arial"/>
              <a:sym charset="0" panose="020B0604020202020204" pitchFamily="34" typeface="Arial"/>
            </a:endParaRPr>
          </a:p>
        </p:txBody>
      </p:sp>
      <p:sp>
        <p:nvSpPr>
          <p:cNvPr id="10" name="矩形 9"/>
          <p:cNvSpPr/>
          <p:nvPr/>
        </p:nvSpPr>
        <p:spPr>
          <a:xfrm>
            <a:off x="6700520" y="3179445"/>
            <a:ext cx="5742940" cy="830580"/>
          </a:xfrm>
          <a:prstGeom prst="rect">
            <a:avLst/>
          </a:prstGeom>
        </p:spPr>
        <p:txBody>
          <a:bodyPr bIns="0" lIns="0" rIns="0" tIns="0" wrap="square">
            <a:normAutofit fontScale="90000"/>
          </a:bodyPr>
          <a:lstStyle/>
          <a:p>
            <a:r>
              <a:rPr altLang="zh-CN" b="1" dirty="0" lang="en-US" sz="5400">
                <a:solidFill>
                  <a:schemeClr val="accent1">
                    <a:lumMod val="50000"/>
                  </a:schemeClr>
                </a:solidFill>
                <a:latin charset="0" panose="020B0604020202020204" pitchFamily="34" typeface="Arial"/>
                <a:ea charset="-122" panose="020B0503020204020204" pitchFamily="34" typeface="微软雅黑"/>
                <a:cs typeface="+mn-ea"/>
                <a:sym charset="0" panose="020B0604020202020204" pitchFamily="34" typeface="Arial"/>
              </a:rPr>
              <a:t>2 项目一：猪只发情配种预测系统技术详解</a:t>
            </a:r>
            <a:endParaRPr altLang="en-US" b="1" dirty="0" lang="zh-CN" sz="5400">
              <a:solidFill>
                <a:schemeClr val="accent1">
                  <a:lumMod val="50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advTm="0" p14:dur="1250" spd="slow">
        <p15:prstTrans prst="peelOff"/>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8">
                                  <p:stCondLst>
                                    <p:cond delay="0"/>
                                  </p:stCondLst>
                                  <p:childTnLst>
                                    <p:set>
                                      <p:cBhvr>
                                        <p:cTn dur="1" fill="hold" id="6">
                                          <p:stCondLst>
                                            <p:cond delay="0"/>
                                          </p:stCondLst>
                                        </p:cTn>
                                        <p:tgtEl>
                                          <p:spTgt spid="15"/>
                                        </p:tgtEl>
                                        <p:attrNameLst>
                                          <p:attrName>style.visibility</p:attrName>
                                        </p:attrNameLst>
                                      </p:cBhvr>
                                      <p:to>
                                        <p:strVal val="visible"/>
                                      </p:to>
                                    </p:set>
                                    <p:animEffect filter="wipe(left)" transition="in">
                                      <p:cBhvr>
                                        <p:cTn dur="500" id="7"/>
                                        <p:tgtEl>
                                          <p:spTgt spid="15"/>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53" presetSubtype="16">
                                  <p:stCondLst>
                                    <p:cond delay="0"/>
                                  </p:stCondLst>
                                  <p:childTnLst>
                                    <p:set>
                                      <p:cBhvr>
                                        <p:cTn dur="1" fill="hold" id="11">
                                          <p:stCondLst>
                                            <p:cond delay="0"/>
                                          </p:stCondLst>
                                        </p:cTn>
                                        <p:tgtEl>
                                          <p:spTgt spid="19"/>
                                        </p:tgtEl>
                                        <p:attrNameLst>
                                          <p:attrName>style.visibility</p:attrName>
                                        </p:attrNameLst>
                                      </p:cBhvr>
                                      <p:to>
                                        <p:strVal val="visible"/>
                                      </p:to>
                                    </p:set>
                                    <p:anim calcmode="lin" valueType="num">
                                      <p:cBhvr>
                                        <p:cTn dur="500" fill="hold" id="12"/>
                                        <p:tgtEl>
                                          <p:spTgt spid="19"/>
                                        </p:tgtEl>
                                        <p:attrNameLst>
                                          <p:attrName>ppt_w</p:attrName>
                                        </p:attrNameLst>
                                      </p:cBhvr>
                                      <p:tavLst>
                                        <p:tav tm="0">
                                          <p:val>
                                            <p:fltVal val="0"/>
                                          </p:val>
                                        </p:tav>
                                        <p:tav tm="100000">
                                          <p:val>
                                            <p:strVal val="#ppt_w"/>
                                          </p:val>
                                        </p:tav>
                                      </p:tavLst>
                                    </p:anim>
                                    <p:anim calcmode="lin" valueType="num">
                                      <p:cBhvr>
                                        <p:cTn dur="500" fill="hold" id="13"/>
                                        <p:tgtEl>
                                          <p:spTgt spid="19"/>
                                        </p:tgtEl>
                                        <p:attrNameLst>
                                          <p:attrName>ppt_h</p:attrName>
                                        </p:attrNameLst>
                                      </p:cBhvr>
                                      <p:tavLst>
                                        <p:tav tm="0">
                                          <p:val>
                                            <p:fltVal val="0"/>
                                          </p:val>
                                        </p:tav>
                                        <p:tav tm="100000">
                                          <p:val>
                                            <p:strVal val="#ppt_h"/>
                                          </p:val>
                                        </p:tav>
                                      </p:tavLst>
                                    </p:anim>
                                    <p:animEffect filter="fade" transition="in">
                                      <p:cBhvr>
                                        <p:cTn dur="500" id="14"/>
                                        <p:tgtEl>
                                          <p:spTgt spid="19"/>
                                        </p:tgtEl>
                                      </p:cBhvr>
                                    </p:animEffect>
                                  </p:childTnLst>
                                </p:cTn>
                              </p:par>
                              <p:par>
                                <p:cTn fill="hold" grpId="0" id="15" nodeType="withEffect" presetClass="entr" presetID="53" presetSubtype="16">
                                  <p:stCondLst>
                                    <p:cond delay="0"/>
                                  </p:stCondLst>
                                  <p:childTnLst>
                                    <p:set>
                                      <p:cBhvr>
                                        <p:cTn dur="1" fill="hold" id="16">
                                          <p:stCondLst>
                                            <p:cond delay="0"/>
                                          </p:stCondLst>
                                        </p:cTn>
                                        <p:tgtEl>
                                          <p:spTgt spid="18"/>
                                        </p:tgtEl>
                                        <p:attrNameLst>
                                          <p:attrName>style.visibility</p:attrName>
                                        </p:attrNameLst>
                                      </p:cBhvr>
                                      <p:to>
                                        <p:strVal val="visible"/>
                                      </p:to>
                                    </p:set>
                                    <p:anim calcmode="lin" valueType="num">
                                      <p:cBhvr>
                                        <p:cTn dur="500" fill="hold" id="17"/>
                                        <p:tgtEl>
                                          <p:spTgt spid="18"/>
                                        </p:tgtEl>
                                        <p:attrNameLst>
                                          <p:attrName>ppt_w</p:attrName>
                                        </p:attrNameLst>
                                      </p:cBhvr>
                                      <p:tavLst>
                                        <p:tav tm="0">
                                          <p:val>
                                            <p:fltVal val="0"/>
                                          </p:val>
                                        </p:tav>
                                        <p:tav tm="100000">
                                          <p:val>
                                            <p:strVal val="#ppt_w"/>
                                          </p:val>
                                        </p:tav>
                                      </p:tavLst>
                                    </p:anim>
                                    <p:anim calcmode="lin" valueType="num">
                                      <p:cBhvr>
                                        <p:cTn dur="500" fill="hold" id="18"/>
                                        <p:tgtEl>
                                          <p:spTgt spid="18"/>
                                        </p:tgtEl>
                                        <p:attrNameLst>
                                          <p:attrName>ppt_h</p:attrName>
                                        </p:attrNameLst>
                                      </p:cBhvr>
                                      <p:tavLst>
                                        <p:tav tm="0">
                                          <p:val>
                                            <p:fltVal val="0"/>
                                          </p:val>
                                        </p:tav>
                                        <p:tav tm="100000">
                                          <p:val>
                                            <p:strVal val="#ppt_h"/>
                                          </p:val>
                                        </p:tav>
                                      </p:tavLst>
                                    </p:anim>
                                    <p:animEffect filter="fade" transition="in">
                                      <p:cBhvr>
                                        <p:cTn dur="500" id="19"/>
                                        <p:tgtEl>
                                          <p:spTgt spid="18"/>
                                        </p:tgtEl>
                                      </p:cBhvr>
                                    </p:animEffect>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53" presetSubtype="16">
                                  <p:stCondLst>
                                    <p:cond delay="0"/>
                                  </p:stCondLst>
                                  <p:childTnLst>
                                    <p:set>
                                      <p:cBhvr>
                                        <p:cTn dur="1" fill="hold" id="23">
                                          <p:stCondLst>
                                            <p:cond delay="0"/>
                                          </p:stCondLst>
                                        </p:cTn>
                                        <p:tgtEl>
                                          <p:spTgt spid="17"/>
                                        </p:tgtEl>
                                        <p:attrNameLst>
                                          <p:attrName>style.visibility</p:attrName>
                                        </p:attrNameLst>
                                      </p:cBhvr>
                                      <p:to>
                                        <p:strVal val="visible"/>
                                      </p:to>
                                    </p:set>
                                    <p:anim calcmode="lin" valueType="num">
                                      <p:cBhvr>
                                        <p:cTn dur="500" fill="hold" id="24"/>
                                        <p:tgtEl>
                                          <p:spTgt spid="17"/>
                                        </p:tgtEl>
                                        <p:attrNameLst>
                                          <p:attrName>ppt_w</p:attrName>
                                        </p:attrNameLst>
                                      </p:cBhvr>
                                      <p:tavLst>
                                        <p:tav tm="0">
                                          <p:val>
                                            <p:fltVal val="0"/>
                                          </p:val>
                                        </p:tav>
                                        <p:tav tm="100000">
                                          <p:val>
                                            <p:strVal val="#ppt_w"/>
                                          </p:val>
                                        </p:tav>
                                      </p:tavLst>
                                    </p:anim>
                                    <p:anim calcmode="lin" valueType="num">
                                      <p:cBhvr>
                                        <p:cTn dur="500" fill="hold" id="25"/>
                                        <p:tgtEl>
                                          <p:spTgt spid="17"/>
                                        </p:tgtEl>
                                        <p:attrNameLst>
                                          <p:attrName>ppt_h</p:attrName>
                                        </p:attrNameLst>
                                      </p:cBhvr>
                                      <p:tavLst>
                                        <p:tav tm="0">
                                          <p:val>
                                            <p:fltVal val="0"/>
                                          </p:val>
                                        </p:tav>
                                        <p:tav tm="100000">
                                          <p:val>
                                            <p:strVal val="#ppt_h"/>
                                          </p:val>
                                        </p:tav>
                                      </p:tavLst>
                                    </p:anim>
                                    <p:animEffect filter="fade" transition="in">
                                      <p:cBhvr>
                                        <p:cTn dur="500" id="26"/>
                                        <p:tgtEl>
                                          <p:spTgt spid="17"/>
                                        </p:tgtEl>
                                      </p:cBhvr>
                                    </p:animEffect>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23" presetSubtype="32">
                                  <p:stCondLst>
                                    <p:cond delay="0"/>
                                  </p:stCondLst>
                                  <p:childTnLst>
                                    <p:set>
                                      <p:cBhvr>
                                        <p:cTn dur="1" fill="hold" id="30">
                                          <p:stCondLst>
                                            <p:cond delay="0"/>
                                          </p:stCondLst>
                                        </p:cTn>
                                        <p:tgtEl>
                                          <p:spTgt spid="10"/>
                                        </p:tgtEl>
                                        <p:attrNameLst>
                                          <p:attrName>style.visibility</p:attrName>
                                        </p:attrNameLst>
                                      </p:cBhvr>
                                      <p:to>
                                        <p:strVal val="visible"/>
                                      </p:to>
                                    </p:set>
                                    <p:anim calcmode="lin" valueType="num">
                                      <p:cBhvr>
                                        <p:cTn dur="500" fill="hold" id="31"/>
                                        <p:tgtEl>
                                          <p:spTgt spid="10"/>
                                        </p:tgtEl>
                                        <p:attrNameLst>
                                          <p:attrName>ppt_w</p:attrName>
                                        </p:attrNameLst>
                                      </p:cBhvr>
                                      <p:tavLst>
                                        <p:tav tm="0">
                                          <p:val>
                                            <p:strVal val="4*#ppt_w"/>
                                          </p:val>
                                        </p:tav>
                                        <p:tav tm="100000">
                                          <p:val>
                                            <p:strVal val="#ppt_w"/>
                                          </p:val>
                                        </p:tav>
                                      </p:tavLst>
                                    </p:anim>
                                    <p:anim calcmode="lin" valueType="num">
                                      <p:cBhvr>
                                        <p:cTn dur="500" fill="hold" id="32"/>
                                        <p:tgtEl>
                                          <p:spTgt spid="10"/>
                                        </p:tgtEl>
                                        <p:attrNameLst>
                                          <p:attrName>ppt_h</p:attrName>
                                        </p:attrNameLst>
                                      </p:cBhvr>
                                      <p:tavLst>
                                        <p:tav tm="0">
                                          <p:val>
                                            <p:strVal val="4*#ppt_h"/>
                                          </p:val>
                                        </p:tav>
                                        <p:tav tm="100000">
                                          <p:val>
                                            <p:strVal val="#ppt_h"/>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bldLvl="0" grpId="0" spid="17"/>
      <p:bldP animBg="1" bldLvl="0" grpId="0" spid="18"/>
      <p:bldP animBg="1" bldLvl="0" grpId="0" spid="19"/>
      <p:bldP grpId="0" spid="10"/>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 name="矩形 4"/>
          <p:cNvSpPr/>
          <p:nvPr/>
        </p:nvSpPr>
        <p:spPr>
          <a:xfrm>
            <a:off x="1421329" y="1474642"/>
            <a:ext cx="2771272" cy="2717747"/>
          </a:xfrm>
          <a:prstGeom prst="rect">
            <a:avLst/>
          </a:prstGeom>
          <a:blipFill dpi="0" rotWithShape="1">
            <a:blip cstate="screen" r:embed="rId1"/>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39" name="矩形 38"/>
          <p:cNvSpPr/>
          <p:nvPr/>
        </p:nvSpPr>
        <p:spPr>
          <a:xfrm flipH="1">
            <a:off x="1293464" y="1371620"/>
            <a:ext cx="3000215" cy="4188921"/>
          </a:xfrm>
          <a:prstGeom prst="rect">
            <a:avLst/>
          </a:prstGeom>
          <a:noFill/>
          <a:ln w="508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20" name="文本框 19"/>
          <p:cNvSpPr txBox="1"/>
          <p:nvPr/>
        </p:nvSpPr>
        <p:spPr>
          <a:xfrm>
            <a:off x="812800" y="5882005"/>
            <a:ext cx="11233150" cy="967740"/>
          </a:xfrm>
          <a:prstGeom prst="rect">
            <a:avLst/>
          </a:prstGeom>
          <a:noFill/>
          <a:effectLst/>
        </p:spPr>
        <p:txBody>
          <a:bodyPr bIns="0" lIns="0" rIns="0" rtlCol="0" tIns="0" wrap="square">
            <a:normAutofit/>
          </a:bodyPr>
          <a:lstStyle/>
          <a:p>
            <a:pPr algn="just">
              <a:lnSpc>
                <a:spcPct val="150000"/>
              </a:lnSpc>
            </a:pPr>
            <a:r>
              <a:rPr altLang="zh-CN" dirty="0" lang="en-US"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传统养殖业配种效率低，人工观察成本高且易错，影响繁殖效益。</a:t>
            </a:r>
            <a:endParaRPr altLang="en-US" dirty="0" lang="zh-CN"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28" name="Content Placeholder 2"/>
          <p:cNvSpPr txBox="1"/>
          <p:nvPr/>
        </p:nvSpPr>
        <p:spPr>
          <a:xfrm>
            <a:off x="1480185" y="4363720"/>
            <a:ext cx="2613025" cy="1030605"/>
          </a:xfrm>
          <a:prstGeom prst="rect">
            <a:avLst/>
          </a:prstGeom>
        </p:spPr>
        <p:txBody>
          <a:bodyPr bIns="0" lIns="0" rIns="0" tIns="0" wrap="square">
            <a:normAutofit/>
          </a:bodyPr>
          <a:lstStyle>
            <a:lvl1pPr algn="l" defTabSz="914400" eaLnBrk="1" hangingPunct="1" indent="-342900" latinLnBrk="0" marL="342900" rtl="0">
              <a:spcBef>
                <a:spcPct val="20000"/>
              </a:spcBef>
              <a:buFont charset="0" panose="020B0604020202020204" pitchFamily="34" typeface="Arial"/>
              <a:buChar char="•"/>
              <a:defRPr kern="1200" sz="1400">
                <a:solidFill>
                  <a:schemeClr val="bg1">
                    <a:lumMod val="65000"/>
                  </a:schemeClr>
                </a:solidFill>
                <a:latin typeface="+mn-lt"/>
                <a:ea typeface="+mn-ea"/>
                <a:cs typeface="+mn-cs"/>
              </a:defRPr>
            </a:lvl1pPr>
            <a:lvl2pPr algn="l" defTabSz="914400" eaLnBrk="1" hangingPunct="1" indent="-285750" latinLnBrk="0" marL="742950" rtl="0">
              <a:spcBef>
                <a:spcPct val="20000"/>
              </a:spcBef>
              <a:buFont charset="0" panose="020B0604020202020204" pitchFamily="34" typeface="Arial"/>
              <a:buChar char="–"/>
              <a:defRPr kern="1200" sz="1200">
                <a:solidFill>
                  <a:schemeClr val="bg1">
                    <a:lumMod val="65000"/>
                  </a:schemeClr>
                </a:solidFill>
                <a:latin typeface="+mn-lt"/>
                <a:ea typeface="+mn-ea"/>
                <a:cs typeface="+mn-cs"/>
              </a:defRPr>
            </a:lvl2pPr>
            <a:lvl3pPr algn="l" defTabSz="914400" eaLnBrk="1" hangingPunct="1" indent="-228600" latinLnBrk="0" marL="1143000" rtl="0">
              <a:spcBef>
                <a:spcPct val="20000"/>
              </a:spcBef>
              <a:buFont charset="0" panose="020B0604020202020204" pitchFamily="34" typeface="Arial"/>
              <a:buChar char="•"/>
              <a:defRPr kern="1200" sz="1100">
                <a:solidFill>
                  <a:schemeClr val="bg1">
                    <a:lumMod val="65000"/>
                  </a:schemeClr>
                </a:solidFill>
                <a:latin typeface="+mn-lt"/>
                <a:ea typeface="+mn-ea"/>
                <a:cs typeface="+mn-cs"/>
              </a:defRPr>
            </a:lvl3pPr>
            <a:lvl4pPr algn="l" defTabSz="914400" eaLnBrk="1" hangingPunct="1" indent="-228600" latinLnBrk="0" marL="1600200" rtl="0">
              <a:spcBef>
                <a:spcPct val="20000"/>
              </a:spcBef>
              <a:buFont charset="0" panose="020B0604020202020204" pitchFamily="34" typeface="Arial"/>
              <a:buChar char="–"/>
              <a:defRPr kern="1200" sz="1050">
                <a:solidFill>
                  <a:schemeClr val="bg1">
                    <a:lumMod val="65000"/>
                  </a:schemeClr>
                </a:solidFill>
                <a:latin typeface="+mn-lt"/>
                <a:ea typeface="+mn-ea"/>
                <a:cs typeface="+mn-cs"/>
              </a:defRPr>
            </a:lvl4pPr>
            <a:lvl5pPr algn="l" defTabSz="914400" eaLnBrk="1" hangingPunct="1" indent="-228600" latinLnBrk="0" marL="2057400" rtl="0">
              <a:spcBef>
                <a:spcPct val="20000"/>
              </a:spcBef>
              <a:buFont charset="0" panose="020B0604020202020204" pitchFamily="34" typeface="Arial"/>
              <a:buChar char="»"/>
              <a:defRPr kern="1200" sz="1050">
                <a:solidFill>
                  <a:schemeClr val="bg1">
                    <a:lumMod val="65000"/>
                  </a:schemeClr>
                </a:solidFill>
                <a:latin typeface="+mn-lt"/>
                <a:ea typeface="+mn-ea"/>
                <a:cs typeface="+mn-cs"/>
              </a:defRPr>
            </a:lvl5pPr>
            <a:lvl6pPr algn="l" defTabSz="914400" eaLnBrk="1" hangingPunct="1" indent="-228600" latinLnBrk="0" marL="2514600" rtl="0">
              <a:spcBef>
                <a:spcPct val="20000"/>
              </a:spcBef>
              <a:buFont charset="0" panose="020B0604020202020204" pitchFamily="34" typeface="Arial"/>
              <a:buChar char="•"/>
              <a:defRPr kern="1200" sz="2000">
                <a:solidFill>
                  <a:schemeClr val="tx1"/>
                </a:solidFill>
                <a:latin typeface="+mn-lt"/>
                <a:ea typeface="+mn-ea"/>
                <a:cs typeface="+mn-cs"/>
              </a:defRPr>
            </a:lvl6pPr>
            <a:lvl7pPr algn="l" defTabSz="914400" eaLnBrk="1" hangingPunct="1" indent="-228600" latinLnBrk="0" marL="2971800" rtl="0">
              <a:spcBef>
                <a:spcPct val="20000"/>
              </a:spcBef>
              <a:buFont charset="0" panose="020B0604020202020204" pitchFamily="34" typeface="Arial"/>
              <a:buChar char="•"/>
              <a:defRPr kern="1200" sz="2000">
                <a:solidFill>
                  <a:schemeClr val="tx1"/>
                </a:solidFill>
                <a:latin typeface="+mn-lt"/>
                <a:ea typeface="+mn-ea"/>
                <a:cs typeface="+mn-cs"/>
              </a:defRPr>
            </a:lvl7pPr>
            <a:lvl8pPr algn="l" defTabSz="914400" eaLnBrk="1" hangingPunct="1" indent="-228600" latinLnBrk="0" marL="3429000" rtl="0">
              <a:spcBef>
                <a:spcPct val="20000"/>
              </a:spcBef>
              <a:buFont charset="0" panose="020B0604020202020204" pitchFamily="34" typeface="Arial"/>
              <a:buChar char="•"/>
              <a:defRPr kern="1200" sz="2000">
                <a:solidFill>
                  <a:schemeClr val="tx1"/>
                </a:solidFill>
                <a:latin typeface="+mn-lt"/>
                <a:ea typeface="+mn-ea"/>
                <a:cs typeface="+mn-cs"/>
              </a:defRPr>
            </a:lvl8pPr>
            <a:lvl9pPr algn="l" defTabSz="914400" eaLnBrk="1" hangingPunct="1" indent="-228600" latinLnBrk="0" marL="3886200" rtl="0">
              <a:spcBef>
                <a:spcPct val="20000"/>
              </a:spcBef>
              <a:buFont charset="0" panose="020B0604020202020204" pitchFamily="34" typeface="Arial"/>
              <a:buChar char="•"/>
              <a:defRPr kern="1200" sz="2000">
                <a:solidFill>
                  <a:schemeClr val="tx1"/>
                </a:solidFill>
                <a:latin typeface="+mn-lt"/>
                <a:ea typeface="+mn-ea"/>
                <a:cs typeface="+mn-cs"/>
              </a:defRPr>
            </a:lvl9pPr>
          </a:lstStyle>
          <a:p>
            <a:pPr algn="just" indent="0" marL="0">
              <a:lnSpc>
                <a:spcPct val="150000"/>
              </a:lnSpc>
              <a:buNone/>
            </a:pPr>
            <a:r>
              <a:rPr altLang="zh-CN" dirty="0" lang="en-US" sz="1200">
                <a:latin charset="0" panose="020B0604020202020204" pitchFamily="34" typeface="Arial"/>
                <a:ea charset="-122" panose="020B0503020204020204" pitchFamily="34" typeface="微软雅黑"/>
                <a:sym charset="0" panose="020B0604020202020204" pitchFamily="34" typeface="Arial"/>
              </a:rPr>
              <a:t>毫米波雷达可实时监测牲畜发情行为，如活动频率和姿态变化，提升配种准确率至90%以上。</a:t>
            </a:r>
            <a:endParaRPr altLang="en-US" dirty="0" lang="zh-CN" sz="1200">
              <a:latin charset="0" panose="020B0604020202020204" pitchFamily="34" typeface="Arial"/>
              <a:ea charset="-122" panose="020B0503020204020204" pitchFamily="34" typeface="微软雅黑"/>
              <a:sym charset="0" panose="020B0604020202020204" pitchFamily="34" typeface="Arial"/>
            </a:endParaRPr>
          </a:p>
        </p:txBody>
      </p:sp>
      <p:sp>
        <p:nvSpPr>
          <p:cNvPr id="30" name="矩形 29"/>
          <p:cNvSpPr/>
          <p:nvPr/>
        </p:nvSpPr>
        <p:spPr>
          <a:xfrm>
            <a:off x="5069404" y="1474642"/>
            <a:ext cx="2771272" cy="2717747"/>
          </a:xfrm>
          <a:prstGeom prst="rect">
            <a:avLst/>
          </a:prstGeom>
          <a:blipFill dpi="0" rotWithShape="1">
            <a:blip cstate="screen"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31" name="矩形 30"/>
          <p:cNvSpPr/>
          <p:nvPr/>
        </p:nvSpPr>
        <p:spPr>
          <a:xfrm flipH="1">
            <a:off x="4941539" y="1371620"/>
            <a:ext cx="3000215" cy="4188921"/>
          </a:xfrm>
          <a:prstGeom prst="rect">
            <a:avLst/>
          </a:prstGeom>
          <a:noFill/>
          <a:ln w="508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33" name="Content Placeholder 2"/>
          <p:cNvSpPr txBox="1"/>
          <p:nvPr/>
        </p:nvSpPr>
        <p:spPr>
          <a:xfrm>
            <a:off x="5173980" y="4363720"/>
            <a:ext cx="2569845" cy="1030605"/>
          </a:xfrm>
          <a:prstGeom prst="rect">
            <a:avLst/>
          </a:prstGeom>
        </p:spPr>
        <p:txBody>
          <a:bodyPr bIns="0" lIns="0" rIns="0" tIns="0" wrap="square">
            <a:normAutofit/>
          </a:bodyPr>
          <a:lstStyle>
            <a:lvl1pPr algn="l" defTabSz="914400" eaLnBrk="1" hangingPunct="1" indent="-342900" latinLnBrk="0" marL="342900" rtl="0">
              <a:spcBef>
                <a:spcPct val="20000"/>
              </a:spcBef>
              <a:buFont charset="0" panose="020B0604020202020204" pitchFamily="34" typeface="Arial"/>
              <a:buChar char="•"/>
              <a:defRPr kern="1200" sz="1400">
                <a:solidFill>
                  <a:schemeClr val="bg1">
                    <a:lumMod val="65000"/>
                  </a:schemeClr>
                </a:solidFill>
                <a:latin typeface="+mn-lt"/>
                <a:ea typeface="+mn-ea"/>
                <a:cs typeface="+mn-cs"/>
              </a:defRPr>
            </a:lvl1pPr>
            <a:lvl2pPr algn="l" defTabSz="914400" eaLnBrk="1" hangingPunct="1" indent="-285750" latinLnBrk="0" marL="742950" rtl="0">
              <a:spcBef>
                <a:spcPct val="20000"/>
              </a:spcBef>
              <a:buFont charset="0" panose="020B0604020202020204" pitchFamily="34" typeface="Arial"/>
              <a:buChar char="–"/>
              <a:defRPr kern="1200" sz="1200">
                <a:solidFill>
                  <a:schemeClr val="bg1">
                    <a:lumMod val="65000"/>
                  </a:schemeClr>
                </a:solidFill>
                <a:latin typeface="+mn-lt"/>
                <a:ea typeface="+mn-ea"/>
                <a:cs typeface="+mn-cs"/>
              </a:defRPr>
            </a:lvl2pPr>
            <a:lvl3pPr algn="l" defTabSz="914400" eaLnBrk="1" hangingPunct="1" indent="-228600" latinLnBrk="0" marL="1143000" rtl="0">
              <a:spcBef>
                <a:spcPct val="20000"/>
              </a:spcBef>
              <a:buFont charset="0" panose="020B0604020202020204" pitchFamily="34" typeface="Arial"/>
              <a:buChar char="•"/>
              <a:defRPr kern="1200" sz="1100">
                <a:solidFill>
                  <a:schemeClr val="bg1">
                    <a:lumMod val="65000"/>
                  </a:schemeClr>
                </a:solidFill>
                <a:latin typeface="+mn-lt"/>
                <a:ea typeface="+mn-ea"/>
                <a:cs typeface="+mn-cs"/>
              </a:defRPr>
            </a:lvl3pPr>
            <a:lvl4pPr algn="l" defTabSz="914400" eaLnBrk="1" hangingPunct="1" indent="-228600" latinLnBrk="0" marL="1600200" rtl="0">
              <a:spcBef>
                <a:spcPct val="20000"/>
              </a:spcBef>
              <a:buFont charset="0" panose="020B0604020202020204" pitchFamily="34" typeface="Arial"/>
              <a:buChar char="–"/>
              <a:defRPr kern="1200" sz="1050">
                <a:solidFill>
                  <a:schemeClr val="bg1">
                    <a:lumMod val="65000"/>
                  </a:schemeClr>
                </a:solidFill>
                <a:latin typeface="+mn-lt"/>
                <a:ea typeface="+mn-ea"/>
                <a:cs typeface="+mn-cs"/>
              </a:defRPr>
            </a:lvl4pPr>
            <a:lvl5pPr algn="l" defTabSz="914400" eaLnBrk="1" hangingPunct="1" indent="-228600" latinLnBrk="0" marL="2057400" rtl="0">
              <a:spcBef>
                <a:spcPct val="20000"/>
              </a:spcBef>
              <a:buFont charset="0" panose="020B0604020202020204" pitchFamily="34" typeface="Arial"/>
              <a:buChar char="»"/>
              <a:defRPr kern="1200" sz="1050">
                <a:solidFill>
                  <a:schemeClr val="bg1">
                    <a:lumMod val="65000"/>
                  </a:schemeClr>
                </a:solidFill>
                <a:latin typeface="+mn-lt"/>
                <a:ea typeface="+mn-ea"/>
                <a:cs typeface="+mn-cs"/>
              </a:defRPr>
            </a:lvl5pPr>
            <a:lvl6pPr algn="l" defTabSz="914400" eaLnBrk="1" hangingPunct="1" indent="-228600" latinLnBrk="0" marL="2514600" rtl="0">
              <a:spcBef>
                <a:spcPct val="20000"/>
              </a:spcBef>
              <a:buFont charset="0" panose="020B0604020202020204" pitchFamily="34" typeface="Arial"/>
              <a:buChar char="•"/>
              <a:defRPr kern="1200" sz="2000">
                <a:solidFill>
                  <a:schemeClr val="tx1"/>
                </a:solidFill>
                <a:latin typeface="+mn-lt"/>
                <a:ea typeface="+mn-ea"/>
                <a:cs typeface="+mn-cs"/>
              </a:defRPr>
            </a:lvl6pPr>
            <a:lvl7pPr algn="l" defTabSz="914400" eaLnBrk="1" hangingPunct="1" indent="-228600" latinLnBrk="0" marL="2971800" rtl="0">
              <a:spcBef>
                <a:spcPct val="20000"/>
              </a:spcBef>
              <a:buFont charset="0" panose="020B0604020202020204" pitchFamily="34" typeface="Arial"/>
              <a:buChar char="•"/>
              <a:defRPr kern="1200" sz="2000">
                <a:solidFill>
                  <a:schemeClr val="tx1"/>
                </a:solidFill>
                <a:latin typeface="+mn-lt"/>
                <a:ea typeface="+mn-ea"/>
                <a:cs typeface="+mn-cs"/>
              </a:defRPr>
            </a:lvl7pPr>
            <a:lvl8pPr algn="l" defTabSz="914400" eaLnBrk="1" hangingPunct="1" indent="-228600" latinLnBrk="0" marL="3429000" rtl="0">
              <a:spcBef>
                <a:spcPct val="20000"/>
              </a:spcBef>
              <a:buFont charset="0" panose="020B0604020202020204" pitchFamily="34" typeface="Arial"/>
              <a:buChar char="•"/>
              <a:defRPr kern="1200" sz="2000">
                <a:solidFill>
                  <a:schemeClr val="tx1"/>
                </a:solidFill>
                <a:latin typeface="+mn-lt"/>
                <a:ea typeface="+mn-ea"/>
                <a:cs typeface="+mn-cs"/>
              </a:defRPr>
            </a:lvl8pPr>
            <a:lvl9pPr algn="l" defTabSz="914400" eaLnBrk="1" hangingPunct="1" indent="-228600" latinLnBrk="0" marL="3886200" rtl="0">
              <a:spcBef>
                <a:spcPct val="20000"/>
              </a:spcBef>
              <a:buFont charset="0" panose="020B0604020202020204" pitchFamily="34" typeface="Arial"/>
              <a:buChar char="•"/>
              <a:defRPr kern="1200" sz="2000">
                <a:solidFill>
                  <a:schemeClr val="tx1"/>
                </a:solidFill>
                <a:latin typeface="+mn-lt"/>
                <a:ea typeface="+mn-ea"/>
                <a:cs typeface="+mn-cs"/>
              </a:defRPr>
            </a:lvl9pPr>
          </a:lstStyle>
          <a:p>
            <a:pPr algn="just" indent="0" marL="0">
              <a:lnSpc>
                <a:spcPct val="150000"/>
              </a:lnSpc>
              <a:buNone/>
            </a:pPr>
            <a:r>
              <a:rPr altLang="zh-CN" dirty="0" lang="en-US" sz="1200">
                <a:latin charset="0" panose="020B0604020202020204" pitchFamily="34" typeface="Arial"/>
                <a:ea charset="-122" panose="020B0503020204020204" pitchFamily="34" typeface="微软雅黑"/>
                <a:sym charset="0" panose="020B0604020202020204" pitchFamily="34" typeface="Arial"/>
              </a:rPr>
              <a:t>技术通过非接触式监测减少应激反应，24小时连续采集数据，降低人工干预成本约40%。</a:t>
            </a:r>
            <a:endParaRPr altLang="en-US" dirty="0" lang="zh-CN" sz="1200">
              <a:latin charset="0" panose="020B0604020202020204" pitchFamily="34" typeface="Arial"/>
              <a:ea charset="-122" panose="020B0503020204020204" pitchFamily="34" typeface="微软雅黑"/>
              <a:sym charset="0" panose="020B0604020202020204" pitchFamily="34" typeface="Arial"/>
            </a:endParaRPr>
          </a:p>
        </p:txBody>
      </p:sp>
      <p:sp>
        <p:nvSpPr>
          <p:cNvPr id="35" name="矩形 34"/>
          <p:cNvSpPr/>
          <p:nvPr/>
        </p:nvSpPr>
        <p:spPr>
          <a:xfrm>
            <a:off x="8717479" y="1474642"/>
            <a:ext cx="2771272" cy="2717747"/>
          </a:xfrm>
          <a:prstGeom prst="rect">
            <a:avLst/>
          </a:prstGeom>
          <a:blipFill dpi="0" rotWithShape="1">
            <a:blip cstate="screen"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36" name="矩形 35"/>
          <p:cNvSpPr/>
          <p:nvPr/>
        </p:nvSpPr>
        <p:spPr>
          <a:xfrm flipH="1">
            <a:off x="8589614" y="1371620"/>
            <a:ext cx="3000215" cy="4188921"/>
          </a:xfrm>
          <a:prstGeom prst="rect">
            <a:avLst/>
          </a:prstGeom>
          <a:noFill/>
          <a:ln w="508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50000"/>
              </a:lnSpc>
            </a:pPr>
            <a:endParaRPr altLang="en-US" lang="zh-CN">
              <a:latin charset="0" panose="020B0604020202020204" pitchFamily="34" typeface="Arial"/>
              <a:ea charset="-122" panose="020B0503020204020204" pitchFamily="34" typeface="微软雅黑"/>
              <a:sym charset="0" panose="020B0604020202020204" pitchFamily="34" typeface="Arial"/>
            </a:endParaRPr>
          </a:p>
        </p:txBody>
      </p:sp>
      <p:sp>
        <p:nvSpPr>
          <p:cNvPr id="38" name="Content Placeholder 2"/>
          <p:cNvSpPr txBox="1"/>
          <p:nvPr/>
        </p:nvSpPr>
        <p:spPr>
          <a:xfrm>
            <a:off x="8823960" y="4363720"/>
            <a:ext cx="2569845" cy="1030605"/>
          </a:xfrm>
          <a:prstGeom prst="rect">
            <a:avLst/>
          </a:prstGeom>
        </p:spPr>
        <p:txBody>
          <a:bodyPr bIns="0" lIns="0" rIns="0" tIns="0">
            <a:normAutofit/>
          </a:bodyPr>
          <a:lstStyle>
            <a:lvl1pPr algn="l" defTabSz="914400" eaLnBrk="1" hangingPunct="1" indent="-342900" latinLnBrk="0" marL="342900" rtl="0">
              <a:spcBef>
                <a:spcPct val="20000"/>
              </a:spcBef>
              <a:buFont charset="0" panose="020B0604020202020204" pitchFamily="34" typeface="Arial"/>
              <a:buChar char="•"/>
              <a:defRPr kern="1200" sz="1400">
                <a:solidFill>
                  <a:schemeClr val="bg1">
                    <a:lumMod val="65000"/>
                  </a:schemeClr>
                </a:solidFill>
                <a:latin typeface="+mn-lt"/>
                <a:ea typeface="+mn-ea"/>
                <a:cs typeface="+mn-cs"/>
              </a:defRPr>
            </a:lvl1pPr>
            <a:lvl2pPr algn="l" defTabSz="914400" eaLnBrk="1" hangingPunct="1" indent="-285750" latinLnBrk="0" marL="742950" rtl="0">
              <a:spcBef>
                <a:spcPct val="20000"/>
              </a:spcBef>
              <a:buFont charset="0" panose="020B0604020202020204" pitchFamily="34" typeface="Arial"/>
              <a:buChar char="–"/>
              <a:defRPr kern="1200" sz="1200">
                <a:solidFill>
                  <a:schemeClr val="bg1">
                    <a:lumMod val="65000"/>
                  </a:schemeClr>
                </a:solidFill>
                <a:latin typeface="+mn-lt"/>
                <a:ea typeface="+mn-ea"/>
                <a:cs typeface="+mn-cs"/>
              </a:defRPr>
            </a:lvl2pPr>
            <a:lvl3pPr algn="l" defTabSz="914400" eaLnBrk="1" hangingPunct="1" indent="-228600" latinLnBrk="0" marL="1143000" rtl="0">
              <a:spcBef>
                <a:spcPct val="20000"/>
              </a:spcBef>
              <a:buFont charset="0" panose="020B0604020202020204" pitchFamily="34" typeface="Arial"/>
              <a:buChar char="•"/>
              <a:defRPr kern="1200" sz="1100">
                <a:solidFill>
                  <a:schemeClr val="bg1">
                    <a:lumMod val="65000"/>
                  </a:schemeClr>
                </a:solidFill>
                <a:latin typeface="+mn-lt"/>
                <a:ea typeface="+mn-ea"/>
                <a:cs typeface="+mn-cs"/>
              </a:defRPr>
            </a:lvl3pPr>
            <a:lvl4pPr algn="l" defTabSz="914400" eaLnBrk="1" hangingPunct="1" indent="-228600" latinLnBrk="0" marL="1600200" rtl="0">
              <a:spcBef>
                <a:spcPct val="20000"/>
              </a:spcBef>
              <a:buFont charset="0" panose="020B0604020202020204" pitchFamily="34" typeface="Arial"/>
              <a:buChar char="–"/>
              <a:defRPr kern="1200" sz="1050">
                <a:solidFill>
                  <a:schemeClr val="bg1">
                    <a:lumMod val="65000"/>
                  </a:schemeClr>
                </a:solidFill>
                <a:latin typeface="+mn-lt"/>
                <a:ea typeface="+mn-ea"/>
                <a:cs typeface="+mn-cs"/>
              </a:defRPr>
            </a:lvl4pPr>
            <a:lvl5pPr algn="l" defTabSz="914400" eaLnBrk="1" hangingPunct="1" indent="-228600" latinLnBrk="0" marL="2057400" rtl="0">
              <a:spcBef>
                <a:spcPct val="20000"/>
              </a:spcBef>
              <a:buFont charset="0" panose="020B0604020202020204" pitchFamily="34" typeface="Arial"/>
              <a:buChar char="»"/>
              <a:defRPr kern="1200" sz="1050">
                <a:solidFill>
                  <a:schemeClr val="bg1">
                    <a:lumMod val="65000"/>
                  </a:schemeClr>
                </a:solidFill>
                <a:latin typeface="+mn-lt"/>
                <a:ea typeface="+mn-ea"/>
                <a:cs typeface="+mn-cs"/>
              </a:defRPr>
            </a:lvl5pPr>
            <a:lvl6pPr algn="l" defTabSz="914400" eaLnBrk="1" hangingPunct="1" indent="-228600" latinLnBrk="0" marL="2514600" rtl="0">
              <a:spcBef>
                <a:spcPct val="20000"/>
              </a:spcBef>
              <a:buFont charset="0" panose="020B0604020202020204" pitchFamily="34" typeface="Arial"/>
              <a:buChar char="•"/>
              <a:defRPr kern="1200" sz="2000">
                <a:solidFill>
                  <a:schemeClr val="tx1"/>
                </a:solidFill>
                <a:latin typeface="+mn-lt"/>
                <a:ea typeface="+mn-ea"/>
                <a:cs typeface="+mn-cs"/>
              </a:defRPr>
            </a:lvl6pPr>
            <a:lvl7pPr algn="l" defTabSz="914400" eaLnBrk="1" hangingPunct="1" indent="-228600" latinLnBrk="0" marL="2971800" rtl="0">
              <a:spcBef>
                <a:spcPct val="20000"/>
              </a:spcBef>
              <a:buFont charset="0" panose="020B0604020202020204" pitchFamily="34" typeface="Arial"/>
              <a:buChar char="•"/>
              <a:defRPr kern="1200" sz="2000">
                <a:solidFill>
                  <a:schemeClr val="tx1"/>
                </a:solidFill>
                <a:latin typeface="+mn-lt"/>
                <a:ea typeface="+mn-ea"/>
                <a:cs typeface="+mn-cs"/>
              </a:defRPr>
            </a:lvl7pPr>
            <a:lvl8pPr algn="l" defTabSz="914400" eaLnBrk="1" hangingPunct="1" indent="-228600" latinLnBrk="0" marL="3429000" rtl="0">
              <a:spcBef>
                <a:spcPct val="20000"/>
              </a:spcBef>
              <a:buFont charset="0" panose="020B0604020202020204" pitchFamily="34" typeface="Arial"/>
              <a:buChar char="•"/>
              <a:defRPr kern="1200" sz="2000">
                <a:solidFill>
                  <a:schemeClr val="tx1"/>
                </a:solidFill>
                <a:latin typeface="+mn-lt"/>
                <a:ea typeface="+mn-ea"/>
                <a:cs typeface="+mn-cs"/>
              </a:defRPr>
            </a:lvl8pPr>
            <a:lvl9pPr algn="l" defTabSz="914400" eaLnBrk="1" hangingPunct="1" indent="-228600" latinLnBrk="0" marL="3886200" rtl="0">
              <a:spcBef>
                <a:spcPct val="20000"/>
              </a:spcBef>
              <a:buFont charset="0" panose="020B0604020202020204" pitchFamily="34" typeface="Arial"/>
              <a:buChar char="•"/>
              <a:defRPr kern="1200" sz="2000">
                <a:solidFill>
                  <a:schemeClr val="tx1"/>
                </a:solidFill>
                <a:latin typeface="+mn-lt"/>
                <a:ea typeface="+mn-ea"/>
                <a:cs typeface="+mn-cs"/>
              </a:defRPr>
            </a:lvl9pPr>
          </a:lstStyle>
          <a:p>
            <a:pPr algn="just" indent="0" marL="0">
              <a:lnSpc>
                <a:spcPct val="150000"/>
              </a:lnSpc>
              <a:buNone/>
            </a:pPr>
            <a:r>
              <a:rPr altLang="zh-CN" dirty="0" lang="en-US" sz="1200">
                <a:latin charset="0" panose="020B0604020202020204" pitchFamily="34" typeface="Arial"/>
                <a:ea charset="-122" panose="020B0503020204020204" pitchFamily="34" typeface="微软雅黑"/>
                <a:sym charset="0" panose="020B0604020202020204" pitchFamily="34" typeface="Arial"/>
              </a:rPr>
              <a:t>该创新推动智慧养殖升级，预计年增产15%，为产业带来显著经济和社会价值。</a:t>
            </a:r>
            <a:endParaRPr altLang="en-US" dirty="0" lang="zh-CN" sz="1200">
              <a:latin charset="0" panose="020B0604020202020204" pitchFamily="34" typeface="Arial"/>
              <a:ea charset="-122" panose="020B0503020204020204" pitchFamily="34" typeface="微软雅黑"/>
              <a:sym charset="0" panose="020B0604020202020204" pitchFamily="34" typeface="Arial"/>
            </a:endParaRPr>
          </a:p>
        </p:txBody>
      </p:sp>
      <p:sp>
        <p:nvSpPr>
          <p:cNvPr id="18" name="TextBox 8"/>
          <p:cNvSpPr txBox="1"/>
          <p:nvPr/>
        </p:nvSpPr>
        <p:spPr>
          <a:xfrm>
            <a:off x="824230" y="233680"/>
            <a:ext cx="11623040" cy="492125"/>
          </a:xfrm>
          <a:prstGeom prst="rect">
            <a:avLst/>
          </a:prstGeom>
          <a:noFill/>
        </p:spPr>
        <p:txBody>
          <a:bodyPr anchor="ctr" bIns="0" lIns="0" rIns="0" rtlCol="0" tIns="0" wrap="square">
            <a:normAutofit fontScale="90000"/>
          </a:bodyPr>
          <a:lstStyle/>
          <a:p>
            <a:pPr algn="l"/>
            <a:r>
              <a:rPr altLang="zh-CN" dirty="0" lang="en-US"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养殖痛点</a:t>
            </a:r>
            <a:endPar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Tree>
  </p:cSld>
  <p:clrMapOvr>
    <a:masterClrMapping/>
  </p:clrMapOvr>
  <mc:AlternateContent xmlns:mc="http://schemas.openxmlformats.org/markup-compatibility/2006">
    <mc:Choice xmlns:p14="http://schemas.microsoft.com/office/powerpoint/2010/main" Requires="p14">
      <p:transition advTm="0" p14:dur="1600" spd="slow">
        <p14:gallery dir="l"/>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afterEffect" presetClass="entr" presetID="22" presetSubtype="4">
                                  <p:stCondLst>
                                    <p:cond delay="0"/>
                                  </p:stCondLst>
                                  <p:childTnLst>
                                    <p:set>
                                      <p:cBhvr>
                                        <p:cTn dur="1" fill="hold" id="6">
                                          <p:stCondLst>
                                            <p:cond delay="0"/>
                                          </p:stCondLst>
                                        </p:cTn>
                                        <p:tgtEl>
                                          <p:spTgt spid="39"/>
                                        </p:tgtEl>
                                        <p:attrNameLst>
                                          <p:attrName>style.visibility</p:attrName>
                                        </p:attrNameLst>
                                      </p:cBhvr>
                                      <p:to>
                                        <p:strVal val="visible"/>
                                      </p:to>
                                    </p:set>
                                    <p:animEffect filter="wipe(down)" transition="in">
                                      <p:cBhvr>
                                        <p:cTn dur="500" id="7"/>
                                        <p:tgtEl>
                                          <p:spTgt spid="39"/>
                                        </p:tgtEl>
                                      </p:cBhvr>
                                    </p:animEffect>
                                  </p:childTnLst>
                                </p:cTn>
                              </p:par>
                              <p:par>
                                <p:cTn fill="hold" grpId="0" id="8" nodeType="withEffect" presetClass="entr" presetID="22" presetSubtype="1">
                                  <p:stCondLst>
                                    <p:cond delay="250"/>
                                  </p:stCondLst>
                                  <p:childTnLst>
                                    <p:set>
                                      <p:cBhvr>
                                        <p:cTn dur="1" fill="hold" id="9">
                                          <p:stCondLst>
                                            <p:cond delay="0"/>
                                          </p:stCondLst>
                                        </p:cTn>
                                        <p:tgtEl>
                                          <p:spTgt spid="5"/>
                                        </p:tgtEl>
                                        <p:attrNameLst>
                                          <p:attrName>style.visibility</p:attrName>
                                        </p:attrNameLst>
                                      </p:cBhvr>
                                      <p:to>
                                        <p:strVal val="visible"/>
                                      </p:to>
                                    </p:set>
                                    <p:animEffect filter="wipe(up)" transition="in">
                                      <p:cBhvr>
                                        <p:cTn dur="500" id="10"/>
                                        <p:tgtEl>
                                          <p:spTgt spid="5"/>
                                        </p:tgtEl>
                                      </p:cBhvr>
                                    </p:animEffect>
                                  </p:childTnLst>
                                </p:cTn>
                              </p:par>
                            </p:childTnLst>
                          </p:cTn>
                        </p:par>
                        <p:par>
                          <p:cTn fill="hold" id="11">
                            <p:stCondLst>
                              <p:cond delay="500"/>
                            </p:stCondLst>
                            <p:childTnLst>
                              <p:par>
                                <p:cTn fill="hold" grpId="0" id="12" nodeType="afterEffect" presetClass="entr" presetID="22" presetSubtype="4">
                                  <p:stCondLst>
                                    <p:cond delay="0"/>
                                  </p:stCondLst>
                                  <p:childTnLst>
                                    <p:set>
                                      <p:cBhvr>
                                        <p:cTn dur="1" fill="hold" id="13">
                                          <p:stCondLst>
                                            <p:cond delay="0"/>
                                          </p:stCondLst>
                                        </p:cTn>
                                        <p:tgtEl>
                                          <p:spTgt spid="31"/>
                                        </p:tgtEl>
                                        <p:attrNameLst>
                                          <p:attrName>style.visibility</p:attrName>
                                        </p:attrNameLst>
                                      </p:cBhvr>
                                      <p:to>
                                        <p:strVal val="visible"/>
                                      </p:to>
                                    </p:set>
                                    <p:animEffect filter="wipe(down)" transition="in">
                                      <p:cBhvr>
                                        <p:cTn dur="500" id="14"/>
                                        <p:tgtEl>
                                          <p:spTgt spid="31"/>
                                        </p:tgtEl>
                                      </p:cBhvr>
                                    </p:animEffect>
                                  </p:childTnLst>
                                </p:cTn>
                              </p:par>
                              <p:par>
                                <p:cTn fill="hold" grpId="0" id="15" nodeType="withEffect" presetClass="entr" presetID="22" presetSubtype="1">
                                  <p:stCondLst>
                                    <p:cond delay="250"/>
                                  </p:stCondLst>
                                  <p:childTnLst>
                                    <p:set>
                                      <p:cBhvr>
                                        <p:cTn dur="1" fill="hold" id="16">
                                          <p:stCondLst>
                                            <p:cond delay="0"/>
                                          </p:stCondLst>
                                        </p:cTn>
                                        <p:tgtEl>
                                          <p:spTgt spid="30"/>
                                        </p:tgtEl>
                                        <p:attrNameLst>
                                          <p:attrName>style.visibility</p:attrName>
                                        </p:attrNameLst>
                                      </p:cBhvr>
                                      <p:to>
                                        <p:strVal val="visible"/>
                                      </p:to>
                                    </p:set>
                                    <p:animEffect filter="wipe(up)" transition="in">
                                      <p:cBhvr>
                                        <p:cTn dur="500" id="17"/>
                                        <p:tgtEl>
                                          <p:spTgt spid="30"/>
                                        </p:tgtEl>
                                      </p:cBhvr>
                                    </p:animEffect>
                                  </p:childTnLst>
                                </p:cTn>
                              </p:par>
                            </p:childTnLst>
                          </p:cTn>
                        </p:par>
                        <p:par>
                          <p:cTn fill="hold" id="18">
                            <p:stCondLst>
                              <p:cond delay="1000"/>
                            </p:stCondLst>
                            <p:childTnLst>
                              <p:par>
                                <p:cTn fill="hold" grpId="0" id="19" nodeType="afterEffect" presetClass="entr" presetID="22" presetSubtype="4">
                                  <p:stCondLst>
                                    <p:cond delay="0"/>
                                  </p:stCondLst>
                                  <p:childTnLst>
                                    <p:set>
                                      <p:cBhvr>
                                        <p:cTn dur="1" fill="hold" id="20">
                                          <p:stCondLst>
                                            <p:cond delay="0"/>
                                          </p:stCondLst>
                                        </p:cTn>
                                        <p:tgtEl>
                                          <p:spTgt spid="36"/>
                                        </p:tgtEl>
                                        <p:attrNameLst>
                                          <p:attrName>style.visibility</p:attrName>
                                        </p:attrNameLst>
                                      </p:cBhvr>
                                      <p:to>
                                        <p:strVal val="visible"/>
                                      </p:to>
                                    </p:set>
                                    <p:animEffect filter="wipe(down)" transition="in">
                                      <p:cBhvr>
                                        <p:cTn dur="500" id="21"/>
                                        <p:tgtEl>
                                          <p:spTgt spid="36"/>
                                        </p:tgtEl>
                                      </p:cBhvr>
                                    </p:animEffect>
                                  </p:childTnLst>
                                </p:cTn>
                              </p:par>
                              <p:par>
                                <p:cTn fill="hold" grpId="0" id="22" nodeType="withEffect" presetClass="entr" presetID="22" presetSubtype="1">
                                  <p:stCondLst>
                                    <p:cond delay="250"/>
                                  </p:stCondLst>
                                  <p:childTnLst>
                                    <p:set>
                                      <p:cBhvr>
                                        <p:cTn dur="1" fill="hold" id="23">
                                          <p:stCondLst>
                                            <p:cond delay="0"/>
                                          </p:stCondLst>
                                        </p:cTn>
                                        <p:tgtEl>
                                          <p:spTgt spid="35"/>
                                        </p:tgtEl>
                                        <p:attrNameLst>
                                          <p:attrName>style.visibility</p:attrName>
                                        </p:attrNameLst>
                                      </p:cBhvr>
                                      <p:to>
                                        <p:strVal val="visible"/>
                                      </p:to>
                                    </p:set>
                                    <p:animEffect filter="wipe(up)" transition="in">
                                      <p:cBhvr>
                                        <p:cTn dur="500" id="24"/>
                                        <p:tgtEl>
                                          <p:spTgt spid="35"/>
                                        </p:tgtEl>
                                      </p:cBhvr>
                                    </p:animEffect>
                                  </p:childTnLst>
                                </p:cTn>
                              </p:par>
                            </p:childTnLst>
                          </p:cTn>
                        </p:par>
                        <p:par>
                          <p:cTn fill="hold" id="25">
                            <p:stCondLst>
                              <p:cond delay="1500"/>
                            </p:stCondLst>
                            <p:childTnLst>
                              <p:par>
                                <p:cTn fill="hold" grpId="0" id="26" nodeType="afterEffect" presetClass="entr" presetID="22" presetSubtype="8">
                                  <p:stCondLst>
                                    <p:cond delay="0"/>
                                  </p:stCondLst>
                                  <p:childTnLst>
                                    <p:set>
                                      <p:cBhvr>
                                        <p:cTn dur="1" fill="hold" id="27">
                                          <p:stCondLst>
                                            <p:cond delay="0"/>
                                          </p:stCondLst>
                                        </p:cTn>
                                        <p:tgtEl>
                                          <p:spTgt spid="20"/>
                                        </p:tgtEl>
                                        <p:attrNameLst>
                                          <p:attrName>style.visibility</p:attrName>
                                        </p:attrNameLst>
                                      </p:cBhvr>
                                      <p:to>
                                        <p:strVal val="visible"/>
                                      </p:to>
                                    </p:set>
                                    <p:animEffect filter="wipe(left)" transition="in">
                                      <p:cBhvr>
                                        <p:cTn dur="500" id="28"/>
                                        <p:tgtEl>
                                          <p:spTgt spid="20"/>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bldLvl="0" grpId="0" spid="5"/>
      <p:bldP animBg="1" bldLvl="0" grpId="0" spid="39"/>
      <p:bldP animBg="1" bldLvl="0" grpId="0" spid="20"/>
      <p:bldP animBg="1" bldLvl="0" grpId="0" spid="30"/>
      <p:bldP animBg="1" bldLvl="0" grpId="0" spid="31"/>
      <p:bldP animBg="1" bldLvl="0" grpId="0" spid="35"/>
      <p:bldP animBg="1" bldLvl="0" grpId="0" spid="36"/>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5" name="Group 4"/>
          <p:cNvGrpSpPr/>
          <p:nvPr/>
        </p:nvGrpSpPr>
        <p:grpSpPr>
          <a:xfrm>
            <a:off x="5042720" y="2937979"/>
            <a:ext cx="2762008" cy="2496581"/>
            <a:chOff x="3471863" y="2343150"/>
            <a:chExt cx="2197101" cy="1985963"/>
          </a:xfrm>
        </p:grpSpPr>
        <p:sp>
          <p:nvSpPr>
            <p:cNvPr id="6" name="Freeform 5"/>
            <p:cNvSpPr/>
            <p:nvPr/>
          </p:nvSpPr>
          <p:spPr bwMode="auto">
            <a:xfrm>
              <a:off x="3476626" y="2381250"/>
              <a:ext cx="2192338" cy="1495425"/>
            </a:xfrm>
            <a:custGeom>
              <a:avLst/>
              <a:gdLst/>
              <a:ahLst/>
              <a:cxnLst>
                <a:cxn ang="0">
                  <a:pos x="1202" y="800"/>
                </a:cxn>
                <a:cxn ang="0">
                  <a:pos x="1182" y="820"/>
                </a:cxn>
                <a:cxn ang="0">
                  <a:pos x="20" y="820"/>
                </a:cxn>
                <a:cxn ang="0">
                  <a:pos x="0" y="800"/>
                </a:cxn>
                <a:cxn ang="0">
                  <a:pos x="0" y="20"/>
                </a:cxn>
                <a:cxn ang="0">
                  <a:pos x="20" y="0"/>
                </a:cxn>
                <a:cxn ang="0">
                  <a:pos x="1182" y="0"/>
                </a:cxn>
                <a:cxn ang="0">
                  <a:pos x="1202" y="20"/>
                </a:cxn>
                <a:cxn ang="0">
                  <a:pos x="1202" y="800"/>
                </a:cxn>
              </a:cxnLst>
              <a:rect b="b" l="0" r="r" t="0"/>
              <a:pathLst>
                <a:path h="820" w="1202">
                  <a:moveTo>
                    <a:pt x="1202" y="800"/>
                  </a:moveTo>
                  <a:cubicBezTo>
                    <a:pt x="1202" y="811"/>
                    <a:pt x="1193" y="820"/>
                    <a:pt x="1182" y="820"/>
                  </a:cubicBezTo>
                  <a:cubicBezTo>
                    <a:pt x="20" y="820"/>
                    <a:pt x="20" y="820"/>
                    <a:pt x="20" y="820"/>
                  </a:cubicBezTo>
                  <a:cubicBezTo>
                    <a:pt x="9" y="820"/>
                    <a:pt x="0" y="811"/>
                    <a:pt x="0" y="800"/>
                  </a:cubicBezTo>
                  <a:cubicBezTo>
                    <a:pt x="0" y="20"/>
                    <a:pt x="0" y="20"/>
                    <a:pt x="0" y="20"/>
                  </a:cubicBezTo>
                  <a:cubicBezTo>
                    <a:pt x="0" y="9"/>
                    <a:pt x="9" y="0"/>
                    <a:pt x="20" y="0"/>
                  </a:cubicBezTo>
                  <a:cubicBezTo>
                    <a:pt x="1182" y="0"/>
                    <a:pt x="1182" y="0"/>
                    <a:pt x="1182" y="0"/>
                  </a:cubicBezTo>
                  <a:cubicBezTo>
                    <a:pt x="1193" y="0"/>
                    <a:pt x="1202" y="9"/>
                    <a:pt x="1202" y="20"/>
                  </a:cubicBezTo>
                  <a:lnTo>
                    <a:pt x="1202" y="800"/>
                  </a:lnTo>
                  <a:close/>
                </a:path>
              </a:pathLst>
            </a:custGeom>
            <a:solidFill>
              <a:schemeClr val="accent5"/>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7" name="Rectangle 6"/>
            <p:cNvSpPr>
              <a:spLocks noChangeArrowheads="1"/>
            </p:cNvSpPr>
            <p:nvPr/>
          </p:nvSpPr>
          <p:spPr bwMode="auto">
            <a:xfrm>
              <a:off x="3563938" y="3713163"/>
              <a:ext cx="2019300" cy="90488"/>
            </a:xfrm>
            <a:prstGeom prst="rect">
              <a:avLst/>
            </a:prstGeom>
            <a:solidFill>
              <a:schemeClr val="accent1">
                <a:lumMod val="40000"/>
                <a:lumOff val="60000"/>
              </a:schemeClr>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8" name="Freeform 7"/>
            <p:cNvSpPr/>
            <p:nvPr/>
          </p:nvSpPr>
          <p:spPr bwMode="auto">
            <a:xfrm>
              <a:off x="4573587" y="2343150"/>
              <a:ext cx="1009650" cy="1460500"/>
            </a:xfrm>
            <a:custGeom>
              <a:avLst/>
              <a:gdLst/>
              <a:ahLst/>
              <a:cxnLst>
                <a:cxn ang="0">
                  <a:pos x="0" y="801"/>
                </a:cxn>
                <a:cxn ang="0">
                  <a:pos x="0" y="73"/>
                </a:cxn>
                <a:cxn ang="0">
                  <a:pos x="1" y="71"/>
                </a:cxn>
                <a:cxn ang="0">
                  <a:pos x="1" y="65"/>
                </a:cxn>
                <a:cxn ang="0">
                  <a:pos x="70" y="0"/>
                </a:cxn>
                <a:cxn ang="0">
                  <a:pos x="554" y="0"/>
                </a:cxn>
                <a:cxn ang="0">
                  <a:pos x="554" y="758"/>
                </a:cxn>
                <a:cxn ang="0">
                  <a:pos x="70" y="758"/>
                </a:cxn>
                <a:cxn ang="0">
                  <a:pos x="0" y="801"/>
                </a:cxn>
              </a:cxnLst>
              <a:rect b="b" l="0" r="r" t="0"/>
              <a:pathLst>
                <a:path h="801" w="554">
                  <a:moveTo>
                    <a:pt x="0" y="801"/>
                  </a:moveTo>
                  <a:cubicBezTo>
                    <a:pt x="0" y="73"/>
                    <a:pt x="0" y="73"/>
                    <a:pt x="0" y="73"/>
                  </a:cubicBezTo>
                  <a:cubicBezTo>
                    <a:pt x="1" y="72"/>
                    <a:pt x="1" y="71"/>
                    <a:pt x="1" y="71"/>
                  </a:cubicBezTo>
                  <a:cubicBezTo>
                    <a:pt x="1" y="69"/>
                    <a:pt x="1" y="67"/>
                    <a:pt x="1" y="65"/>
                  </a:cubicBezTo>
                  <a:cubicBezTo>
                    <a:pt x="4" y="29"/>
                    <a:pt x="34" y="0"/>
                    <a:pt x="70" y="0"/>
                  </a:cubicBezTo>
                  <a:cubicBezTo>
                    <a:pt x="554" y="0"/>
                    <a:pt x="554" y="0"/>
                    <a:pt x="554" y="0"/>
                  </a:cubicBezTo>
                  <a:cubicBezTo>
                    <a:pt x="554" y="758"/>
                    <a:pt x="554" y="758"/>
                    <a:pt x="554" y="758"/>
                  </a:cubicBezTo>
                  <a:cubicBezTo>
                    <a:pt x="70" y="758"/>
                    <a:pt x="70" y="758"/>
                    <a:pt x="70" y="758"/>
                  </a:cubicBezTo>
                  <a:cubicBezTo>
                    <a:pt x="40" y="758"/>
                    <a:pt x="13" y="775"/>
                    <a:pt x="0" y="801"/>
                  </a:cubicBezTo>
                  <a:close/>
                </a:path>
              </a:pathLst>
            </a:custGeom>
            <a:solidFill>
              <a:schemeClr val="bg1">
                <a:lumMod val="95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9" name="Freeform 8"/>
            <p:cNvSpPr/>
            <p:nvPr/>
          </p:nvSpPr>
          <p:spPr bwMode="auto">
            <a:xfrm>
              <a:off x="3563938" y="2343150"/>
              <a:ext cx="1011238" cy="1460500"/>
            </a:xfrm>
            <a:custGeom>
              <a:avLst/>
              <a:gdLst/>
              <a:ahLst/>
              <a:cxnLst>
                <a:cxn ang="0">
                  <a:pos x="554" y="801"/>
                </a:cxn>
                <a:cxn ang="0">
                  <a:pos x="554" y="73"/>
                </a:cxn>
                <a:cxn ang="0">
                  <a:pos x="553" y="71"/>
                </a:cxn>
                <a:cxn ang="0">
                  <a:pos x="553" y="65"/>
                </a:cxn>
                <a:cxn ang="0">
                  <a:pos x="483" y="0"/>
                </a:cxn>
                <a:cxn ang="0">
                  <a:pos x="0" y="0"/>
                </a:cxn>
                <a:cxn ang="0">
                  <a:pos x="0" y="758"/>
                </a:cxn>
                <a:cxn ang="0">
                  <a:pos x="483" y="758"/>
                </a:cxn>
                <a:cxn ang="0">
                  <a:pos x="554" y="801"/>
                </a:cxn>
              </a:cxnLst>
              <a:rect b="b" l="0" r="r" t="0"/>
              <a:pathLst>
                <a:path h="801" w="554">
                  <a:moveTo>
                    <a:pt x="554" y="801"/>
                  </a:moveTo>
                  <a:cubicBezTo>
                    <a:pt x="554" y="73"/>
                    <a:pt x="554" y="73"/>
                    <a:pt x="554" y="73"/>
                  </a:cubicBezTo>
                  <a:cubicBezTo>
                    <a:pt x="553" y="72"/>
                    <a:pt x="553" y="71"/>
                    <a:pt x="553" y="71"/>
                  </a:cubicBezTo>
                  <a:cubicBezTo>
                    <a:pt x="553" y="69"/>
                    <a:pt x="553" y="67"/>
                    <a:pt x="553" y="65"/>
                  </a:cubicBezTo>
                  <a:cubicBezTo>
                    <a:pt x="550" y="29"/>
                    <a:pt x="520" y="0"/>
                    <a:pt x="483" y="0"/>
                  </a:cubicBezTo>
                  <a:cubicBezTo>
                    <a:pt x="0" y="0"/>
                    <a:pt x="0" y="0"/>
                    <a:pt x="0" y="0"/>
                  </a:cubicBezTo>
                  <a:cubicBezTo>
                    <a:pt x="0" y="758"/>
                    <a:pt x="0" y="758"/>
                    <a:pt x="0" y="758"/>
                  </a:cubicBezTo>
                  <a:cubicBezTo>
                    <a:pt x="483" y="758"/>
                    <a:pt x="483" y="758"/>
                    <a:pt x="483" y="758"/>
                  </a:cubicBezTo>
                  <a:cubicBezTo>
                    <a:pt x="514" y="758"/>
                    <a:pt x="540" y="775"/>
                    <a:pt x="554" y="801"/>
                  </a:cubicBezTo>
                  <a:close/>
                </a:path>
              </a:pathLst>
            </a:custGeom>
            <a:solidFill>
              <a:schemeClr val="bg1">
                <a:lumMod val="95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0" name="Freeform 9"/>
            <p:cNvSpPr/>
            <p:nvPr/>
          </p:nvSpPr>
          <p:spPr bwMode="auto">
            <a:xfrm>
              <a:off x="4502151" y="2357438"/>
              <a:ext cx="73025" cy="1446213"/>
            </a:xfrm>
            <a:custGeom>
              <a:avLst/>
              <a:gdLst/>
              <a:ahLst/>
              <a:cxnLst>
                <a:cxn ang="0">
                  <a:pos x="39" y="57"/>
                </a:cxn>
                <a:cxn ang="0">
                  <a:pos x="0" y="0"/>
                </a:cxn>
                <a:cxn ang="0">
                  <a:pos x="0" y="756"/>
                </a:cxn>
                <a:cxn ang="0">
                  <a:pos x="40" y="793"/>
                </a:cxn>
                <a:cxn ang="0">
                  <a:pos x="40" y="65"/>
                </a:cxn>
                <a:cxn ang="0">
                  <a:pos x="39" y="63"/>
                </a:cxn>
                <a:cxn ang="0">
                  <a:pos x="39" y="57"/>
                </a:cxn>
              </a:cxnLst>
              <a:rect b="b" l="0" r="r" t="0"/>
              <a:pathLst>
                <a:path h="793" w="40">
                  <a:moveTo>
                    <a:pt x="39" y="57"/>
                  </a:moveTo>
                  <a:cubicBezTo>
                    <a:pt x="37" y="32"/>
                    <a:pt x="22" y="10"/>
                    <a:pt x="0" y="0"/>
                  </a:cubicBezTo>
                  <a:cubicBezTo>
                    <a:pt x="0" y="756"/>
                    <a:pt x="0" y="756"/>
                    <a:pt x="0" y="756"/>
                  </a:cubicBezTo>
                  <a:cubicBezTo>
                    <a:pt x="17" y="764"/>
                    <a:pt x="31" y="776"/>
                    <a:pt x="40" y="793"/>
                  </a:cubicBezTo>
                  <a:cubicBezTo>
                    <a:pt x="40" y="65"/>
                    <a:pt x="40" y="65"/>
                    <a:pt x="40" y="65"/>
                  </a:cubicBezTo>
                  <a:cubicBezTo>
                    <a:pt x="39" y="64"/>
                    <a:pt x="39" y="63"/>
                    <a:pt x="39" y="63"/>
                  </a:cubicBezTo>
                  <a:cubicBezTo>
                    <a:pt x="39" y="61"/>
                    <a:pt x="39" y="59"/>
                    <a:pt x="39" y="57"/>
                  </a:cubicBezTo>
                  <a:close/>
                </a:path>
              </a:pathLst>
            </a:custGeom>
            <a:solidFill>
              <a:srgbClr val="FFFFFF"/>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1" name="Rectangle 10"/>
            <p:cNvSpPr>
              <a:spLocks noChangeArrowheads="1"/>
            </p:cNvSpPr>
            <p:nvPr/>
          </p:nvSpPr>
          <p:spPr bwMode="auto">
            <a:xfrm>
              <a:off x="4700588" y="2586038"/>
              <a:ext cx="746125" cy="47625"/>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2" name="Rectangle 11"/>
            <p:cNvSpPr>
              <a:spLocks noChangeArrowheads="1"/>
            </p:cNvSpPr>
            <p:nvPr/>
          </p:nvSpPr>
          <p:spPr bwMode="auto">
            <a:xfrm>
              <a:off x="4700588" y="2759075"/>
              <a:ext cx="746125" cy="47625"/>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3" name="Rectangle 12"/>
            <p:cNvSpPr>
              <a:spLocks noChangeArrowheads="1"/>
            </p:cNvSpPr>
            <p:nvPr/>
          </p:nvSpPr>
          <p:spPr bwMode="auto">
            <a:xfrm>
              <a:off x="4700588" y="2932113"/>
              <a:ext cx="746125" cy="49213"/>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4" name="Rectangle 13"/>
            <p:cNvSpPr>
              <a:spLocks noChangeArrowheads="1"/>
            </p:cNvSpPr>
            <p:nvPr/>
          </p:nvSpPr>
          <p:spPr bwMode="auto">
            <a:xfrm>
              <a:off x="4700588" y="3105150"/>
              <a:ext cx="746125" cy="49213"/>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5" name="Rectangle 14"/>
            <p:cNvSpPr>
              <a:spLocks noChangeArrowheads="1"/>
            </p:cNvSpPr>
            <p:nvPr/>
          </p:nvSpPr>
          <p:spPr bwMode="auto">
            <a:xfrm>
              <a:off x="4700588" y="3279775"/>
              <a:ext cx="746125" cy="49213"/>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6" name="Rectangle 15"/>
            <p:cNvSpPr>
              <a:spLocks noChangeArrowheads="1"/>
            </p:cNvSpPr>
            <p:nvPr/>
          </p:nvSpPr>
          <p:spPr bwMode="auto">
            <a:xfrm>
              <a:off x="4700588" y="3452813"/>
              <a:ext cx="746125" cy="49213"/>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7" name="Rectangle 16"/>
            <p:cNvSpPr>
              <a:spLocks noChangeArrowheads="1"/>
            </p:cNvSpPr>
            <p:nvPr/>
          </p:nvSpPr>
          <p:spPr bwMode="auto">
            <a:xfrm>
              <a:off x="3692526" y="2586038"/>
              <a:ext cx="746125" cy="47625"/>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8" name="Rectangle 17"/>
            <p:cNvSpPr>
              <a:spLocks noChangeArrowheads="1"/>
            </p:cNvSpPr>
            <p:nvPr/>
          </p:nvSpPr>
          <p:spPr bwMode="auto">
            <a:xfrm>
              <a:off x="3692526" y="2759075"/>
              <a:ext cx="746125" cy="47625"/>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9" name="Rectangle 18"/>
            <p:cNvSpPr>
              <a:spLocks noChangeArrowheads="1"/>
            </p:cNvSpPr>
            <p:nvPr/>
          </p:nvSpPr>
          <p:spPr bwMode="auto">
            <a:xfrm>
              <a:off x="3692526" y="2932113"/>
              <a:ext cx="746125" cy="49213"/>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0" name="Rectangle 19"/>
            <p:cNvSpPr>
              <a:spLocks noChangeArrowheads="1"/>
            </p:cNvSpPr>
            <p:nvPr/>
          </p:nvSpPr>
          <p:spPr bwMode="auto">
            <a:xfrm>
              <a:off x="3692526" y="3105150"/>
              <a:ext cx="746125" cy="49213"/>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1" name="Rectangle 20"/>
            <p:cNvSpPr>
              <a:spLocks noChangeArrowheads="1"/>
            </p:cNvSpPr>
            <p:nvPr/>
          </p:nvSpPr>
          <p:spPr bwMode="auto">
            <a:xfrm>
              <a:off x="3692526" y="3279775"/>
              <a:ext cx="746125" cy="49213"/>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2" name="Rectangle 21"/>
            <p:cNvSpPr>
              <a:spLocks noChangeArrowheads="1"/>
            </p:cNvSpPr>
            <p:nvPr/>
          </p:nvSpPr>
          <p:spPr bwMode="auto">
            <a:xfrm>
              <a:off x="3692526" y="3452813"/>
              <a:ext cx="746125" cy="49213"/>
            </a:xfrm>
            <a:prstGeom prst="rect">
              <a:avLst/>
            </a:prstGeom>
            <a:solidFill>
              <a:srgbClr val="A8AAAD"/>
            </a:solidFill>
            <a:ln w="9525">
              <a:noFill/>
              <a:miter lim="800000"/>
            </a:ln>
          </p:spPr>
          <p:txBody>
            <a:bodyPr anchor="t" anchorCtr="0" bIns="64290" compatLnSpc="1" lIns="128580" numCol="1" rIns="128580" tIns="64290" vert="horz" wrap="square">
              <a:normAutofit fontScale="25000" lnSpcReduction="20000"/>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3" name="Freeform 22"/>
            <p:cNvSpPr/>
            <p:nvPr/>
          </p:nvSpPr>
          <p:spPr bwMode="auto">
            <a:xfrm>
              <a:off x="3548063" y="3338513"/>
              <a:ext cx="928688" cy="917575"/>
            </a:xfrm>
            <a:custGeom>
              <a:avLst/>
              <a:gdLst/>
              <a:ahLst/>
              <a:cxnLst>
                <a:cxn ang="0">
                  <a:pos x="32" y="500"/>
                </a:cxn>
                <a:cxn ang="0">
                  <a:pos x="14" y="489"/>
                </a:cxn>
                <a:cxn ang="0">
                  <a:pos x="15" y="436"/>
                </a:cxn>
                <a:cxn ang="0">
                  <a:pos x="441" y="15"/>
                </a:cxn>
                <a:cxn ang="0">
                  <a:pos x="495" y="15"/>
                </a:cxn>
                <a:cxn ang="0">
                  <a:pos x="494" y="69"/>
                </a:cxn>
                <a:cxn ang="0">
                  <a:pos x="68" y="490"/>
                </a:cxn>
                <a:cxn ang="0">
                  <a:pos x="32" y="500"/>
                </a:cxn>
              </a:cxnLst>
              <a:rect b="b" l="0" r="r" t="0"/>
              <a:pathLst>
                <a:path h="503" w="509">
                  <a:moveTo>
                    <a:pt x="32" y="500"/>
                  </a:moveTo>
                  <a:cubicBezTo>
                    <a:pt x="26" y="498"/>
                    <a:pt x="19" y="495"/>
                    <a:pt x="14" y="489"/>
                  </a:cubicBezTo>
                  <a:cubicBezTo>
                    <a:pt x="0" y="475"/>
                    <a:pt x="0" y="450"/>
                    <a:pt x="15" y="436"/>
                  </a:cubicBezTo>
                  <a:cubicBezTo>
                    <a:pt x="441" y="15"/>
                    <a:pt x="441" y="15"/>
                    <a:pt x="441" y="15"/>
                  </a:cubicBezTo>
                  <a:cubicBezTo>
                    <a:pt x="456" y="0"/>
                    <a:pt x="480" y="0"/>
                    <a:pt x="495" y="15"/>
                  </a:cubicBezTo>
                  <a:cubicBezTo>
                    <a:pt x="509" y="30"/>
                    <a:pt x="509" y="54"/>
                    <a:pt x="494" y="69"/>
                  </a:cubicBezTo>
                  <a:cubicBezTo>
                    <a:pt x="68" y="490"/>
                    <a:pt x="68" y="490"/>
                    <a:pt x="68" y="490"/>
                  </a:cubicBezTo>
                  <a:cubicBezTo>
                    <a:pt x="58" y="499"/>
                    <a:pt x="44" y="503"/>
                    <a:pt x="32" y="500"/>
                  </a:cubicBezTo>
                  <a:close/>
                </a:path>
              </a:pathLst>
            </a:custGeom>
            <a:solidFill>
              <a:schemeClr val="accent1"/>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4" name="Freeform 23"/>
            <p:cNvSpPr/>
            <p:nvPr/>
          </p:nvSpPr>
          <p:spPr bwMode="auto">
            <a:xfrm>
              <a:off x="3471863" y="3467100"/>
              <a:ext cx="874713" cy="862013"/>
            </a:xfrm>
            <a:custGeom>
              <a:avLst/>
              <a:gdLst/>
              <a:ahLst/>
              <a:cxnLst>
                <a:cxn ang="0">
                  <a:pos x="65" y="466"/>
                </a:cxn>
                <a:cxn ang="0">
                  <a:pos x="29" y="446"/>
                </a:cxn>
                <a:cxn ang="0">
                  <a:pos x="30" y="339"/>
                </a:cxn>
                <a:cxn ang="0">
                  <a:pos x="343" y="29"/>
                </a:cxn>
                <a:cxn ang="0">
                  <a:pos x="451" y="30"/>
                </a:cxn>
                <a:cxn ang="0">
                  <a:pos x="450" y="137"/>
                </a:cxn>
                <a:cxn ang="0">
                  <a:pos x="137" y="447"/>
                </a:cxn>
                <a:cxn ang="0">
                  <a:pos x="65" y="466"/>
                </a:cxn>
              </a:cxnLst>
              <a:rect b="b" l="0" r="r" t="0"/>
              <a:pathLst>
                <a:path h="473" w="480">
                  <a:moveTo>
                    <a:pt x="65" y="466"/>
                  </a:moveTo>
                  <a:cubicBezTo>
                    <a:pt x="52" y="463"/>
                    <a:pt x="39" y="456"/>
                    <a:pt x="29" y="446"/>
                  </a:cubicBezTo>
                  <a:cubicBezTo>
                    <a:pt x="0" y="416"/>
                    <a:pt x="0" y="368"/>
                    <a:pt x="30" y="339"/>
                  </a:cubicBezTo>
                  <a:cubicBezTo>
                    <a:pt x="343" y="29"/>
                    <a:pt x="343" y="29"/>
                    <a:pt x="343" y="29"/>
                  </a:cubicBezTo>
                  <a:cubicBezTo>
                    <a:pt x="373" y="0"/>
                    <a:pt x="421" y="0"/>
                    <a:pt x="451" y="30"/>
                  </a:cubicBezTo>
                  <a:cubicBezTo>
                    <a:pt x="480" y="60"/>
                    <a:pt x="480" y="108"/>
                    <a:pt x="450" y="137"/>
                  </a:cubicBezTo>
                  <a:cubicBezTo>
                    <a:pt x="137" y="447"/>
                    <a:pt x="137" y="447"/>
                    <a:pt x="137" y="447"/>
                  </a:cubicBezTo>
                  <a:cubicBezTo>
                    <a:pt x="117" y="466"/>
                    <a:pt x="90" y="473"/>
                    <a:pt x="65" y="466"/>
                  </a:cubicBezTo>
                  <a:close/>
                </a:path>
              </a:pathLst>
            </a:custGeom>
            <a:solidFill>
              <a:schemeClr val="accent1">
                <a:lumMod val="75000"/>
              </a:schemeClr>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5" name="Freeform 24"/>
            <p:cNvSpPr>
              <a:spLocks noEditPoints="1"/>
            </p:cNvSpPr>
            <p:nvPr/>
          </p:nvSpPr>
          <p:spPr bwMode="auto">
            <a:xfrm>
              <a:off x="4195763" y="2540000"/>
              <a:ext cx="1084263" cy="1084263"/>
            </a:xfrm>
            <a:custGeom>
              <a:avLst/>
              <a:gdLst/>
              <a:ahLst/>
              <a:cxnLst>
                <a:cxn ang="0">
                  <a:pos x="595" y="299"/>
                </a:cxn>
                <a:cxn ang="0">
                  <a:pos x="370" y="9"/>
                </a:cxn>
                <a:cxn ang="0">
                  <a:pos x="300" y="0"/>
                </a:cxn>
                <a:cxn ang="0">
                  <a:pos x="89" y="86"/>
                </a:cxn>
                <a:cxn ang="0">
                  <a:pos x="1" y="295"/>
                </a:cxn>
                <a:cxn ang="0">
                  <a:pos x="225" y="585"/>
                </a:cxn>
                <a:cxn ang="0">
                  <a:pos x="296" y="594"/>
                </a:cxn>
                <a:cxn ang="0">
                  <a:pos x="506" y="508"/>
                </a:cxn>
                <a:cxn ang="0">
                  <a:pos x="595" y="299"/>
                </a:cxn>
                <a:cxn ang="0">
                  <a:pos x="453" y="454"/>
                </a:cxn>
                <a:cxn ang="0">
                  <a:pos x="296" y="518"/>
                </a:cxn>
                <a:cxn ang="0">
                  <a:pos x="244" y="511"/>
                </a:cxn>
                <a:cxn ang="0">
                  <a:pos x="77" y="296"/>
                </a:cxn>
                <a:cxn ang="0">
                  <a:pos x="143" y="140"/>
                </a:cxn>
                <a:cxn ang="0">
                  <a:pos x="299" y="76"/>
                </a:cxn>
                <a:cxn ang="0">
                  <a:pos x="352" y="83"/>
                </a:cxn>
                <a:cxn ang="0">
                  <a:pos x="519" y="298"/>
                </a:cxn>
                <a:cxn ang="0">
                  <a:pos x="453" y="454"/>
                </a:cxn>
              </a:cxnLst>
              <a:rect b="b" l="0" r="r" t="0"/>
              <a:pathLst>
                <a:path h="594" w="595">
                  <a:moveTo>
                    <a:pt x="595" y="299"/>
                  </a:moveTo>
                  <a:cubicBezTo>
                    <a:pt x="595" y="162"/>
                    <a:pt x="503" y="43"/>
                    <a:pt x="370" y="9"/>
                  </a:cubicBezTo>
                  <a:cubicBezTo>
                    <a:pt x="347" y="3"/>
                    <a:pt x="323" y="0"/>
                    <a:pt x="300" y="0"/>
                  </a:cubicBezTo>
                  <a:cubicBezTo>
                    <a:pt x="220" y="0"/>
                    <a:pt x="146" y="30"/>
                    <a:pt x="89" y="86"/>
                  </a:cubicBezTo>
                  <a:cubicBezTo>
                    <a:pt x="33" y="142"/>
                    <a:pt x="1" y="216"/>
                    <a:pt x="1" y="295"/>
                  </a:cubicBezTo>
                  <a:cubicBezTo>
                    <a:pt x="0" y="432"/>
                    <a:pt x="92" y="552"/>
                    <a:pt x="225" y="585"/>
                  </a:cubicBezTo>
                  <a:cubicBezTo>
                    <a:pt x="248" y="591"/>
                    <a:pt x="272" y="594"/>
                    <a:pt x="296" y="594"/>
                  </a:cubicBezTo>
                  <a:cubicBezTo>
                    <a:pt x="375" y="594"/>
                    <a:pt x="450" y="564"/>
                    <a:pt x="506" y="508"/>
                  </a:cubicBezTo>
                  <a:cubicBezTo>
                    <a:pt x="563" y="452"/>
                    <a:pt x="594" y="378"/>
                    <a:pt x="595" y="299"/>
                  </a:cubicBezTo>
                  <a:close/>
                  <a:moveTo>
                    <a:pt x="453" y="454"/>
                  </a:moveTo>
                  <a:cubicBezTo>
                    <a:pt x="411" y="496"/>
                    <a:pt x="355" y="518"/>
                    <a:pt x="296" y="518"/>
                  </a:cubicBezTo>
                  <a:cubicBezTo>
                    <a:pt x="279" y="518"/>
                    <a:pt x="261" y="516"/>
                    <a:pt x="244" y="511"/>
                  </a:cubicBezTo>
                  <a:cubicBezTo>
                    <a:pt x="145" y="486"/>
                    <a:pt x="76" y="398"/>
                    <a:pt x="77" y="296"/>
                  </a:cubicBezTo>
                  <a:cubicBezTo>
                    <a:pt x="77" y="237"/>
                    <a:pt x="101" y="181"/>
                    <a:pt x="143" y="140"/>
                  </a:cubicBezTo>
                  <a:cubicBezTo>
                    <a:pt x="185" y="98"/>
                    <a:pt x="240" y="76"/>
                    <a:pt x="299" y="76"/>
                  </a:cubicBezTo>
                  <a:cubicBezTo>
                    <a:pt x="317" y="76"/>
                    <a:pt x="335" y="79"/>
                    <a:pt x="352" y="83"/>
                  </a:cubicBezTo>
                  <a:cubicBezTo>
                    <a:pt x="451" y="108"/>
                    <a:pt x="519" y="196"/>
                    <a:pt x="519" y="298"/>
                  </a:cubicBezTo>
                  <a:cubicBezTo>
                    <a:pt x="518" y="357"/>
                    <a:pt x="495" y="413"/>
                    <a:pt x="453" y="454"/>
                  </a:cubicBezTo>
                  <a:close/>
                </a:path>
              </a:pathLst>
            </a:custGeom>
            <a:solidFill>
              <a:schemeClr val="accent4"/>
            </a:solidFill>
            <a:ln w="9525">
              <a:noFill/>
              <a:round/>
            </a:ln>
          </p:spPr>
          <p:txBody>
            <a:bodyPr anchor="t" anchorCtr="0" bIns="64290" compatLnSpc="1" lIns="128580" numCol="1" rIns="128580" tIns="64290" vert="horz" wrap="square">
              <a:normAutofit/>
            </a:bodyPr>
            <a:lstStyle/>
            <a:p>
              <a:pPr>
                <a:lnSpc>
                  <a:spcPct val="120000"/>
                </a:lnSpc>
              </a:pPr>
              <a:endParaRPr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sp>
        <p:nvSpPr>
          <p:cNvPr id="28" name="TextBox 27"/>
          <p:cNvSpPr txBox="1"/>
          <p:nvPr/>
        </p:nvSpPr>
        <p:spPr>
          <a:xfrm>
            <a:off x="9189085" y="1970405"/>
            <a:ext cx="3354705" cy="1028065"/>
          </a:xfrm>
          <a:prstGeom prst="rect">
            <a:avLst/>
          </a:prstGeom>
          <a:noFill/>
        </p:spPr>
        <p:txBody>
          <a:bodyPr anchor="t" bIns="0" lIns="0" rIns="0" rtlCol="0" tIns="0" wrap="square">
            <a:normAutofit/>
          </a:bodyPr>
          <a:lstStyle/>
          <a:p>
            <a:pP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特征构建</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1" name="TextBox 30"/>
          <p:cNvSpPr txBox="1"/>
          <p:nvPr/>
        </p:nvSpPr>
        <p:spPr>
          <a:xfrm>
            <a:off x="9189085" y="3086735"/>
            <a:ext cx="3333750" cy="1056640"/>
          </a:xfrm>
          <a:prstGeom prst="rect">
            <a:avLst/>
          </a:prstGeom>
          <a:noFill/>
        </p:spPr>
        <p:txBody>
          <a:bodyPr anchor="t" bIns="0" lIns="0" rIns="0" rtlCol="0" tIns="0" wrap="square">
            <a:normAutofit/>
          </a:bodyPr>
          <a:lstStyle/>
          <a:p>
            <a:pP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活动特征</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4" name="TextBox 33"/>
          <p:cNvSpPr txBox="1"/>
          <p:nvPr/>
        </p:nvSpPr>
        <p:spPr>
          <a:xfrm>
            <a:off x="9189085" y="4143375"/>
            <a:ext cx="3354705" cy="1014730"/>
          </a:xfrm>
          <a:prstGeom prst="rect">
            <a:avLst/>
          </a:prstGeom>
          <a:noFill/>
        </p:spPr>
        <p:txBody>
          <a:bodyPr anchor="t" bIns="0" lIns="0" rIns="0" rtlCol="0" tIns="0" wrap="square">
            <a:normAutofit/>
          </a:bodyPr>
          <a:lstStyle/>
          <a:p>
            <a:pP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呼吸特征</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7" name="TextBox 36"/>
          <p:cNvSpPr txBox="1"/>
          <p:nvPr/>
        </p:nvSpPr>
        <p:spPr>
          <a:xfrm>
            <a:off x="9189085" y="5317490"/>
            <a:ext cx="3333750" cy="910590"/>
          </a:xfrm>
          <a:prstGeom prst="rect">
            <a:avLst/>
          </a:prstGeom>
          <a:noFill/>
        </p:spPr>
        <p:txBody>
          <a:bodyPr anchor="t" bIns="0" lIns="0" rIns="0" rtlCol="0" tIns="0" wrap="square">
            <a:normAutofit/>
          </a:bodyPr>
          <a:lstStyle/>
          <a:p>
            <a:pP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睡眠特征</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0" name="TextBox 39"/>
          <p:cNvSpPr txBox="1"/>
          <p:nvPr/>
        </p:nvSpPr>
        <p:spPr>
          <a:xfrm>
            <a:off x="337820" y="1906905"/>
            <a:ext cx="3331845" cy="1049655"/>
          </a:xfrm>
          <a:prstGeom prst="rect">
            <a:avLst/>
          </a:prstGeom>
          <a:noFill/>
        </p:spPr>
        <p:txBody>
          <a:bodyPr anchor="t" bIns="0" lIns="0" rIns="0" rtlCol="0" tIns="0" wrap="square">
            <a:normAutofit/>
          </a:bodyPr>
          <a:lstStyle/>
          <a:p>
            <a:pPr algn="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采用20Hz高频采样技术，确保数据采集的实时性与准确性，为后续特征提取提供高质量原始数据基础。</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3" name="TextBox 42"/>
          <p:cNvSpPr txBox="1"/>
          <p:nvPr/>
        </p:nvSpPr>
        <p:spPr>
          <a:xfrm>
            <a:off x="337820" y="2998470"/>
            <a:ext cx="3365500" cy="1043305"/>
          </a:xfrm>
          <a:prstGeom prst="rect">
            <a:avLst/>
          </a:prstGeom>
          <a:noFill/>
        </p:spPr>
        <p:txBody>
          <a:bodyPr anchor="t" bIns="0" lIns="0" rIns="0" rtlCol="0" tIns="0" wrap="square">
            <a:normAutofit/>
          </a:bodyPr>
          <a:lstStyle/>
          <a:p>
            <a:pPr algn="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基于活动、呼吸、起卧、睡眠四类行为模式，系统构建63维特征向量，全面覆盖用户行为状态识别需求。</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6" name="TextBox 45"/>
          <p:cNvSpPr txBox="1"/>
          <p:nvPr/>
        </p:nvSpPr>
        <p:spPr>
          <a:xfrm>
            <a:off x="337820" y="4041775"/>
            <a:ext cx="3365500" cy="1125855"/>
          </a:xfrm>
          <a:prstGeom prst="rect">
            <a:avLst/>
          </a:prstGeom>
          <a:noFill/>
        </p:spPr>
        <p:txBody>
          <a:bodyPr anchor="t" bIns="0" lIns="0" rIns="0" rtlCol="0" tIns="0" wrap="square">
            <a:normAutofit/>
          </a:bodyPr>
          <a:lstStyle/>
          <a:p>
            <a:pPr algn="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提取运动强度、频率及持续时间等关键指标，量化用户日常活动水平，支持行为模式分析与健康评估。</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9" name="TextBox 48"/>
          <p:cNvSpPr txBox="1"/>
          <p:nvPr/>
        </p:nvSpPr>
        <p:spPr>
          <a:xfrm>
            <a:off x="337820" y="5166995"/>
            <a:ext cx="3365500" cy="1137285"/>
          </a:xfrm>
          <a:prstGeom prst="rect">
            <a:avLst/>
          </a:prstGeom>
          <a:noFill/>
        </p:spPr>
        <p:txBody>
          <a:bodyPr anchor="t" bIns="0" lIns="0" rIns="0" rtlCol="0" tIns="0" wrap="square">
            <a:normAutofit/>
          </a:bodyPr>
          <a:lstStyle/>
          <a:p>
            <a:pPr algn="r" defTabSz="1285875">
              <a:lnSpc>
                <a:spcPct val="120000"/>
              </a:lnSpc>
              <a:spcBef>
                <a:spcPct val="20000"/>
              </a:spcBef>
              <a:defRPr/>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通过呼吸波形分析获取呼吸频率、深度及节律参数，为睡眠质量与呼吸健康监测提供数据支撑。</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nvGrpSpPr>
          <p:cNvPr id="50" name="Group 108"/>
          <p:cNvGrpSpPr/>
          <p:nvPr/>
        </p:nvGrpSpPr>
        <p:grpSpPr>
          <a:xfrm>
            <a:off x="3871160" y="4201555"/>
            <a:ext cx="659525" cy="640643"/>
            <a:chOff x="6299532" y="3384456"/>
            <a:chExt cx="469021" cy="455593"/>
          </a:xfrm>
        </p:grpSpPr>
        <p:sp>
          <p:nvSpPr>
            <p:cNvPr id="51" name="Oval 50"/>
            <p:cNvSpPr>
              <a:spLocks noChangeAspect="1"/>
            </p:cNvSpPr>
            <p:nvPr/>
          </p:nvSpPr>
          <p:spPr>
            <a:xfrm>
              <a:off x="6299532" y="3384456"/>
              <a:ext cx="469021" cy="45559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2" name="Freeform 36"/>
            <p:cNvSpPr>
              <a:spLocks noEditPoints="1"/>
            </p:cNvSpPr>
            <p:nvPr/>
          </p:nvSpPr>
          <p:spPr bwMode="auto">
            <a:xfrm>
              <a:off x="6435895" y="3505670"/>
              <a:ext cx="196295" cy="213164"/>
            </a:xfrm>
            <a:custGeom>
              <a:avLst/>
              <a:gdLst/>
              <a:ahLst/>
              <a:cxnLst>
                <a:cxn ang="0">
                  <a:pos x="55" y="64"/>
                </a:cxn>
                <a:cxn ang="0">
                  <a:pos x="0" y="59"/>
                </a:cxn>
                <a:cxn ang="0">
                  <a:pos x="4" y="9"/>
                </a:cxn>
                <a:cxn ang="0">
                  <a:pos x="9" y="5"/>
                </a:cxn>
                <a:cxn ang="0">
                  <a:pos x="17" y="0"/>
                </a:cxn>
                <a:cxn ang="0">
                  <a:pos x="23" y="9"/>
                </a:cxn>
                <a:cxn ang="0">
                  <a:pos x="36" y="5"/>
                </a:cxn>
                <a:cxn ang="0">
                  <a:pos x="44" y="0"/>
                </a:cxn>
                <a:cxn ang="0">
                  <a:pos x="50" y="9"/>
                </a:cxn>
                <a:cxn ang="0">
                  <a:pos x="59" y="13"/>
                </a:cxn>
                <a:cxn ang="0">
                  <a:pos x="15" y="33"/>
                </a:cxn>
                <a:cxn ang="0">
                  <a:pos x="4" y="23"/>
                </a:cxn>
                <a:cxn ang="0">
                  <a:pos x="15" y="33"/>
                </a:cxn>
                <a:cxn ang="0">
                  <a:pos x="15" y="35"/>
                </a:cxn>
                <a:cxn ang="0">
                  <a:pos x="4" y="47"/>
                </a:cxn>
                <a:cxn ang="0">
                  <a:pos x="15" y="59"/>
                </a:cxn>
                <a:cxn ang="0">
                  <a:pos x="4" y="49"/>
                </a:cxn>
                <a:cxn ang="0">
                  <a:pos x="15" y="59"/>
                </a:cxn>
                <a:cxn ang="0">
                  <a:pos x="17" y="4"/>
                </a:cxn>
                <a:cxn ang="0">
                  <a:pos x="13" y="5"/>
                </a:cxn>
                <a:cxn ang="0">
                  <a:pos x="15" y="17"/>
                </a:cxn>
                <a:cxn ang="0">
                  <a:pos x="18" y="16"/>
                </a:cxn>
                <a:cxn ang="0">
                  <a:pos x="28" y="33"/>
                </a:cxn>
                <a:cxn ang="0">
                  <a:pos x="17" y="23"/>
                </a:cxn>
                <a:cxn ang="0">
                  <a:pos x="28" y="33"/>
                </a:cxn>
                <a:cxn ang="0">
                  <a:pos x="28" y="35"/>
                </a:cxn>
                <a:cxn ang="0">
                  <a:pos x="17" y="47"/>
                </a:cxn>
                <a:cxn ang="0">
                  <a:pos x="28" y="59"/>
                </a:cxn>
                <a:cxn ang="0">
                  <a:pos x="17" y="49"/>
                </a:cxn>
                <a:cxn ang="0">
                  <a:pos x="28" y="59"/>
                </a:cxn>
                <a:cxn ang="0">
                  <a:pos x="42" y="23"/>
                </a:cxn>
                <a:cxn ang="0">
                  <a:pos x="31" y="33"/>
                </a:cxn>
                <a:cxn ang="0">
                  <a:pos x="42" y="47"/>
                </a:cxn>
                <a:cxn ang="0">
                  <a:pos x="31" y="35"/>
                </a:cxn>
                <a:cxn ang="0">
                  <a:pos x="42" y="47"/>
                </a:cxn>
                <a:cxn ang="0">
                  <a:pos x="42" y="49"/>
                </a:cxn>
                <a:cxn ang="0">
                  <a:pos x="31" y="59"/>
                </a:cxn>
                <a:cxn ang="0">
                  <a:pos x="45" y="5"/>
                </a:cxn>
                <a:cxn ang="0">
                  <a:pos x="42" y="4"/>
                </a:cxn>
                <a:cxn ang="0">
                  <a:pos x="41" y="16"/>
                </a:cxn>
                <a:cxn ang="0">
                  <a:pos x="44" y="17"/>
                </a:cxn>
                <a:cxn ang="0">
                  <a:pos x="45" y="5"/>
                </a:cxn>
                <a:cxn ang="0">
                  <a:pos x="55" y="23"/>
                </a:cxn>
                <a:cxn ang="0">
                  <a:pos x="44" y="33"/>
                </a:cxn>
                <a:cxn ang="0">
                  <a:pos x="55" y="47"/>
                </a:cxn>
                <a:cxn ang="0">
                  <a:pos x="44" y="35"/>
                </a:cxn>
                <a:cxn ang="0">
                  <a:pos x="55" y="47"/>
                </a:cxn>
                <a:cxn ang="0">
                  <a:pos x="55" y="49"/>
                </a:cxn>
                <a:cxn ang="0">
                  <a:pos x="44" y="59"/>
                </a:cxn>
              </a:cxnLst>
              <a:rect b="b" l="0" r="r" t="0"/>
              <a:pathLst>
                <a:path h="64" w="59">
                  <a:moveTo>
                    <a:pt x="59" y="59"/>
                  </a:moveTo>
                  <a:cubicBezTo>
                    <a:pt x="59" y="62"/>
                    <a:pt x="57" y="64"/>
                    <a:pt x="55" y="64"/>
                  </a:cubicBezTo>
                  <a:cubicBezTo>
                    <a:pt x="4" y="64"/>
                    <a:pt x="4" y="64"/>
                    <a:pt x="4" y="64"/>
                  </a:cubicBezTo>
                  <a:cubicBezTo>
                    <a:pt x="2" y="64"/>
                    <a:pt x="0" y="62"/>
                    <a:pt x="0" y="59"/>
                  </a:cubicBezTo>
                  <a:cubicBezTo>
                    <a:pt x="0" y="13"/>
                    <a:pt x="0" y="13"/>
                    <a:pt x="0" y="13"/>
                  </a:cubicBezTo>
                  <a:cubicBezTo>
                    <a:pt x="0" y="11"/>
                    <a:pt x="2" y="9"/>
                    <a:pt x="4" y="9"/>
                  </a:cubicBezTo>
                  <a:cubicBezTo>
                    <a:pt x="9" y="9"/>
                    <a:pt x="9" y="9"/>
                    <a:pt x="9" y="9"/>
                  </a:cubicBezTo>
                  <a:cubicBezTo>
                    <a:pt x="9" y="5"/>
                    <a:pt x="9" y="5"/>
                    <a:pt x="9" y="5"/>
                  </a:cubicBezTo>
                  <a:cubicBezTo>
                    <a:pt x="9" y="2"/>
                    <a:pt x="11" y="0"/>
                    <a:pt x="15" y="0"/>
                  </a:cubicBezTo>
                  <a:cubicBezTo>
                    <a:pt x="17" y="0"/>
                    <a:pt x="17" y="0"/>
                    <a:pt x="17" y="0"/>
                  </a:cubicBezTo>
                  <a:cubicBezTo>
                    <a:pt x="20" y="0"/>
                    <a:pt x="23" y="2"/>
                    <a:pt x="23" y="5"/>
                  </a:cubicBezTo>
                  <a:cubicBezTo>
                    <a:pt x="23" y="9"/>
                    <a:pt x="23" y="9"/>
                    <a:pt x="23" y="9"/>
                  </a:cubicBezTo>
                  <a:cubicBezTo>
                    <a:pt x="36" y="9"/>
                    <a:pt x="36" y="9"/>
                    <a:pt x="36" y="9"/>
                  </a:cubicBezTo>
                  <a:cubicBezTo>
                    <a:pt x="36" y="5"/>
                    <a:pt x="36" y="5"/>
                    <a:pt x="36" y="5"/>
                  </a:cubicBezTo>
                  <a:cubicBezTo>
                    <a:pt x="36" y="2"/>
                    <a:pt x="39" y="0"/>
                    <a:pt x="42" y="0"/>
                  </a:cubicBezTo>
                  <a:cubicBezTo>
                    <a:pt x="44" y="0"/>
                    <a:pt x="44" y="0"/>
                    <a:pt x="44" y="0"/>
                  </a:cubicBezTo>
                  <a:cubicBezTo>
                    <a:pt x="47" y="0"/>
                    <a:pt x="50" y="2"/>
                    <a:pt x="50" y="5"/>
                  </a:cubicBezTo>
                  <a:cubicBezTo>
                    <a:pt x="50" y="9"/>
                    <a:pt x="50" y="9"/>
                    <a:pt x="50" y="9"/>
                  </a:cubicBezTo>
                  <a:cubicBezTo>
                    <a:pt x="55" y="9"/>
                    <a:pt x="55" y="9"/>
                    <a:pt x="55" y="9"/>
                  </a:cubicBezTo>
                  <a:cubicBezTo>
                    <a:pt x="57" y="9"/>
                    <a:pt x="59" y="11"/>
                    <a:pt x="59" y="13"/>
                  </a:cubicBezTo>
                  <a:lnTo>
                    <a:pt x="59" y="59"/>
                  </a:lnTo>
                  <a:close/>
                  <a:moveTo>
                    <a:pt x="15" y="33"/>
                  </a:moveTo>
                  <a:cubicBezTo>
                    <a:pt x="15" y="23"/>
                    <a:pt x="15" y="23"/>
                    <a:pt x="15" y="23"/>
                  </a:cubicBezTo>
                  <a:cubicBezTo>
                    <a:pt x="4" y="23"/>
                    <a:pt x="4" y="23"/>
                    <a:pt x="4" y="23"/>
                  </a:cubicBezTo>
                  <a:cubicBezTo>
                    <a:pt x="4" y="33"/>
                    <a:pt x="4" y="33"/>
                    <a:pt x="4" y="33"/>
                  </a:cubicBezTo>
                  <a:lnTo>
                    <a:pt x="15" y="33"/>
                  </a:lnTo>
                  <a:close/>
                  <a:moveTo>
                    <a:pt x="15" y="47"/>
                  </a:moveTo>
                  <a:cubicBezTo>
                    <a:pt x="15" y="35"/>
                    <a:pt x="15" y="35"/>
                    <a:pt x="15" y="35"/>
                  </a:cubicBezTo>
                  <a:cubicBezTo>
                    <a:pt x="4" y="35"/>
                    <a:pt x="4" y="35"/>
                    <a:pt x="4" y="35"/>
                  </a:cubicBezTo>
                  <a:cubicBezTo>
                    <a:pt x="4" y="47"/>
                    <a:pt x="4" y="47"/>
                    <a:pt x="4" y="47"/>
                  </a:cubicBezTo>
                  <a:lnTo>
                    <a:pt x="15" y="47"/>
                  </a:lnTo>
                  <a:close/>
                  <a:moveTo>
                    <a:pt x="15" y="59"/>
                  </a:moveTo>
                  <a:cubicBezTo>
                    <a:pt x="15" y="49"/>
                    <a:pt x="15" y="49"/>
                    <a:pt x="15" y="49"/>
                  </a:cubicBezTo>
                  <a:cubicBezTo>
                    <a:pt x="4" y="49"/>
                    <a:pt x="4" y="49"/>
                    <a:pt x="4" y="49"/>
                  </a:cubicBezTo>
                  <a:cubicBezTo>
                    <a:pt x="4" y="59"/>
                    <a:pt x="4" y="59"/>
                    <a:pt x="4" y="59"/>
                  </a:cubicBezTo>
                  <a:lnTo>
                    <a:pt x="15" y="59"/>
                  </a:lnTo>
                  <a:close/>
                  <a:moveTo>
                    <a:pt x="18" y="5"/>
                  </a:moveTo>
                  <a:cubicBezTo>
                    <a:pt x="18" y="5"/>
                    <a:pt x="18" y="4"/>
                    <a:pt x="17" y="4"/>
                  </a:cubicBezTo>
                  <a:cubicBezTo>
                    <a:pt x="15" y="4"/>
                    <a:pt x="15" y="4"/>
                    <a:pt x="15" y="4"/>
                  </a:cubicBezTo>
                  <a:cubicBezTo>
                    <a:pt x="14" y="4"/>
                    <a:pt x="13" y="5"/>
                    <a:pt x="13" y="5"/>
                  </a:cubicBezTo>
                  <a:cubicBezTo>
                    <a:pt x="13" y="16"/>
                    <a:pt x="13" y="16"/>
                    <a:pt x="13" y="16"/>
                  </a:cubicBezTo>
                  <a:cubicBezTo>
                    <a:pt x="13" y="16"/>
                    <a:pt x="14" y="17"/>
                    <a:pt x="15" y="17"/>
                  </a:cubicBezTo>
                  <a:cubicBezTo>
                    <a:pt x="17" y="17"/>
                    <a:pt x="17" y="17"/>
                    <a:pt x="17" y="17"/>
                  </a:cubicBezTo>
                  <a:cubicBezTo>
                    <a:pt x="18" y="17"/>
                    <a:pt x="18" y="16"/>
                    <a:pt x="18" y="16"/>
                  </a:cubicBezTo>
                  <a:lnTo>
                    <a:pt x="18" y="5"/>
                  </a:lnTo>
                  <a:close/>
                  <a:moveTo>
                    <a:pt x="28" y="33"/>
                  </a:moveTo>
                  <a:cubicBezTo>
                    <a:pt x="28" y="23"/>
                    <a:pt x="28" y="23"/>
                    <a:pt x="28" y="23"/>
                  </a:cubicBezTo>
                  <a:cubicBezTo>
                    <a:pt x="17" y="23"/>
                    <a:pt x="17" y="23"/>
                    <a:pt x="17" y="23"/>
                  </a:cubicBezTo>
                  <a:cubicBezTo>
                    <a:pt x="17" y="33"/>
                    <a:pt x="17" y="33"/>
                    <a:pt x="17" y="33"/>
                  </a:cubicBezTo>
                  <a:lnTo>
                    <a:pt x="28" y="33"/>
                  </a:lnTo>
                  <a:close/>
                  <a:moveTo>
                    <a:pt x="28" y="47"/>
                  </a:moveTo>
                  <a:cubicBezTo>
                    <a:pt x="28" y="35"/>
                    <a:pt x="28" y="35"/>
                    <a:pt x="28" y="35"/>
                  </a:cubicBezTo>
                  <a:cubicBezTo>
                    <a:pt x="17" y="35"/>
                    <a:pt x="17" y="35"/>
                    <a:pt x="17" y="35"/>
                  </a:cubicBezTo>
                  <a:cubicBezTo>
                    <a:pt x="17" y="47"/>
                    <a:pt x="17" y="47"/>
                    <a:pt x="17" y="47"/>
                  </a:cubicBezTo>
                  <a:lnTo>
                    <a:pt x="28" y="47"/>
                  </a:lnTo>
                  <a:close/>
                  <a:moveTo>
                    <a:pt x="28" y="59"/>
                  </a:moveTo>
                  <a:cubicBezTo>
                    <a:pt x="28" y="49"/>
                    <a:pt x="28" y="49"/>
                    <a:pt x="28" y="49"/>
                  </a:cubicBezTo>
                  <a:cubicBezTo>
                    <a:pt x="17" y="49"/>
                    <a:pt x="17" y="49"/>
                    <a:pt x="17" y="49"/>
                  </a:cubicBezTo>
                  <a:cubicBezTo>
                    <a:pt x="17" y="59"/>
                    <a:pt x="17" y="59"/>
                    <a:pt x="17" y="59"/>
                  </a:cubicBezTo>
                  <a:lnTo>
                    <a:pt x="28" y="59"/>
                  </a:lnTo>
                  <a:close/>
                  <a:moveTo>
                    <a:pt x="42" y="33"/>
                  </a:moveTo>
                  <a:cubicBezTo>
                    <a:pt x="42" y="23"/>
                    <a:pt x="42" y="23"/>
                    <a:pt x="42" y="23"/>
                  </a:cubicBezTo>
                  <a:cubicBezTo>
                    <a:pt x="31" y="23"/>
                    <a:pt x="31" y="23"/>
                    <a:pt x="31" y="23"/>
                  </a:cubicBezTo>
                  <a:cubicBezTo>
                    <a:pt x="31" y="33"/>
                    <a:pt x="31" y="33"/>
                    <a:pt x="31" y="33"/>
                  </a:cubicBezTo>
                  <a:lnTo>
                    <a:pt x="42" y="33"/>
                  </a:lnTo>
                  <a:close/>
                  <a:moveTo>
                    <a:pt x="42" y="47"/>
                  </a:moveTo>
                  <a:cubicBezTo>
                    <a:pt x="42" y="35"/>
                    <a:pt x="42" y="35"/>
                    <a:pt x="42" y="35"/>
                  </a:cubicBezTo>
                  <a:cubicBezTo>
                    <a:pt x="31" y="35"/>
                    <a:pt x="31" y="35"/>
                    <a:pt x="31" y="35"/>
                  </a:cubicBezTo>
                  <a:cubicBezTo>
                    <a:pt x="31" y="47"/>
                    <a:pt x="31" y="47"/>
                    <a:pt x="31" y="47"/>
                  </a:cubicBezTo>
                  <a:lnTo>
                    <a:pt x="42" y="47"/>
                  </a:lnTo>
                  <a:close/>
                  <a:moveTo>
                    <a:pt x="42" y="59"/>
                  </a:moveTo>
                  <a:cubicBezTo>
                    <a:pt x="42" y="49"/>
                    <a:pt x="42" y="49"/>
                    <a:pt x="42" y="49"/>
                  </a:cubicBezTo>
                  <a:cubicBezTo>
                    <a:pt x="31" y="49"/>
                    <a:pt x="31" y="49"/>
                    <a:pt x="31" y="49"/>
                  </a:cubicBezTo>
                  <a:cubicBezTo>
                    <a:pt x="31" y="59"/>
                    <a:pt x="31" y="59"/>
                    <a:pt x="31" y="59"/>
                  </a:cubicBezTo>
                  <a:lnTo>
                    <a:pt x="42" y="59"/>
                  </a:lnTo>
                  <a:close/>
                  <a:moveTo>
                    <a:pt x="45" y="5"/>
                  </a:moveTo>
                  <a:cubicBezTo>
                    <a:pt x="45" y="5"/>
                    <a:pt x="45" y="4"/>
                    <a:pt x="44" y="4"/>
                  </a:cubicBezTo>
                  <a:cubicBezTo>
                    <a:pt x="42" y="4"/>
                    <a:pt x="42" y="4"/>
                    <a:pt x="42" y="4"/>
                  </a:cubicBezTo>
                  <a:cubicBezTo>
                    <a:pt x="41" y="4"/>
                    <a:pt x="41" y="5"/>
                    <a:pt x="41" y="5"/>
                  </a:cubicBezTo>
                  <a:cubicBezTo>
                    <a:pt x="41" y="16"/>
                    <a:pt x="41" y="16"/>
                    <a:pt x="41" y="16"/>
                  </a:cubicBezTo>
                  <a:cubicBezTo>
                    <a:pt x="41" y="16"/>
                    <a:pt x="41" y="17"/>
                    <a:pt x="42" y="17"/>
                  </a:cubicBezTo>
                  <a:cubicBezTo>
                    <a:pt x="44" y="17"/>
                    <a:pt x="44" y="17"/>
                    <a:pt x="44" y="17"/>
                  </a:cubicBezTo>
                  <a:cubicBezTo>
                    <a:pt x="45" y="17"/>
                    <a:pt x="45" y="16"/>
                    <a:pt x="45" y="16"/>
                  </a:cubicBezTo>
                  <a:lnTo>
                    <a:pt x="45" y="5"/>
                  </a:lnTo>
                  <a:close/>
                  <a:moveTo>
                    <a:pt x="55" y="33"/>
                  </a:moveTo>
                  <a:cubicBezTo>
                    <a:pt x="55" y="23"/>
                    <a:pt x="55" y="23"/>
                    <a:pt x="55" y="23"/>
                  </a:cubicBezTo>
                  <a:cubicBezTo>
                    <a:pt x="44" y="23"/>
                    <a:pt x="44" y="23"/>
                    <a:pt x="44" y="23"/>
                  </a:cubicBezTo>
                  <a:cubicBezTo>
                    <a:pt x="44" y="33"/>
                    <a:pt x="44" y="33"/>
                    <a:pt x="44" y="33"/>
                  </a:cubicBezTo>
                  <a:lnTo>
                    <a:pt x="55" y="33"/>
                  </a:lnTo>
                  <a:close/>
                  <a:moveTo>
                    <a:pt x="55" y="47"/>
                  </a:moveTo>
                  <a:cubicBezTo>
                    <a:pt x="55" y="35"/>
                    <a:pt x="55" y="35"/>
                    <a:pt x="55" y="35"/>
                  </a:cubicBezTo>
                  <a:cubicBezTo>
                    <a:pt x="44" y="35"/>
                    <a:pt x="44" y="35"/>
                    <a:pt x="44" y="35"/>
                  </a:cubicBezTo>
                  <a:cubicBezTo>
                    <a:pt x="44" y="47"/>
                    <a:pt x="44" y="47"/>
                    <a:pt x="44" y="47"/>
                  </a:cubicBezTo>
                  <a:lnTo>
                    <a:pt x="55" y="47"/>
                  </a:lnTo>
                  <a:close/>
                  <a:moveTo>
                    <a:pt x="55" y="59"/>
                  </a:moveTo>
                  <a:cubicBezTo>
                    <a:pt x="55" y="49"/>
                    <a:pt x="55" y="49"/>
                    <a:pt x="55" y="49"/>
                  </a:cubicBezTo>
                  <a:cubicBezTo>
                    <a:pt x="44" y="49"/>
                    <a:pt x="44" y="49"/>
                    <a:pt x="44" y="49"/>
                  </a:cubicBezTo>
                  <a:cubicBezTo>
                    <a:pt x="44" y="59"/>
                    <a:pt x="44" y="59"/>
                    <a:pt x="44" y="59"/>
                  </a:cubicBezTo>
                  <a:lnTo>
                    <a:pt x="55" y="59"/>
                  </a:ln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53" name="Group 111"/>
          <p:cNvGrpSpPr/>
          <p:nvPr/>
        </p:nvGrpSpPr>
        <p:grpSpPr>
          <a:xfrm>
            <a:off x="3871160" y="5317111"/>
            <a:ext cx="659525" cy="640643"/>
            <a:chOff x="630683" y="4190009"/>
            <a:chExt cx="469021" cy="455593"/>
          </a:xfrm>
        </p:grpSpPr>
        <p:sp>
          <p:nvSpPr>
            <p:cNvPr id="54" name="Oval 53"/>
            <p:cNvSpPr>
              <a:spLocks noChangeAspect="1"/>
            </p:cNvSpPr>
            <p:nvPr/>
          </p:nvSpPr>
          <p:spPr>
            <a:xfrm>
              <a:off x="630683" y="4190009"/>
              <a:ext cx="469021" cy="4555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5" name="Freeform 103"/>
            <p:cNvSpPr>
              <a:spLocks noEditPoints="1"/>
            </p:cNvSpPr>
            <p:nvPr/>
          </p:nvSpPr>
          <p:spPr bwMode="auto">
            <a:xfrm>
              <a:off x="765181" y="4270535"/>
              <a:ext cx="200025" cy="294541"/>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b="b" l="0" r="r" t="0"/>
              <a:pathLst>
                <a:path h="62" w="4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56" name="Group 114"/>
          <p:cNvGrpSpPr/>
          <p:nvPr/>
        </p:nvGrpSpPr>
        <p:grpSpPr>
          <a:xfrm>
            <a:off x="3871160" y="3086000"/>
            <a:ext cx="659525" cy="640643"/>
            <a:chOff x="3425803" y="3384456"/>
            <a:chExt cx="469021" cy="455593"/>
          </a:xfrm>
        </p:grpSpPr>
        <p:sp>
          <p:nvSpPr>
            <p:cNvPr id="57" name="Oval 56"/>
            <p:cNvSpPr>
              <a:spLocks noChangeAspect="1"/>
            </p:cNvSpPr>
            <p:nvPr/>
          </p:nvSpPr>
          <p:spPr>
            <a:xfrm>
              <a:off x="3425803" y="3384456"/>
              <a:ext cx="469021" cy="45559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8" name="Freeform 5"/>
            <p:cNvSpPr>
              <a:spLocks noEditPoints="1"/>
            </p:cNvSpPr>
            <p:nvPr/>
          </p:nvSpPr>
          <p:spPr bwMode="auto">
            <a:xfrm>
              <a:off x="3520613" y="3471340"/>
              <a:ext cx="279400" cy="279400"/>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b="b" l="0" r="r" t="0"/>
              <a:pathLst>
                <a:path h="384" w="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59" name="Group 117"/>
          <p:cNvGrpSpPr/>
          <p:nvPr/>
        </p:nvGrpSpPr>
        <p:grpSpPr>
          <a:xfrm>
            <a:off x="3871160" y="1970445"/>
            <a:ext cx="659525" cy="640643"/>
            <a:chOff x="630683" y="3383511"/>
            <a:chExt cx="469021" cy="455593"/>
          </a:xfrm>
        </p:grpSpPr>
        <p:sp>
          <p:nvSpPr>
            <p:cNvPr id="60" name="Oval 59"/>
            <p:cNvSpPr>
              <a:spLocks noChangeAspect="1"/>
            </p:cNvSpPr>
            <p:nvPr/>
          </p:nvSpPr>
          <p:spPr>
            <a:xfrm>
              <a:off x="630683" y="3383511"/>
              <a:ext cx="469021" cy="45559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1" name="Freeform 117"/>
            <p:cNvSpPr/>
            <p:nvPr/>
          </p:nvSpPr>
          <p:spPr bwMode="auto">
            <a:xfrm>
              <a:off x="730012" y="3476126"/>
              <a:ext cx="270363" cy="270363"/>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b="b" l="0" r="r" t="0"/>
              <a:pathLst>
                <a:path h="57" w="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62" name="Group 120"/>
          <p:cNvGrpSpPr/>
          <p:nvPr/>
        </p:nvGrpSpPr>
        <p:grpSpPr>
          <a:xfrm>
            <a:off x="8345071" y="1970445"/>
            <a:ext cx="659525" cy="640643"/>
            <a:chOff x="3428938" y="4190009"/>
            <a:chExt cx="469021" cy="455593"/>
          </a:xfrm>
        </p:grpSpPr>
        <p:sp>
          <p:nvSpPr>
            <p:cNvPr id="63" name="Oval 62"/>
            <p:cNvSpPr>
              <a:spLocks noChangeAspect="1"/>
            </p:cNvSpPr>
            <p:nvPr/>
          </p:nvSpPr>
          <p:spPr>
            <a:xfrm>
              <a:off x="3428938" y="4190009"/>
              <a:ext cx="469021" cy="45559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4" name="Freeform 83"/>
            <p:cNvSpPr>
              <a:spLocks noEditPoints="1"/>
            </p:cNvSpPr>
            <p:nvPr/>
          </p:nvSpPr>
          <p:spPr bwMode="auto">
            <a:xfrm>
              <a:off x="3571129" y="4279327"/>
              <a:ext cx="184638" cy="276957"/>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b="b" l="0" r="r" t="0"/>
              <a:pathLst>
                <a:path h="58" w="39">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65" name="Group 123"/>
          <p:cNvGrpSpPr/>
          <p:nvPr/>
        </p:nvGrpSpPr>
        <p:grpSpPr>
          <a:xfrm>
            <a:off x="8345071" y="3086000"/>
            <a:ext cx="659525" cy="640643"/>
            <a:chOff x="6299532" y="4190009"/>
            <a:chExt cx="469021" cy="455593"/>
          </a:xfrm>
        </p:grpSpPr>
        <p:sp>
          <p:nvSpPr>
            <p:cNvPr id="66" name="Oval 65"/>
            <p:cNvSpPr>
              <a:spLocks noChangeAspect="1"/>
            </p:cNvSpPr>
            <p:nvPr/>
          </p:nvSpPr>
          <p:spPr>
            <a:xfrm>
              <a:off x="6299532" y="4190009"/>
              <a:ext cx="469021" cy="45559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7" name="Freeform 63"/>
            <p:cNvSpPr>
              <a:spLocks noEditPoints="1"/>
            </p:cNvSpPr>
            <p:nvPr/>
          </p:nvSpPr>
          <p:spPr bwMode="auto">
            <a:xfrm>
              <a:off x="6386874" y="4310694"/>
              <a:ext cx="294337" cy="214222"/>
            </a:xfrm>
            <a:custGeom>
              <a:avLst/>
              <a:gdLst/>
              <a:ahLst/>
              <a:cxnLst>
                <a:cxn ang="0">
                  <a:pos x="62" y="57"/>
                </a:cxn>
                <a:cxn ang="0">
                  <a:pos x="18" y="57"/>
                </a:cxn>
                <a:cxn ang="0">
                  <a:pos x="0" y="39"/>
                </a:cxn>
                <a:cxn ang="0">
                  <a:pos x="11" y="23"/>
                </a:cxn>
                <a:cxn ang="0">
                  <a:pos x="11" y="21"/>
                </a:cxn>
                <a:cxn ang="0">
                  <a:pos x="31" y="0"/>
                </a:cxn>
                <a:cxn ang="0">
                  <a:pos x="50" y="13"/>
                </a:cxn>
                <a:cxn ang="0">
                  <a:pos x="57" y="11"/>
                </a:cxn>
                <a:cxn ang="0">
                  <a:pos x="67" y="21"/>
                </a:cxn>
                <a:cxn ang="0">
                  <a:pos x="66" y="27"/>
                </a:cxn>
                <a:cxn ang="0">
                  <a:pos x="78" y="42"/>
                </a:cxn>
                <a:cxn ang="0">
                  <a:pos x="62" y="57"/>
                </a:cxn>
                <a:cxn ang="0">
                  <a:pos x="51" y="31"/>
                </a:cxn>
                <a:cxn ang="0">
                  <a:pos x="42" y="31"/>
                </a:cxn>
                <a:cxn ang="0">
                  <a:pos x="42" y="17"/>
                </a:cxn>
                <a:cxn ang="0">
                  <a:pos x="40" y="16"/>
                </a:cxn>
                <a:cxn ang="0">
                  <a:pos x="33" y="16"/>
                </a:cxn>
                <a:cxn ang="0">
                  <a:pos x="31" y="17"/>
                </a:cxn>
                <a:cxn ang="0">
                  <a:pos x="31" y="31"/>
                </a:cxn>
                <a:cxn ang="0">
                  <a:pos x="22" y="31"/>
                </a:cxn>
                <a:cxn ang="0">
                  <a:pos x="21" y="33"/>
                </a:cxn>
                <a:cxn ang="0">
                  <a:pos x="21" y="34"/>
                </a:cxn>
                <a:cxn ang="0">
                  <a:pos x="36" y="48"/>
                </a:cxn>
                <a:cxn ang="0">
                  <a:pos x="36" y="48"/>
                </a:cxn>
                <a:cxn ang="0">
                  <a:pos x="37" y="48"/>
                </a:cxn>
                <a:cxn ang="0">
                  <a:pos x="51" y="34"/>
                </a:cxn>
                <a:cxn ang="0">
                  <a:pos x="52" y="33"/>
                </a:cxn>
                <a:cxn ang="0">
                  <a:pos x="51" y="31"/>
                </a:cxn>
              </a:cxnLst>
              <a:rect b="b" l="0" r="r" t="0"/>
              <a:pathLst>
                <a:path h="57" w="78">
                  <a:moveTo>
                    <a:pt x="62" y="57"/>
                  </a:moveTo>
                  <a:cubicBezTo>
                    <a:pt x="18" y="57"/>
                    <a:pt x="18" y="57"/>
                    <a:pt x="18" y="57"/>
                  </a:cubicBezTo>
                  <a:cubicBezTo>
                    <a:pt x="9" y="57"/>
                    <a:pt x="0" y="49"/>
                    <a:pt x="0" y="39"/>
                  </a:cubicBezTo>
                  <a:cubicBezTo>
                    <a:pt x="0" y="32"/>
                    <a:pt x="5" y="26"/>
                    <a:pt x="11" y="23"/>
                  </a:cubicBezTo>
                  <a:cubicBezTo>
                    <a:pt x="11" y="22"/>
                    <a:pt x="11" y="22"/>
                    <a:pt x="11" y="21"/>
                  </a:cubicBezTo>
                  <a:cubicBezTo>
                    <a:pt x="11" y="10"/>
                    <a:pt x="20" y="0"/>
                    <a:pt x="31" y="0"/>
                  </a:cubicBezTo>
                  <a:cubicBezTo>
                    <a:pt x="40" y="0"/>
                    <a:pt x="47" y="6"/>
                    <a:pt x="50" y="13"/>
                  </a:cubicBezTo>
                  <a:cubicBezTo>
                    <a:pt x="52" y="12"/>
                    <a:pt x="55" y="11"/>
                    <a:pt x="57" y="11"/>
                  </a:cubicBezTo>
                  <a:cubicBezTo>
                    <a:pt x="63" y="11"/>
                    <a:pt x="67" y="15"/>
                    <a:pt x="67" y="21"/>
                  </a:cubicBezTo>
                  <a:cubicBezTo>
                    <a:pt x="67" y="23"/>
                    <a:pt x="67" y="25"/>
                    <a:pt x="66" y="27"/>
                  </a:cubicBezTo>
                  <a:cubicBezTo>
                    <a:pt x="73" y="28"/>
                    <a:pt x="78" y="34"/>
                    <a:pt x="78" y="42"/>
                  </a:cubicBezTo>
                  <a:cubicBezTo>
                    <a:pt x="78" y="50"/>
                    <a:pt x="71" y="57"/>
                    <a:pt x="62" y="57"/>
                  </a:cubicBezTo>
                  <a:close/>
                  <a:moveTo>
                    <a:pt x="51" y="31"/>
                  </a:moveTo>
                  <a:cubicBezTo>
                    <a:pt x="42" y="31"/>
                    <a:pt x="42" y="31"/>
                    <a:pt x="42" y="31"/>
                  </a:cubicBezTo>
                  <a:cubicBezTo>
                    <a:pt x="42" y="17"/>
                    <a:pt x="42" y="17"/>
                    <a:pt x="42" y="17"/>
                  </a:cubicBezTo>
                  <a:cubicBezTo>
                    <a:pt x="42" y="16"/>
                    <a:pt x="41" y="16"/>
                    <a:pt x="40" y="16"/>
                  </a:cubicBezTo>
                  <a:cubicBezTo>
                    <a:pt x="33" y="16"/>
                    <a:pt x="33" y="16"/>
                    <a:pt x="33" y="16"/>
                  </a:cubicBezTo>
                  <a:cubicBezTo>
                    <a:pt x="32" y="16"/>
                    <a:pt x="31" y="16"/>
                    <a:pt x="31" y="17"/>
                  </a:cubicBezTo>
                  <a:cubicBezTo>
                    <a:pt x="31" y="31"/>
                    <a:pt x="31" y="31"/>
                    <a:pt x="31" y="31"/>
                  </a:cubicBezTo>
                  <a:cubicBezTo>
                    <a:pt x="22" y="31"/>
                    <a:pt x="22" y="31"/>
                    <a:pt x="22" y="31"/>
                  </a:cubicBezTo>
                  <a:cubicBezTo>
                    <a:pt x="22" y="31"/>
                    <a:pt x="21" y="32"/>
                    <a:pt x="21" y="33"/>
                  </a:cubicBezTo>
                  <a:cubicBezTo>
                    <a:pt x="21" y="33"/>
                    <a:pt x="21" y="33"/>
                    <a:pt x="21" y="34"/>
                  </a:cubicBezTo>
                  <a:cubicBezTo>
                    <a:pt x="36" y="48"/>
                    <a:pt x="36" y="48"/>
                    <a:pt x="36" y="48"/>
                  </a:cubicBezTo>
                  <a:cubicBezTo>
                    <a:pt x="36" y="48"/>
                    <a:pt x="36" y="48"/>
                    <a:pt x="36" y="48"/>
                  </a:cubicBezTo>
                  <a:cubicBezTo>
                    <a:pt x="37" y="48"/>
                    <a:pt x="37" y="48"/>
                    <a:pt x="37" y="48"/>
                  </a:cubicBezTo>
                  <a:cubicBezTo>
                    <a:pt x="51" y="34"/>
                    <a:pt x="51" y="34"/>
                    <a:pt x="51" y="34"/>
                  </a:cubicBezTo>
                  <a:cubicBezTo>
                    <a:pt x="52" y="33"/>
                    <a:pt x="52" y="33"/>
                    <a:pt x="52" y="33"/>
                  </a:cubicBezTo>
                  <a:cubicBezTo>
                    <a:pt x="52" y="32"/>
                    <a:pt x="51" y="31"/>
                    <a:pt x="51" y="31"/>
                  </a:cubicBez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68" name="Group 126"/>
          <p:cNvGrpSpPr/>
          <p:nvPr/>
        </p:nvGrpSpPr>
        <p:grpSpPr>
          <a:xfrm>
            <a:off x="8345071" y="5317111"/>
            <a:ext cx="659525" cy="640643"/>
            <a:chOff x="7501792" y="3621100"/>
            <a:chExt cx="469021" cy="455593"/>
          </a:xfrm>
        </p:grpSpPr>
        <p:sp>
          <p:nvSpPr>
            <p:cNvPr id="69" name="Oval 68"/>
            <p:cNvSpPr>
              <a:spLocks noChangeAspect="1"/>
            </p:cNvSpPr>
            <p:nvPr/>
          </p:nvSpPr>
          <p:spPr>
            <a:xfrm>
              <a:off x="7501792" y="3621100"/>
              <a:ext cx="469021" cy="45559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70" name="Freeform 135"/>
            <p:cNvSpPr>
              <a:spLocks noEditPoints="1"/>
            </p:cNvSpPr>
            <p:nvPr/>
          </p:nvSpPr>
          <p:spPr bwMode="auto">
            <a:xfrm>
              <a:off x="7610890" y="3731421"/>
              <a:ext cx="250825" cy="234950"/>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b="b" l="0" r="r" t="0"/>
              <a:pathLst>
                <a:path h="68" w="73">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71" name="Group 129"/>
          <p:cNvGrpSpPr/>
          <p:nvPr/>
        </p:nvGrpSpPr>
        <p:grpSpPr>
          <a:xfrm>
            <a:off x="8345071" y="4201555"/>
            <a:ext cx="659525" cy="640643"/>
            <a:chOff x="7501792" y="2878680"/>
            <a:chExt cx="469021" cy="455593"/>
          </a:xfrm>
        </p:grpSpPr>
        <p:sp>
          <p:nvSpPr>
            <p:cNvPr id="72" name="Oval 71"/>
            <p:cNvSpPr>
              <a:spLocks noChangeAspect="1"/>
            </p:cNvSpPr>
            <p:nvPr/>
          </p:nvSpPr>
          <p:spPr>
            <a:xfrm>
              <a:off x="7501792" y="2878680"/>
              <a:ext cx="469021" cy="45559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73" name="Freeform 53"/>
            <p:cNvSpPr/>
            <p:nvPr/>
          </p:nvSpPr>
          <p:spPr bwMode="auto">
            <a:xfrm>
              <a:off x="7580281" y="2990787"/>
              <a:ext cx="312043" cy="231379"/>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Lst>
              <a:rect b="b" l="0" r="r" t="0"/>
              <a:pathLst>
                <a:path h="50" w="68">
                  <a:moveTo>
                    <a:pt x="55" y="50"/>
                  </a:moveTo>
                  <a:cubicBezTo>
                    <a:pt x="16" y="50"/>
                    <a:pt x="16" y="50"/>
                    <a:pt x="16" y="50"/>
                  </a:cubicBezTo>
                  <a:cubicBezTo>
                    <a:pt x="7" y="50"/>
                    <a:pt x="0" y="43"/>
                    <a:pt x="0" y="34"/>
                  </a:cubicBezTo>
                  <a:cubicBezTo>
                    <a:pt x="0" y="28"/>
                    <a:pt x="4" y="22"/>
                    <a:pt x="9" y="20"/>
                  </a:cubicBezTo>
                  <a:cubicBezTo>
                    <a:pt x="9" y="19"/>
                    <a:pt x="9" y="19"/>
                    <a:pt x="9" y="18"/>
                  </a:cubicBezTo>
                  <a:cubicBezTo>
                    <a:pt x="9" y="8"/>
                    <a:pt x="17" y="0"/>
                    <a:pt x="27" y="0"/>
                  </a:cubicBezTo>
                  <a:cubicBezTo>
                    <a:pt x="35" y="0"/>
                    <a:pt x="41" y="5"/>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path>
              </a:pathLst>
            </a:custGeom>
            <a:solidFill>
              <a:schemeClr val="bg1"/>
            </a:solidFill>
            <a:ln w="9525">
              <a:noFill/>
              <a:round/>
            </a:ln>
          </p:spPr>
          <p:txBody>
            <a:bodyPr anchor="t" anchorCtr="0" bIns="64290" compatLnSpc="1" lIns="128580" numCol="1" rIns="128580" tIns="64290" vert="horz" wrap="square">
              <a:normAutofit/>
            </a:bodyPr>
            <a:lstStyle/>
            <a:p>
              <a:pPr>
                <a:lnSpc>
                  <a:spcPct val="120000"/>
                </a:lnSpc>
              </a:pPr>
              <a:endParaRPr dirty="0" lang="en-US" sz="800">
                <a:latin charset="0" panose="020B0604020202020204" pitchFamily="34" typeface="Arial"/>
                <a:ea charset="-122" panose="020B0503020204020204" pitchFamily="34" typeface="微软雅黑"/>
                <a:cs typeface="+mn-ea"/>
                <a:sym charset="0" panose="020B0604020202020204" pitchFamily="34" typeface="Arial"/>
              </a:endParaRPr>
            </a:p>
          </p:txBody>
        </p:sp>
      </p:grpSp>
      <p:sp>
        <p:nvSpPr>
          <p:cNvPr id="74" name="TextBox 8"/>
          <p:cNvSpPr txBox="1"/>
          <p:nvPr/>
        </p:nvSpPr>
        <p:spPr>
          <a:xfrm>
            <a:off x="824230" y="233680"/>
            <a:ext cx="11931650" cy="492125"/>
          </a:xfrm>
          <a:prstGeom prst="rect">
            <a:avLst/>
          </a:prstGeom>
          <a:noFill/>
        </p:spPr>
        <p:txBody>
          <a:bodyPr anchor="ctr" bIns="0" lIns="0" rIns="0" rtlCol="0" tIns="0" wrap="square">
            <a:normAutofit fontScale="90000"/>
          </a:bodyPr>
          <a:lstStyle/>
          <a:p>
            <a:pPr algn="l"/>
            <a:r>
              <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高频采样</a:t>
            </a:r>
            <a:endPar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Tree>
  </p:cSld>
  <p:clrMapOvr>
    <a:masterClrMapping/>
  </p:clrMapOvr>
  <mc:AlternateContent xmlns:mc="http://schemas.openxmlformats.org/markup-compatibility/2006">
    <mc:Choice xmlns:p14="http://schemas.microsoft.com/office/powerpoint/2010/main" Requires="p14">
      <p:transition advTm="0" p14:dur="1600" spd="slow">
        <p14:gallery dir="l"/>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afterEffect" presetClass="entr" presetID="53" presetSubtype="16">
                                  <p:stCondLst>
                                    <p:cond delay="0"/>
                                  </p:stCondLst>
                                  <p:childTnLst>
                                    <p:set>
                                      <p:cBhvr>
                                        <p:cTn dur="1" fill="hold" id="6">
                                          <p:stCondLst>
                                            <p:cond delay="0"/>
                                          </p:stCondLst>
                                        </p:cTn>
                                        <p:tgtEl>
                                          <p:spTgt spid="5"/>
                                        </p:tgtEl>
                                        <p:attrNameLst>
                                          <p:attrName>style.visibility</p:attrName>
                                        </p:attrNameLst>
                                      </p:cBhvr>
                                      <p:to>
                                        <p:strVal val="visible"/>
                                      </p:to>
                                    </p:set>
                                    <p:anim calcmode="lin" valueType="num">
                                      <p:cBhvr>
                                        <p:cTn dur="500" fill="hold" id="7"/>
                                        <p:tgtEl>
                                          <p:spTgt spid="5"/>
                                        </p:tgtEl>
                                        <p:attrNameLst>
                                          <p:attrName>ppt_w</p:attrName>
                                        </p:attrNameLst>
                                      </p:cBhvr>
                                      <p:tavLst>
                                        <p:tav tm="0">
                                          <p:val>
                                            <p:fltVal val="0"/>
                                          </p:val>
                                        </p:tav>
                                        <p:tav tm="100000">
                                          <p:val>
                                            <p:strVal val="#ppt_w"/>
                                          </p:val>
                                        </p:tav>
                                      </p:tavLst>
                                    </p:anim>
                                    <p:anim calcmode="lin" valueType="num">
                                      <p:cBhvr>
                                        <p:cTn dur="500" fill="hold" id="8"/>
                                        <p:tgtEl>
                                          <p:spTgt spid="5"/>
                                        </p:tgtEl>
                                        <p:attrNameLst>
                                          <p:attrName>ppt_h</p:attrName>
                                        </p:attrNameLst>
                                      </p:cBhvr>
                                      <p:tavLst>
                                        <p:tav tm="0">
                                          <p:val>
                                            <p:fltVal val="0"/>
                                          </p:val>
                                        </p:tav>
                                        <p:tav tm="100000">
                                          <p:val>
                                            <p:strVal val="#ppt_h"/>
                                          </p:val>
                                        </p:tav>
                                      </p:tavLst>
                                    </p:anim>
                                    <p:animEffect filter="fade" transition="in">
                                      <p:cBhvr>
                                        <p:cTn dur="500" id="9"/>
                                        <p:tgtEl>
                                          <p:spTgt spid="5"/>
                                        </p:tgtEl>
                                      </p:cBhvr>
                                    </p:animEffect>
                                  </p:childTnLst>
                                </p:cTn>
                              </p:par>
                            </p:childTnLst>
                          </p:cTn>
                        </p:par>
                        <p:par>
                          <p:cTn fill="hold" id="10">
                            <p:stCondLst>
                              <p:cond delay="500"/>
                            </p:stCondLst>
                            <p:childTnLst>
                              <p:par>
                                <p:cTn fill="hold" id="11" nodeType="afterEffect" presetClass="entr" presetID="53" presetSubtype="16">
                                  <p:stCondLst>
                                    <p:cond delay="0"/>
                                  </p:stCondLst>
                                  <p:childTnLst>
                                    <p:set>
                                      <p:cBhvr>
                                        <p:cTn dur="1" fill="hold" id="12">
                                          <p:stCondLst>
                                            <p:cond delay="0"/>
                                          </p:stCondLst>
                                        </p:cTn>
                                        <p:tgtEl>
                                          <p:spTgt spid="59"/>
                                        </p:tgtEl>
                                        <p:attrNameLst>
                                          <p:attrName>style.visibility</p:attrName>
                                        </p:attrNameLst>
                                      </p:cBhvr>
                                      <p:to>
                                        <p:strVal val="visible"/>
                                      </p:to>
                                    </p:set>
                                    <p:anim calcmode="lin" valueType="num">
                                      <p:cBhvr>
                                        <p:cTn dur="500" fill="hold" id="13"/>
                                        <p:tgtEl>
                                          <p:spTgt spid="59"/>
                                        </p:tgtEl>
                                        <p:attrNameLst>
                                          <p:attrName>ppt_w</p:attrName>
                                        </p:attrNameLst>
                                      </p:cBhvr>
                                      <p:tavLst>
                                        <p:tav tm="0">
                                          <p:val>
                                            <p:fltVal val="0"/>
                                          </p:val>
                                        </p:tav>
                                        <p:tav tm="100000">
                                          <p:val>
                                            <p:strVal val="#ppt_w"/>
                                          </p:val>
                                        </p:tav>
                                      </p:tavLst>
                                    </p:anim>
                                    <p:anim calcmode="lin" valueType="num">
                                      <p:cBhvr>
                                        <p:cTn dur="500" fill="hold" id="14"/>
                                        <p:tgtEl>
                                          <p:spTgt spid="59"/>
                                        </p:tgtEl>
                                        <p:attrNameLst>
                                          <p:attrName>ppt_h</p:attrName>
                                        </p:attrNameLst>
                                      </p:cBhvr>
                                      <p:tavLst>
                                        <p:tav tm="0">
                                          <p:val>
                                            <p:fltVal val="0"/>
                                          </p:val>
                                        </p:tav>
                                        <p:tav tm="100000">
                                          <p:val>
                                            <p:strVal val="#ppt_h"/>
                                          </p:val>
                                        </p:tav>
                                      </p:tavLst>
                                    </p:anim>
                                    <p:animEffect filter="fade" transition="in">
                                      <p:cBhvr>
                                        <p:cTn dur="500" id="15"/>
                                        <p:tgtEl>
                                          <p:spTgt spid="59"/>
                                        </p:tgtEl>
                                      </p:cBhvr>
                                    </p:animEffect>
                                  </p:childTnLst>
                                </p:cTn>
                              </p:par>
                            </p:childTnLst>
                          </p:cTn>
                        </p:par>
                        <p:par>
                          <p:cTn fill="hold" id="16">
                            <p:stCondLst>
                              <p:cond delay="1000"/>
                            </p:stCondLst>
                            <p:childTnLst>
                              <p:par>
                                <p:cTn fill="hold" id="17" nodeType="afterEffect" presetClass="entr" presetID="53" presetSubtype="16">
                                  <p:stCondLst>
                                    <p:cond delay="0"/>
                                  </p:stCondLst>
                                  <p:childTnLst>
                                    <p:set>
                                      <p:cBhvr>
                                        <p:cTn dur="1" fill="hold" id="18">
                                          <p:stCondLst>
                                            <p:cond delay="0"/>
                                          </p:stCondLst>
                                        </p:cTn>
                                        <p:tgtEl>
                                          <p:spTgt spid="56"/>
                                        </p:tgtEl>
                                        <p:attrNameLst>
                                          <p:attrName>style.visibility</p:attrName>
                                        </p:attrNameLst>
                                      </p:cBhvr>
                                      <p:to>
                                        <p:strVal val="visible"/>
                                      </p:to>
                                    </p:set>
                                    <p:anim calcmode="lin" valueType="num">
                                      <p:cBhvr>
                                        <p:cTn dur="500" fill="hold" id="19"/>
                                        <p:tgtEl>
                                          <p:spTgt spid="56"/>
                                        </p:tgtEl>
                                        <p:attrNameLst>
                                          <p:attrName>ppt_w</p:attrName>
                                        </p:attrNameLst>
                                      </p:cBhvr>
                                      <p:tavLst>
                                        <p:tav tm="0">
                                          <p:val>
                                            <p:fltVal val="0"/>
                                          </p:val>
                                        </p:tav>
                                        <p:tav tm="100000">
                                          <p:val>
                                            <p:strVal val="#ppt_w"/>
                                          </p:val>
                                        </p:tav>
                                      </p:tavLst>
                                    </p:anim>
                                    <p:anim calcmode="lin" valueType="num">
                                      <p:cBhvr>
                                        <p:cTn dur="500" fill="hold" id="20"/>
                                        <p:tgtEl>
                                          <p:spTgt spid="56"/>
                                        </p:tgtEl>
                                        <p:attrNameLst>
                                          <p:attrName>ppt_h</p:attrName>
                                        </p:attrNameLst>
                                      </p:cBhvr>
                                      <p:tavLst>
                                        <p:tav tm="0">
                                          <p:val>
                                            <p:fltVal val="0"/>
                                          </p:val>
                                        </p:tav>
                                        <p:tav tm="100000">
                                          <p:val>
                                            <p:strVal val="#ppt_h"/>
                                          </p:val>
                                        </p:tav>
                                      </p:tavLst>
                                    </p:anim>
                                    <p:animEffect filter="fade" transition="in">
                                      <p:cBhvr>
                                        <p:cTn dur="500" id="21"/>
                                        <p:tgtEl>
                                          <p:spTgt spid="56"/>
                                        </p:tgtEl>
                                      </p:cBhvr>
                                    </p:animEffect>
                                  </p:childTnLst>
                                </p:cTn>
                              </p:par>
                            </p:childTnLst>
                          </p:cTn>
                        </p:par>
                        <p:par>
                          <p:cTn fill="hold" id="22">
                            <p:stCondLst>
                              <p:cond delay="1500"/>
                            </p:stCondLst>
                            <p:childTnLst>
                              <p:par>
                                <p:cTn fill="hold" id="23" nodeType="afterEffect" presetClass="entr" presetID="53" presetSubtype="16">
                                  <p:stCondLst>
                                    <p:cond delay="0"/>
                                  </p:stCondLst>
                                  <p:childTnLst>
                                    <p:set>
                                      <p:cBhvr>
                                        <p:cTn dur="1" fill="hold" id="24">
                                          <p:stCondLst>
                                            <p:cond delay="0"/>
                                          </p:stCondLst>
                                        </p:cTn>
                                        <p:tgtEl>
                                          <p:spTgt spid="50"/>
                                        </p:tgtEl>
                                        <p:attrNameLst>
                                          <p:attrName>style.visibility</p:attrName>
                                        </p:attrNameLst>
                                      </p:cBhvr>
                                      <p:to>
                                        <p:strVal val="visible"/>
                                      </p:to>
                                    </p:set>
                                    <p:anim calcmode="lin" valueType="num">
                                      <p:cBhvr>
                                        <p:cTn dur="500" fill="hold" id="25"/>
                                        <p:tgtEl>
                                          <p:spTgt spid="50"/>
                                        </p:tgtEl>
                                        <p:attrNameLst>
                                          <p:attrName>ppt_w</p:attrName>
                                        </p:attrNameLst>
                                      </p:cBhvr>
                                      <p:tavLst>
                                        <p:tav tm="0">
                                          <p:val>
                                            <p:fltVal val="0"/>
                                          </p:val>
                                        </p:tav>
                                        <p:tav tm="100000">
                                          <p:val>
                                            <p:strVal val="#ppt_w"/>
                                          </p:val>
                                        </p:tav>
                                      </p:tavLst>
                                    </p:anim>
                                    <p:anim calcmode="lin" valueType="num">
                                      <p:cBhvr>
                                        <p:cTn dur="500" fill="hold" id="26"/>
                                        <p:tgtEl>
                                          <p:spTgt spid="50"/>
                                        </p:tgtEl>
                                        <p:attrNameLst>
                                          <p:attrName>ppt_h</p:attrName>
                                        </p:attrNameLst>
                                      </p:cBhvr>
                                      <p:tavLst>
                                        <p:tav tm="0">
                                          <p:val>
                                            <p:fltVal val="0"/>
                                          </p:val>
                                        </p:tav>
                                        <p:tav tm="100000">
                                          <p:val>
                                            <p:strVal val="#ppt_h"/>
                                          </p:val>
                                        </p:tav>
                                      </p:tavLst>
                                    </p:anim>
                                    <p:animEffect filter="fade" transition="in">
                                      <p:cBhvr>
                                        <p:cTn dur="500" id="27"/>
                                        <p:tgtEl>
                                          <p:spTgt spid="50"/>
                                        </p:tgtEl>
                                      </p:cBhvr>
                                    </p:animEffect>
                                  </p:childTnLst>
                                </p:cTn>
                              </p:par>
                            </p:childTnLst>
                          </p:cTn>
                        </p:par>
                        <p:par>
                          <p:cTn fill="hold" id="28">
                            <p:stCondLst>
                              <p:cond delay="2000"/>
                            </p:stCondLst>
                            <p:childTnLst>
                              <p:par>
                                <p:cTn fill="hold" id="29" nodeType="afterEffect" presetClass="entr" presetID="53" presetSubtype="16">
                                  <p:stCondLst>
                                    <p:cond delay="0"/>
                                  </p:stCondLst>
                                  <p:childTnLst>
                                    <p:set>
                                      <p:cBhvr>
                                        <p:cTn dur="1" fill="hold" id="30">
                                          <p:stCondLst>
                                            <p:cond delay="0"/>
                                          </p:stCondLst>
                                        </p:cTn>
                                        <p:tgtEl>
                                          <p:spTgt spid="53"/>
                                        </p:tgtEl>
                                        <p:attrNameLst>
                                          <p:attrName>style.visibility</p:attrName>
                                        </p:attrNameLst>
                                      </p:cBhvr>
                                      <p:to>
                                        <p:strVal val="visible"/>
                                      </p:to>
                                    </p:set>
                                    <p:anim calcmode="lin" valueType="num">
                                      <p:cBhvr>
                                        <p:cTn dur="500" fill="hold" id="31"/>
                                        <p:tgtEl>
                                          <p:spTgt spid="53"/>
                                        </p:tgtEl>
                                        <p:attrNameLst>
                                          <p:attrName>ppt_w</p:attrName>
                                        </p:attrNameLst>
                                      </p:cBhvr>
                                      <p:tavLst>
                                        <p:tav tm="0">
                                          <p:val>
                                            <p:fltVal val="0"/>
                                          </p:val>
                                        </p:tav>
                                        <p:tav tm="100000">
                                          <p:val>
                                            <p:strVal val="#ppt_w"/>
                                          </p:val>
                                        </p:tav>
                                      </p:tavLst>
                                    </p:anim>
                                    <p:anim calcmode="lin" valueType="num">
                                      <p:cBhvr>
                                        <p:cTn dur="500" fill="hold" id="32"/>
                                        <p:tgtEl>
                                          <p:spTgt spid="53"/>
                                        </p:tgtEl>
                                        <p:attrNameLst>
                                          <p:attrName>ppt_h</p:attrName>
                                        </p:attrNameLst>
                                      </p:cBhvr>
                                      <p:tavLst>
                                        <p:tav tm="0">
                                          <p:val>
                                            <p:fltVal val="0"/>
                                          </p:val>
                                        </p:tav>
                                        <p:tav tm="100000">
                                          <p:val>
                                            <p:strVal val="#ppt_h"/>
                                          </p:val>
                                        </p:tav>
                                      </p:tavLst>
                                    </p:anim>
                                    <p:animEffect filter="fade" transition="in">
                                      <p:cBhvr>
                                        <p:cTn dur="500" id="33"/>
                                        <p:tgtEl>
                                          <p:spTgt spid="53"/>
                                        </p:tgtEl>
                                      </p:cBhvr>
                                    </p:animEffect>
                                  </p:childTnLst>
                                </p:cTn>
                              </p:par>
                            </p:childTnLst>
                          </p:cTn>
                        </p:par>
                        <p:par>
                          <p:cTn fill="hold" id="34">
                            <p:stCondLst>
                              <p:cond delay="2500"/>
                            </p:stCondLst>
                            <p:childTnLst>
                              <p:par>
                                <p:cTn fill="hold" id="35" nodeType="afterEffect" presetClass="entr" presetID="53" presetSubtype="16">
                                  <p:stCondLst>
                                    <p:cond delay="0"/>
                                  </p:stCondLst>
                                  <p:childTnLst>
                                    <p:set>
                                      <p:cBhvr>
                                        <p:cTn dur="1" fill="hold" id="36">
                                          <p:stCondLst>
                                            <p:cond delay="0"/>
                                          </p:stCondLst>
                                        </p:cTn>
                                        <p:tgtEl>
                                          <p:spTgt spid="62"/>
                                        </p:tgtEl>
                                        <p:attrNameLst>
                                          <p:attrName>style.visibility</p:attrName>
                                        </p:attrNameLst>
                                      </p:cBhvr>
                                      <p:to>
                                        <p:strVal val="visible"/>
                                      </p:to>
                                    </p:set>
                                    <p:anim calcmode="lin" valueType="num">
                                      <p:cBhvr>
                                        <p:cTn dur="500" fill="hold" id="37"/>
                                        <p:tgtEl>
                                          <p:spTgt spid="62"/>
                                        </p:tgtEl>
                                        <p:attrNameLst>
                                          <p:attrName>ppt_w</p:attrName>
                                        </p:attrNameLst>
                                      </p:cBhvr>
                                      <p:tavLst>
                                        <p:tav tm="0">
                                          <p:val>
                                            <p:fltVal val="0"/>
                                          </p:val>
                                        </p:tav>
                                        <p:tav tm="100000">
                                          <p:val>
                                            <p:strVal val="#ppt_w"/>
                                          </p:val>
                                        </p:tav>
                                      </p:tavLst>
                                    </p:anim>
                                    <p:anim calcmode="lin" valueType="num">
                                      <p:cBhvr>
                                        <p:cTn dur="500" fill="hold" id="38"/>
                                        <p:tgtEl>
                                          <p:spTgt spid="62"/>
                                        </p:tgtEl>
                                        <p:attrNameLst>
                                          <p:attrName>ppt_h</p:attrName>
                                        </p:attrNameLst>
                                      </p:cBhvr>
                                      <p:tavLst>
                                        <p:tav tm="0">
                                          <p:val>
                                            <p:fltVal val="0"/>
                                          </p:val>
                                        </p:tav>
                                        <p:tav tm="100000">
                                          <p:val>
                                            <p:strVal val="#ppt_h"/>
                                          </p:val>
                                        </p:tav>
                                      </p:tavLst>
                                    </p:anim>
                                    <p:animEffect filter="fade" transition="in">
                                      <p:cBhvr>
                                        <p:cTn dur="500" id="39"/>
                                        <p:tgtEl>
                                          <p:spTgt spid="62"/>
                                        </p:tgtEl>
                                      </p:cBhvr>
                                    </p:animEffect>
                                  </p:childTnLst>
                                </p:cTn>
                              </p:par>
                            </p:childTnLst>
                          </p:cTn>
                        </p:par>
                        <p:par>
                          <p:cTn fill="hold" id="40">
                            <p:stCondLst>
                              <p:cond delay="3000"/>
                            </p:stCondLst>
                            <p:childTnLst>
                              <p:par>
                                <p:cTn fill="hold" id="41" nodeType="afterEffect" presetClass="entr" presetID="53" presetSubtype="16">
                                  <p:stCondLst>
                                    <p:cond delay="0"/>
                                  </p:stCondLst>
                                  <p:childTnLst>
                                    <p:set>
                                      <p:cBhvr>
                                        <p:cTn dur="1" fill="hold" id="42">
                                          <p:stCondLst>
                                            <p:cond delay="0"/>
                                          </p:stCondLst>
                                        </p:cTn>
                                        <p:tgtEl>
                                          <p:spTgt spid="65"/>
                                        </p:tgtEl>
                                        <p:attrNameLst>
                                          <p:attrName>style.visibility</p:attrName>
                                        </p:attrNameLst>
                                      </p:cBhvr>
                                      <p:to>
                                        <p:strVal val="visible"/>
                                      </p:to>
                                    </p:set>
                                    <p:anim calcmode="lin" valueType="num">
                                      <p:cBhvr>
                                        <p:cTn dur="500" fill="hold" id="43"/>
                                        <p:tgtEl>
                                          <p:spTgt spid="65"/>
                                        </p:tgtEl>
                                        <p:attrNameLst>
                                          <p:attrName>ppt_w</p:attrName>
                                        </p:attrNameLst>
                                      </p:cBhvr>
                                      <p:tavLst>
                                        <p:tav tm="0">
                                          <p:val>
                                            <p:fltVal val="0"/>
                                          </p:val>
                                        </p:tav>
                                        <p:tav tm="100000">
                                          <p:val>
                                            <p:strVal val="#ppt_w"/>
                                          </p:val>
                                        </p:tav>
                                      </p:tavLst>
                                    </p:anim>
                                    <p:anim calcmode="lin" valueType="num">
                                      <p:cBhvr>
                                        <p:cTn dur="500" fill="hold" id="44"/>
                                        <p:tgtEl>
                                          <p:spTgt spid="65"/>
                                        </p:tgtEl>
                                        <p:attrNameLst>
                                          <p:attrName>ppt_h</p:attrName>
                                        </p:attrNameLst>
                                      </p:cBhvr>
                                      <p:tavLst>
                                        <p:tav tm="0">
                                          <p:val>
                                            <p:fltVal val="0"/>
                                          </p:val>
                                        </p:tav>
                                        <p:tav tm="100000">
                                          <p:val>
                                            <p:strVal val="#ppt_h"/>
                                          </p:val>
                                        </p:tav>
                                      </p:tavLst>
                                    </p:anim>
                                    <p:animEffect filter="fade" transition="in">
                                      <p:cBhvr>
                                        <p:cTn dur="500" id="45"/>
                                        <p:tgtEl>
                                          <p:spTgt spid="65"/>
                                        </p:tgtEl>
                                      </p:cBhvr>
                                    </p:animEffect>
                                  </p:childTnLst>
                                </p:cTn>
                              </p:par>
                            </p:childTnLst>
                          </p:cTn>
                        </p:par>
                        <p:par>
                          <p:cTn fill="hold" id="46">
                            <p:stCondLst>
                              <p:cond delay="3500"/>
                            </p:stCondLst>
                            <p:childTnLst>
                              <p:par>
                                <p:cTn fill="hold" id="47" nodeType="afterEffect" presetClass="entr" presetID="53" presetSubtype="16">
                                  <p:stCondLst>
                                    <p:cond delay="0"/>
                                  </p:stCondLst>
                                  <p:childTnLst>
                                    <p:set>
                                      <p:cBhvr>
                                        <p:cTn dur="1" fill="hold" id="48">
                                          <p:stCondLst>
                                            <p:cond delay="0"/>
                                          </p:stCondLst>
                                        </p:cTn>
                                        <p:tgtEl>
                                          <p:spTgt spid="71"/>
                                        </p:tgtEl>
                                        <p:attrNameLst>
                                          <p:attrName>style.visibility</p:attrName>
                                        </p:attrNameLst>
                                      </p:cBhvr>
                                      <p:to>
                                        <p:strVal val="visible"/>
                                      </p:to>
                                    </p:set>
                                    <p:anim calcmode="lin" valueType="num">
                                      <p:cBhvr>
                                        <p:cTn dur="500" fill="hold" id="49"/>
                                        <p:tgtEl>
                                          <p:spTgt spid="71"/>
                                        </p:tgtEl>
                                        <p:attrNameLst>
                                          <p:attrName>ppt_w</p:attrName>
                                        </p:attrNameLst>
                                      </p:cBhvr>
                                      <p:tavLst>
                                        <p:tav tm="0">
                                          <p:val>
                                            <p:fltVal val="0"/>
                                          </p:val>
                                        </p:tav>
                                        <p:tav tm="100000">
                                          <p:val>
                                            <p:strVal val="#ppt_w"/>
                                          </p:val>
                                        </p:tav>
                                      </p:tavLst>
                                    </p:anim>
                                    <p:anim calcmode="lin" valueType="num">
                                      <p:cBhvr>
                                        <p:cTn dur="500" fill="hold" id="50"/>
                                        <p:tgtEl>
                                          <p:spTgt spid="71"/>
                                        </p:tgtEl>
                                        <p:attrNameLst>
                                          <p:attrName>ppt_h</p:attrName>
                                        </p:attrNameLst>
                                      </p:cBhvr>
                                      <p:tavLst>
                                        <p:tav tm="0">
                                          <p:val>
                                            <p:fltVal val="0"/>
                                          </p:val>
                                        </p:tav>
                                        <p:tav tm="100000">
                                          <p:val>
                                            <p:strVal val="#ppt_h"/>
                                          </p:val>
                                        </p:tav>
                                      </p:tavLst>
                                    </p:anim>
                                    <p:animEffect filter="fade" transition="in">
                                      <p:cBhvr>
                                        <p:cTn dur="500" id="51"/>
                                        <p:tgtEl>
                                          <p:spTgt spid="71"/>
                                        </p:tgtEl>
                                      </p:cBhvr>
                                    </p:animEffect>
                                  </p:childTnLst>
                                </p:cTn>
                              </p:par>
                            </p:childTnLst>
                          </p:cTn>
                        </p:par>
                        <p:par>
                          <p:cTn fill="hold" id="52">
                            <p:stCondLst>
                              <p:cond delay="4000"/>
                            </p:stCondLst>
                            <p:childTnLst>
                              <p:par>
                                <p:cTn fill="hold" id="53" nodeType="afterEffect" presetClass="entr" presetID="53" presetSubtype="16">
                                  <p:stCondLst>
                                    <p:cond delay="0"/>
                                  </p:stCondLst>
                                  <p:childTnLst>
                                    <p:set>
                                      <p:cBhvr>
                                        <p:cTn dur="1" fill="hold" id="54">
                                          <p:stCondLst>
                                            <p:cond delay="0"/>
                                          </p:stCondLst>
                                        </p:cTn>
                                        <p:tgtEl>
                                          <p:spTgt spid="68"/>
                                        </p:tgtEl>
                                        <p:attrNameLst>
                                          <p:attrName>style.visibility</p:attrName>
                                        </p:attrNameLst>
                                      </p:cBhvr>
                                      <p:to>
                                        <p:strVal val="visible"/>
                                      </p:to>
                                    </p:set>
                                    <p:anim calcmode="lin" valueType="num">
                                      <p:cBhvr>
                                        <p:cTn dur="500" fill="hold" id="55"/>
                                        <p:tgtEl>
                                          <p:spTgt spid="68"/>
                                        </p:tgtEl>
                                        <p:attrNameLst>
                                          <p:attrName>ppt_w</p:attrName>
                                        </p:attrNameLst>
                                      </p:cBhvr>
                                      <p:tavLst>
                                        <p:tav tm="0">
                                          <p:val>
                                            <p:fltVal val="0"/>
                                          </p:val>
                                        </p:tav>
                                        <p:tav tm="100000">
                                          <p:val>
                                            <p:strVal val="#ppt_w"/>
                                          </p:val>
                                        </p:tav>
                                      </p:tavLst>
                                    </p:anim>
                                    <p:anim calcmode="lin" valueType="num">
                                      <p:cBhvr>
                                        <p:cTn dur="500" fill="hold" id="56"/>
                                        <p:tgtEl>
                                          <p:spTgt spid="68"/>
                                        </p:tgtEl>
                                        <p:attrNameLst>
                                          <p:attrName>ppt_h</p:attrName>
                                        </p:attrNameLst>
                                      </p:cBhvr>
                                      <p:tavLst>
                                        <p:tav tm="0">
                                          <p:val>
                                            <p:fltVal val="0"/>
                                          </p:val>
                                        </p:tav>
                                        <p:tav tm="100000">
                                          <p:val>
                                            <p:strVal val="#ppt_h"/>
                                          </p:val>
                                        </p:tav>
                                      </p:tavLst>
                                    </p:anim>
                                    <p:animEffect filter="fade" transition="in">
                                      <p:cBhvr>
                                        <p:cTn dur="500" id="57"/>
                                        <p:tgtEl>
                                          <p:spTgt spid="68"/>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18" name="Group 24"/>
          <p:cNvGrpSpPr/>
          <p:nvPr/>
        </p:nvGrpSpPr>
        <p:grpSpPr>
          <a:xfrm rot="9900000">
            <a:off x="7611898" y="5093760"/>
            <a:ext cx="951441" cy="813426"/>
            <a:chOff x="2208213" y="4308475"/>
            <a:chExt cx="1313851" cy="1123184"/>
          </a:xfrm>
          <a:solidFill>
            <a:schemeClr val="accent4"/>
          </a:solidFill>
        </p:grpSpPr>
        <p:sp>
          <p:nvSpPr>
            <p:cNvPr id="19" name="Oval 18"/>
            <p:cNvSpPr>
              <a:spLocks noChangeArrowheads="1"/>
            </p:cNvSpPr>
            <p:nvPr/>
          </p:nvSpPr>
          <p:spPr bwMode="auto">
            <a:xfrm>
              <a:off x="2208213" y="4308475"/>
              <a:ext cx="885825" cy="889000"/>
            </a:xfrm>
            <a:prstGeom prst="ellipse">
              <a:avLst/>
            </a:prstGeom>
            <a:grpFill/>
            <a:ln>
              <a:noFill/>
            </a:ln>
          </p:spPr>
          <p:txBody>
            <a:bodyPr anchor="t" anchorCtr="0" bIns="39705" compatLnSpc="1" lIns="79409" numCol="1" rIns="79409" tIns="39705" vert="horz" wrap="square">
              <a:normAutofit/>
            </a:bodyPr>
            <a:lstStyle/>
            <a:p>
              <a:endParaRPr lang="id-ID" sz="1050">
                <a:ln>
                  <a:solidFill>
                    <a:schemeClr val="bg2"/>
                  </a:solidFill>
                </a:ln>
                <a:latin charset="0" panose="020B0604020202020204" pitchFamily="34" typeface="Arial"/>
                <a:ea charset="-122" panose="020B0503020204020204" pitchFamily="34" typeface="微软雅黑"/>
                <a:sym charset="0" panose="020B0604020202020204" pitchFamily="34" typeface="Arial"/>
              </a:endParaRPr>
            </a:p>
          </p:txBody>
        </p:sp>
        <p:sp>
          <p:nvSpPr>
            <p:cNvPr id="20" name="Freeform 31"/>
            <p:cNvSpPr/>
            <p:nvPr/>
          </p:nvSpPr>
          <p:spPr bwMode="auto">
            <a:xfrm rot="2700000">
              <a:off x="3093668" y="5003263"/>
              <a:ext cx="330801" cy="525991"/>
            </a:xfrm>
            <a:custGeom>
              <a:avLst/>
              <a:gdLst>
                <a:gd fmla="*/ 0 w 161" name="T0"/>
                <a:gd fmla="*/ 0 h 256" name="T1"/>
                <a:gd fmla="*/ 0 w 161" name="T2"/>
                <a:gd fmla="*/ 256 h 256" name="T3"/>
                <a:gd fmla="*/ 161 w 161" name="T4"/>
                <a:gd fmla="*/ 128 h 256" name="T5"/>
                <a:gd fmla="*/ 0 w 161" name="T6"/>
                <a:gd fmla="*/ 0 h 256" name="T7"/>
              </a:gdLst>
              <a:ahLst/>
              <a:cxnLst>
                <a:cxn ang="0">
                  <a:pos x="T0" y="T1"/>
                </a:cxn>
                <a:cxn ang="0">
                  <a:pos x="T2" y="T3"/>
                </a:cxn>
                <a:cxn ang="0">
                  <a:pos x="T4" y="T5"/>
                </a:cxn>
                <a:cxn ang="0">
                  <a:pos x="T6" y="T7"/>
                </a:cxn>
              </a:cxnLst>
              <a:rect b="b" l="0" r="r" t="0"/>
              <a:pathLst>
                <a:path h="256" w="161">
                  <a:moveTo>
                    <a:pt x="0" y="0"/>
                  </a:moveTo>
                  <a:lnTo>
                    <a:pt x="0" y="256"/>
                  </a:lnTo>
                  <a:lnTo>
                    <a:pt x="161" y="128"/>
                  </a:lnTo>
                  <a:lnTo>
                    <a:pt x="0" y="0"/>
                  </a:lnTo>
                  <a:close/>
                </a:path>
              </a:pathLst>
            </a:custGeom>
            <a:grpFill/>
            <a:ln>
              <a:noFill/>
            </a:ln>
          </p:spPr>
          <p:txBody>
            <a:bodyPr anchor="t" anchorCtr="0" bIns="39705" compatLnSpc="1" lIns="79409" numCol="1" rIns="79409" tIns="39705" vert="horz" wrap="square">
              <a:normAutofit/>
            </a:bodyPr>
            <a:lstStyle/>
            <a:p>
              <a:endParaRPr lang="id-ID" sz="1050">
                <a:ln>
                  <a:solidFill>
                    <a:schemeClr val="bg2"/>
                  </a:solidFill>
                </a:ln>
                <a:latin charset="0" panose="020B0604020202020204" pitchFamily="34" typeface="Arial"/>
                <a:ea charset="-122" panose="020B0503020204020204" pitchFamily="34" typeface="微软雅黑"/>
                <a:sym charset="0" panose="020B0604020202020204" pitchFamily="34" typeface="Arial"/>
              </a:endParaRPr>
            </a:p>
          </p:txBody>
        </p:sp>
      </p:grpSp>
      <p:grpSp>
        <p:nvGrpSpPr>
          <p:cNvPr id="21" name="Group 21"/>
          <p:cNvGrpSpPr/>
          <p:nvPr/>
        </p:nvGrpSpPr>
        <p:grpSpPr>
          <a:xfrm rot="17100000">
            <a:off x="4173320" y="5044968"/>
            <a:ext cx="951515" cy="813366"/>
            <a:chOff x="2208213" y="4308475"/>
            <a:chExt cx="1313851" cy="1123184"/>
          </a:xfrm>
          <a:solidFill>
            <a:schemeClr val="accent3"/>
          </a:solidFill>
        </p:grpSpPr>
        <p:sp>
          <p:nvSpPr>
            <p:cNvPr id="22" name="Oval 18"/>
            <p:cNvSpPr>
              <a:spLocks noChangeArrowheads="1"/>
            </p:cNvSpPr>
            <p:nvPr/>
          </p:nvSpPr>
          <p:spPr bwMode="auto">
            <a:xfrm>
              <a:off x="2208213" y="4308475"/>
              <a:ext cx="885825" cy="889000"/>
            </a:xfrm>
            <a:prstGeom prst="ellipse">
              <a:avLst/>
            </a:prstGeom>
            <a:grpFill/>
            <a:ln>
              <a:noFill/>
            </a:ln>
          </p:spPr>
          <p:txBody>
            <a:bodyPr anchor="t" anchorCtr="0" bIns="39705" compatLnSpc="1" lIns="79409" numCol="1" rIns="79409" tIns="39705" vert="horz" wrap="square">
              <a:normAutofit/>
            </a:bodyPr>
            <a:lstStyle/>
            <a:p>
              <a:endParaRPr lang="id-ID" sz="1050">
                <a:ln>
                  <a:solidFill>
                    <a:schemeClr val="bg2"/>
                  </a:solidFill>
                </a:ln>
                <a:latin charset="0" panose="020B0604020202020204" pitchFamily="34" typeface="Arial"/>
                <a:ea charset="-122" panose="020B0503020204020204" pitchFamily="34" typeface="微软雅黑"/>
                <a:sym charset="0" panose="020B0604020202020204" pitchFamily="34" typeface="Arial"/>
              </a:endParaRPr>
            </a:p>
          </p:txBody>
        </p:sp>
        <p:sp>
          <p:nvSpPr>
            <p:cNvPr id="23" name="Freeform 31"/>
            <p:cNvSpPr/>
            <p:nvPr/>
          </p:nvSpPr>
          <p:spPr bwMode="auto">
            <a:xfrm rot="2700000">
              <a:off x="3093668" y="5003263"/>
              <a:ext cx="330801" cy="525991"/>
            </a:xfrm>
            <a:custGeom>
              <a:avLst/>
              <a:gdLst>
                <a:gd fmla="*/ 0 w 161" name="T0"/>
                <a:gd fmla="*/ 0 h 256" name="T1"/>
                <a:gd fmla="*/ 0 w 161" name="T2"/>
                <a:gd fmla="*/ 256 h 256" name="T3"/>
                <a:gd fmla="*/ 161 w 161" name="T4"/>
                <a:gd fmla="*/ 128 h 256" name="T5"/>
                <a:gd fmla="*/ 0 w 161" name="T6"/>
                <a:gd fmla="*/ 0 h 256" name="T7"/>
              </a:gdLst>
              <a:ahLst/>
              <a:cxnLst>
                <a:cxn ang="0">
                  <a:pos x="T0" y="T1"/>
                </a:cxn>
                <a:cxn ang="0">
                  <a:pos x="T2" y="T3"/>
                </a:cxn>
                <a:cxn ang="0">
                  <a:pos x="T4" y="T5"/>
                </a:cxn>
                <a:cxn ang="0">
                  <a:pos x="T6" y="T7"/>
                </a:cxn>
              </a:cxnLst>
              <a:rect b="b" l="0" r="r" t="0"/>
              <a:pathLst>
                <a:path h="256" w="161">
                  <a:moveTo>
                    <a:pt x="0" y="0"/>
                  </a:moveTo>
                  <a:lnTo>
                    <a:pt x="0" y="256"/>
                  </a:lnTo>
                  <a:lnTo>
                    <a:pt x="161" y="128"/>
                  </a:lnTo>
                  <a:lnTo>
                    <a:pt x="0" y="0"/>
                  </a:lnTo>
                  <a:close/>
                </a:path>
              </a:pathLst>
            </a:custGeom>
            <a:grpFill/>
            <a:ln>
              <a:noFill/>
            </a:ln>
          </p:spPr>
          <p:txBody>
            <a:bodyPr anchor="t" anchorCtr="0" bIns="39705" compatLnSpc="1" lIns="79409" numCol="1" rIns="79409" tIns="39705" vert="horz" wrap="square">
              <a:normAutofit/>
            </a:bodyPr>
            <a:lstStyle/>
            <a:p>
              <a:endParaRPr lang="id-ID" sz="1050">
                <a:ln>
                  <a:solidFill>
                    <a:schemeClr val="bg2"/>
                  </a:solidFill>
                </a:ln>
                <a:latin charset="0" panose="020B0604020202020204" pitchFamily="34" typeface="Arial"/>
                <a:ea charset="-122" panose="020B0503020204020204" pitchFamily="34" typeface="微软雅黑"/>
                <a:sym charset="0" panose="020B0604020202020204" pitchFamily="34" typeface="Arial"/>
              </a:endParaRPr>
            </a:p>
          </p:txBody>
        </p:sp>
      </p:grpSp>
      <p:grpSp>
        <p:nvGrpSpPr>
          <p:cNvPr id="24" name="Group 18"/>
          <p:cNvGrpSpPr/>
          <p:nvPr/>
        </p:nvGrpSpPr>
        <p:grpSpPr>
          <a:xfrm flipH="1">
            <a:off x="7522842" y="2496044"/>
            <a:ext cx="951440" cy="813426"/>
            <a:chOff x="2208213" y="4308475"/>
            <a:chExt cx="1313851" cy="1123184"/>
          </a:xfrm>
          <a:solidFill>
            <a:schemeClr val="accent2"/>
          </a:solidFill>
        </p:grpSpPr>
        <p:sp>
          <p:nvSpPr>
            <p:cNvPr id="25" name="Oval 18"/>
            <p:cNvSpPr>
              <a:spLocks noChangeArrowheads="1"/>
            </p:cNvSpPr>
            <p:nvPr/>
          </p:nvSpPr>
          <p:spPr bwMode="auto">
            <a:xfrm>
              <a:off x="2208213" y="4308475"/>
              <a:ext cx="885825" cy="889000"/>
            </a:xfrm>
            <a:prstGeom prst="ellipse">
              <a:avLst/>
            </a:prstGeom>
            <a:grpFill/>
            <a:ln>
              <a:noFill/>
            </a:ln>
          </p:spPr>
          <p:txBody>
            <a:bodyPr anchor="t" anchorCtr="0" bIns="39705" compatLnSpc="1" lIns="79409" numCol="1" rIns="79409" tIns="39705" vert="horz" wrap="square">
              <a:normAutofit/>
            </a:bodyPr>
            <a:lstStyle/>
            <a:p>
              <a:endParaRPr lang="id-ID" sz="1050">
                <a:ln>
                  <a:solidFill>
                    <a:schemeClr val="bg2"/>
                  </a:solidFill>
                </a:ln>
                <a:latin charset="0" panose="020B0604020202020204" pitchFamily="34" typeface="Arial"/>
                <a:ea charset="-122" panose="020B0503020204020204" pitchFamily="34" typeface="微软雅黑"/>
                <a:sym charset="0" panose="020B0604020202020204" pitchFamily="34" typeface="Arial"/>
              </a:endParaRPr>
            </a:p>
          </p:txBody>
        </p:sp>
        <p:sp>
          <p:nvSpPr>
            <p:cNvPr id="40" name="Freeform 31"/>
            <p:cNvSpPr/>
            <p:nvPr/>
          </p:nvSpPr>
          <p:spPr bwMode="auto">
            <a:xfrm rot="2700000">
              <a:off x="3093668" y="5003263"/>
              <a:ext cx="330801" cy="525991"/>
            </a:xfrm>
            <a:custGeom>
              <a:avLst/>
              <a:gdLst>
                <a:gd fmla="*/ 0 w 161" name="T0"/>
                <a:gd fmla="*/ 0 h 256" name="T1"/>
                <a:gd fmla="*/ 0 w 161" name="T2"/>
                <a:gd fmla="*/ 256 h 256" name="T3"/>
                <a:gd fmla="*/ 161 w 161" name="T4"/>
                <a:gd fmla="*/ 128 h 256" name="T5"/>
                <a:gd fmla="*/ 0 w 161" name="T6"/>
                <a:gd fmla="*/ 0 h 256" name="T7"/>
              </a:gdLst>
              <a:ahLst/>
              <a:cxnLst>
                <a:cxn ang="0">
                  <a:pos x="T0" y="T1"/>
                </a:cxn>
                <a:cxn ang="0">
                  <a:pos x="T2" y="T3"/>
                </a:cxn>
                <a:cxn ang="0">
                  <a:pos x="T4" y="T5"/>
                </a:cxn>
                <a:cxn ang="0">
                  <a:pos x="T6" y="T7"/>
                </a:cxn>
              </a:cxnLst>
              <a:rect b="b" l="0" r="r" t="0"/>
              <a:pathLst>
                <a:path h="256" w="161">
                  <a:moveTo>
                    <a:pt x="0" y="0"/>
                  </a:moveTo>
                  <a:lnTo>
                    <a:pt x="0" y="256"/>
                  </a:lnTo>
                  <a:lnTo>
                    <a:pt x="161" y="128"/>
                  </a:lnTo>
                  <a:lnTo>
                    <a:pt x="0" y="0"/>
                  </a:lnTo>
                  <a:close/>
                </a:path>
              </a:pathLst>
            </a:custGeom>
            <a:grpFill/>
            <a:ln>
              <a:noFill/>
            </a:ln>
          </p:spPr>
          <p:txBody>
            <a:bodyPr anchor="t" anchorCtr="0" bIns="39705" compatLnSpc="1" lIns="79409" numCol="1" rIns="79409" tIns="39705" vert="horz" wrap="square">
              <a:normAutofit/>
            </a:bodyPr>
            <a:lstStyle/>
            <a:p>
              <a:endParaRPr lang="id-ID" sz="1050">
                <a:ln>
                  <a:solidFill>
                    <a:schemeClr val="bg2"/>
                  </a:solidFill>
                </a:ln>
                <a:latin charset="0" panose="020B0604020202020204" pitchFamily="34" typeface="Arial"/>
                <a:ea charset="-122" panose="020B0503020204020204" pitchFamily="34" typeface="微软雅黑"/>
                <a:sym charset="0" panose="020B0604020202020204" pitchFamily="34" typeface="Arial"/>
              </a:endParaRPr>
            </a:p>
          </p:txBody>
        </p:sp>
      </p:grpSp>
      <p:grpSp>
        <p:nvGrpSpPr>
          <p:cNvPr id="41" name="Group 14"/>
          <p:cNvGrpSpPr/>
          <p:nvPr/>
        </p:nvGrpSpPr>
        <p:grpSpPr>
          <a:xfrm>
            <a:off x="4263273" y="2496044"/>
            <a:ext cx="951441" cy="813426"/>
            <a:chOff x="2208213" y="4308475"/>
            <a:chExt cx="1313851" cy="1123184"/>
          </a:xfrm>
        </p:grpSpPr>
        <p:sp>
          <p:nvSpPr>
            <p:cNvPr id="42" name="Oval 18"/>
            <p:cNvSpPr>
              <a:spLocks noChangeArrowheads="1"/>
            </p:cNvSpPr>
            <p:nvPr/>
          </p:nvSpPr>
          <p:spPr bwMode="auto">
            <a:xfrm>
              <a:off x="2208213" y="4308475"/>
              <a:ext cx="885825" cy="889000"/>
            </a:xfrm>
            <a:prstGeom prst="ellipse">
              <a:avLst/>
            </a:prstGeom>
            <a:solidFill>
              <a:schemeClr val="accent1"/>
            </a:solidFill>
            <a:ln>
              <a:noFill/>
            </a:ln>
          </p:spPr>
          <p:txBody>
            <a:bodyPr anchor="t" anchorCtr="0" bIns="39705" compatLnSpc="1" lIns="79409" numCol="1" rIns="79409" tIns="39705" vert="horz" wrap="square">
              <a:normAutofit/>
            </a:bodyPr>
            <a:lstStyle/>
            <a:p>
              <a:endParaRPr lang="id-ID" sz="1050">
                <a:ln>
                  <a:solidFill>
                    <a:schemeClr val="bg2"/>
                  </a:solidFill>
                </a:ln>
                <a:latin charset="0" panose="020B0604020202020204" pitchFamily="34" typeface="Arial"/>
                <a:ea charset="-122" panose="020B0503020204020204" pitchFamily="34" typeface="微软雅黑"/>
                <a:sym charset="0" panose="020B0604020202020204" pitchFamily="34" typeface="Arial"/>
              </a:endParaRPr>
            </a:p>
          </p:txBody>
        </p:sp>
        <p:sp>
          <p:nvSpPr>
            <p:cNvPr id="43" name="Freeform 31"/>
            <p:cNvSpPr/>
            <p:nvPr/>
          </p:nvSpPr>
          <p:spPr bwMode="auto">
            <a:xfrm rot="2700000">
              <a:off x="3093668" y="5003263"/>
              <a:ext cx="330801" cy="525991"/>
            </a:xfrm>
            <a:custGeom>
              <a:avLst/>
              <a:gdLst>
                <a:gd fmla="*/ 0 w 161" name="T0"/>
                <a:gd fmla="*/ 0 h 256" name="T1"/>
                <a:gd fmla="*/ 0 w 161" name="T2"/>
                <a:gd fmla="*/ 256 h 256" name="T3"/>
                <a:gd fmla="*/ 161 w 161" name="T4"/>
                <a:gd fmla="*/ 128 h 256" name="T5"/>
                <a:gd fmla="*/ 0 w 161" name="T6"/>
                <a:gd fmla="*/ 0 h 256" name="T7"/>
              </a:gdLst>
              <a:ahLst/>
              <a:cxnLst>
                <a:cxn ang="0">
                  <a:pos x="T0" y="T1"/>
                </a:cxn>
                <a:cxn ang="0">
                  <a:pos x="T2" y="T3"/>
                </a:cxn>
                <a:cxn ang="0">
                  <a:pos x="T4" y="T5"/>
                </a:cxn>
                <a:cxn ang="0">
                  <a:pos x="T6" y="T7"/>
                </a:cxn>
              </a:cxnLst>
              <a:rect b="b" l="0" r="r" t="0"/>
              <a:pathLst>
                <a:path h="256" w="161">
                  <a:moveTo>
                    <a:pt x="0" y="0"/>
                  </a:moveTo>
                  <a:lnTo>
                    <a:pt x="0" y="256"/>
                  </a:lnTo>
                  <a:lnTo>
                    <a:pt x="161" y="128"/>
                  </a:lnTo>
                  <a:lnTo>
                    <a:pt x="0" y="0"/>
                  </a:lnTo>
                  <a:close/>
                </a:path>
              </a:pathLst>
            </a:custGeom>
            <a:solidFill>
              <a:schemeClr val="accent1"/>
            </a:solidFill>
            <a:ln>
              <a:noFill/>
            </a:ln>
          </p:spPr>
          <p:txBody>
            <a:bodyPr anchor="t" anchorCtr="0" bIns="39705" compatLnSpc="1" lIns="79409" numCol="1" rIns="79409" tIns="39705" vert="horz" wrap="square">
              <a:normAutofit/>
            </a:bodyPr>
            <a:lstStyle/>
            <a:p>
              <a:endParaRPr lang="id-ID" sz="1050">
                <a:ln>
                  <a:solidFill>
                    <a:schemeClr val="bg2"/>
                  </a:solidFill>
                </a:ln>
                <a:latin charset="0" panose="020B0604020202020204" pitchFamily="34" typeface="Arial"/>
                <a:ea charset="-122" panose="020B0503020204020204" pitchFamily="34" typeface="微软雅黑"/>
                <a:sym charset="0" panose="020B0604020202020204" pitchFamily="34" typeface="Arial"/>
              </a:endParaRPr>
            </a:p>
          </p:txBody>
        </p:sp>
      </p:grpSp>
      <p:sp>
        <p:nvSpPr>
          <p:cNvPr id="44" name="Text Placeholder 7"/>
          <p:cNvSpPr txBox="1"/>
          <p:nvPr/>
        </p:nvSpPr>
        <p:spPr>
          <a:xfrm>
            <a:off x="4254035" y="2567853"/>
            <a:ext cx="624041" cy="484740"/>
          </a:xfrm>
          <a:prstGeom prst="rect">
            <a:avLst/>
          </a:prstGeom>
        </p:spPr>
        <p:txBody>
          <a:bodyPr anchor="ctr" bIns="90216" lIns="0" rIns="0" tIns="90216" vert="horz">
            <a:normAutofit/>
          </a:bodyPr>
          <a:lstStyle>
            <a:lvl1pPr algn="ctr" defTabSz="914400" eaLnBrk="1" hangingPunct="1" indent="0" latinLnBrk="0" marL="0" rtl="0">
              <a:lnSpc>
                <a:spcPct val="100000"/>
              </a:lnSpc>
              <a:spcBef>
                <a:spcPts val="0"/>
              </a:spcBef>
              <a:buFont charset="0" panose="020B0604020202020204" pitchFamily="34" typeface="Arial"/>
              <a:buNone/>
              <a:defRPr b="1" kern="1200" sz="2965">
                <a:ln>
                  <a:noFill/>
                </a:ln>
                <a:solidFill>
                  <a:schemeClr val="bg1"/>
                </a:solidFill>
                <a:latin typeface="League Gothic Regular"/>
                <a:ea typeface="+mn-ea"/>
                <a:cs typeface="League Gothic Regular"/>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b="0" dirty="0" lang="es-ES_tradnl" sz="1800">
                <a:latin charset="0" panose="020B0604020202020204" pitchFamily="34" typeface="Arial"/>
                <a:ea charset="-122" panose="020B0503020204020204" pitchFamily="34" typeface="微软雅黑"/>
                <a:sym charset="0" panose="020B0604020202020204" pitchFamily="34" typeface="Arial"/>
              </a:rPr>
              <a:t>01</a:t>
            </a:r>
            <a:endParaRPr b="0" dirty="0" lang="es-ES_tradnl" sz="1800">
              <a:latin charset="0" panose="020B0604020202020204" pitchFamily="34" typeface="Arial"/>
              <a:ea charset="-122" panose="020B0503020204020204" pitchFamily="34" typeface="微软雅黑"/>
              <a:sym charset="0" panose="020B0604020202020204" pitchFamily="34" typeface="Arial"/>
            </a:endParaRPr>
          </a:p>
        </p:txBody>
      </p:sp>
      <p:sp>
        <p:nvSpPr>
          <p:cNvPr id="45" name="Text Placeholder 2"/>
          <p:cNvSpPr txBox="1"/>
          <p:nvPr/>
        </p:nvSpPr>
        <p:spPr>
          <a:xfrm>
            <a:off x="1289050" y="2524125"/>
            <a:ext cx="2731770" cy="1549400"/>
          </a:xfrm>
          <a:prstGeom prst="rect">
            <a:avLst/>
          </a:prstGeom>
        </p:spPr>
        <p:txBody>
          <a:bodyPr bIns="0" lIns="0" rIns="0" tIns="0" vert="horz" wrap="square">
            <a:normAutofit/>
          </a:bodyPr>
          <a:lstStyle>
            <a:lvl1pPr algn="l" defTabSz="914400" eaLnBrk="1" hangingPunct="1" indent="0" latinLnBrk="0" marL="0" rtl="0">
              <a:lnSpc>
                <a:spcPct val="120000"/>
              </a:lnSpc>
              <a:spcBef>
                <a:spcPts val="0"/>
              </a:spcBef>
              <a:buFont charset="0" panose="020B0604020202020204" pitchFamily="34" typeface="Arial"/>
              <a:buNone/>
              <a:defRPr b="0" baseline="0" kern="1200" sz="890">
                <a:solidFill>
                  <a:schemeClr val="tx1">
                    <a:lumMod val="50000"/>
                    <a:lumOff val="50000"/>
                  </a:schemeClr>
                </a:solidFill>
                <a:latin typeface="Lato Regular"/>
                <a:ea typeface="+mn-ea"/>
                <a:cs typeface="Lato Regular"/>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采用XGBoost算法，因其高效处理结构化数据、支持正则化防止过拟合，且能自动处理缺失值，提升预测稳定性与泛化能力。</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46" name="Text Placeholder 7"/>
          <p:cNvSpPr txBox="1"/>
          <p:nvPr/>
        </p:nvSpPr>
        <p:spPr>
          <a:xfrm>
            <a:off x="4212515" y="5330420"/>
            <a:ext cx="624041" cy="484740"/>
          </a:xfrm>
          <a:prstGeom prst="rect">
            <a:avLst/>
          </a:prstGeom>
        </p:spPr>
        <p:txBody>
          <a:bodyPr anchor="ctr" bIns="90216" lIns="0" rIns="0" tIns="90216" vert="horz">
            <a:normAutofit/>
          </a:bodyPr>
          <a:lstStyle>
            <a:lvl1pPr algn="ctr" defTabSz="914400" eaLnBrk="1" hangingPunct="1" indent="0" latinLnBrk="0" marL="0" rtl="0">
              <a:lnSpc>
                <a:spcPct val="100000"/>
              </a:lnSpc>
              <a:spcBef>
                <a:spcPts val="0"/>
              </a:spcBef>
              <a:buFont charset="0" panose="020B0604020202020204" pitchFamily="34" typeface="Arial"/>
              <a:buNone/>
              <a:defRPr b="1" kern="1200" sz="2965">
                <a:solidFill>
                  <a:schemeClr val="bg1"/>
                </a:solidFill>
                <a:latin typeface="League Gothic Regular"/>
                <a:ea typeface="+mn-ea"/>
                <a:cs typeface="League Gothic Regular"/>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b="0" dirty="0" lang="es-ES_tradnl" sz="1800">
                <a:latin charset="0" panose="020B0604020202020204" pitchFamily="34" typeface="Arial"/>
                <a:ea charset="-122" panose="020B0503020204020204" pitchFamily="34" typeface="微软雅黑"/>
                <a:sym charset="0" panose="020B0604020202020204" pitchFamily="34" typeface="Arial"/>
              </a:rPr>
              <a:t>03</a:t>
            </a:r>
            <a:endParaRPr b="0" dirty="0" lang="es-ES_tradnl" sz="1800">
              <a:latin charset="0" panose="020B0604020202020204" pitchFamily="34" typeface="Arial"/>
              <a:ea charset="-122" panose="020B0503020204020204" pitchFamily="34" typeface="微软雅黑"/>
              <a:sym charset="0" panose="020B0604020202020204" pitchFamily="34" typeface="Arial"/>
            </a:endParaRPr>
          </a:p>
        </p:txBody>
      </p:sp>
      <p:sp>
        <p:nvSpPr>
          <p:cNvPr id="47" name="Text Placeholder 2"/>
          <p:cNvSpPr txBox="1"/>
          <p:nvPr/>
        </p:nvSpPr>
        <p:spPr>
          <a:xfrm>
            <a:off x="1087755" y="5274945"/>
            <a:ext cx="2933065" cy="1549400"/>
          </a:xfrm>
          <a:prstGeom prst="rect">
            <a:avLst/>
          </a:prstGeom>
        </p:spPr>
        <p:txBody>
          <a:bodyPr bIns="0" lIns="0" rIns="0" tIns="0" vert="horz" wrap="square">
            <a:normAutofit/>
          </a:bodyPr>
          <a:lstStyle>
            <a:lvl1pPr algn="l" defTabSz="914400" eaLnBrk="1" hangingPunct="1" indent="0" latinLnBrk="0" marL="0" rtl="0">
              <a:lnSpc>
                <a:spcPct val="120000"/>
              </a:lnSpc>
              <a:spcBef>
                <a:spcPts val="0"/>
              </a:spcBef>
              <a:buFont charset="0" panose="020B0604020202020204" pitchFamily="34" typeface="Arial"/>
              <a:buNone/>
              <a:defRPr b="0" baseline="0" kern="1200" sz="890">
                <a:solidFill>
                  <a:schemeClr val="tx1">
                    <a:lumMod val="50000"/>
                    <a:lumOff val="50000"/>
                  </a:schemeClr>
                </a:solidFill>
                <a:latin typeface="Lato Regular"/>
                <a:ea typeface="+mn-ea"/>
                <a:cs typeface="Lato Regular"/>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特征工程优化：集成历史时序数据、环境变量及实时指标，通过交叉验证选择最优特征组合，降低噪声干扰。</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48" name="Text Placeholder 7"/>
          <p:cNvSpPr txBox="1"/>
          <p:nvPr/>
        </p:nvSpPr>
        <p:spPr>
          <a:xfrm>
            <a:off x="7849723" y="2567853"/>
            <a:ext cx="624041" cy="484740"/>
          </a:xfrm>
          <a:prstGeom prst="rect">
            <a:avLst/>
          </a:prstGeom>
        </p:spPr>
        <p:txBody>
          <a:bodyPr anchor="ctr" bIns="90216" lIns="0" rIns="0" tIns="90216" vert="horz">
            <a:normAutofit/>
          </a:bodyPr>
          <a:lstStyle>
            <a:lvl1pPr algn="ctr" defTabSz="914400" eaLnBrk="1" hangingPunct="1" indent="0" latinLnBrk="0" marL="0" rtl="0">
              <a:lnSpc>
                <a:spcPct val="100000"/>
              </a:lnSpc>
              <a:spcBef>
                <a:spcPts val="0"/>
              </a:spcBef>
              <a:buFont charset="0" panose="020B0604020202020204" pitchFamily="34" typeface="Arial"/>
              <a:buNone/>
              <a:defRPr b="1" kern="1200" sz="2965">
                <a:solidFill>
                  <a:schemeClr val="bg1"/>
                </a:solidFill>
                <a:latin typeface="League Gothic Regular"/>
                <a:ea typeface="+mn-ea"/>
                <a:cs typeface="League Gothic Regular"/>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b="0" dirty="0" lang="es-ES_tradnl" sz="1800">
                <a:latin charset="0" panose="020B0604020202020204" pitchFamily="34" typeface="Arial"/>
                <a:ea charset="-122" panose="020B0503020204020204" pitchFamily="34" typeface="微软雅黑"/>
                <a:sym charset="0" panose="020B0604020202020204" pitchFamily="34" typeface="Arial"/>
              </a:rPr>
              <a:t>02</a:t>
            </a:r>
            <a:endParaRPr b="0" dirty="0" lang="es-ES_tradnl" sz="1800">
              <a:latin charset="0" panose="020B0604020202020204" pitchFamily="34" typeface="Arial"/>
              <a:ea charset="-122" panose="020B0503020204020204" pitchFamily="34" typeface="微软雅黑"/>
              <a:sym charset="0" panose="020B0604020202020204" pitchFamily="34" typeface="Arial"/>
            </a:endParaRPr>
          </a:p>
        </p:txBody>
      </p:sp>
      <p:sp>
        <p:nvSpPr>
          <p:cNvPr id="49" name="Text Placeholder 2"/>
          <p:cNvSpPr txBox="1"/>
          <p:nvPr/>
        </p:nvSpPr>
        <p:spPr>
          <a:xfrm>
            <a:off x="8759825" y="2519045"/>
            <a:ext cx="3425190" cy="1549400"/>
          </a:xfrm>
          <a:prstGeom prst="rect">
            <a:avLst/>
          </a:prstGeom>
        </p:spPr>
        <p:txBody>
          <a:bodyPr bIns="0" lIns="0" rIns="0" tIns="0" vert="horz" wrap="square">
            <a:normAutofit/>
          </a:bodyPr>
          <a:lstStyle>
            <a:lvl1pPr algn="l" defTabSz="914400" eaLnBrk="1" hangingPunct="1" indent="0" latinLnBrk="0" marL="0" rtl="0">
              <a:lnSpc>
                <a:spcPct val="120000"/>
              </a:lnSpc>
              <a:spcBef>
                <a:spcPts val="0"/>
              </a:spcBef>
              <a:buFont charset="0" panose="020B0604020202020204" pitchFamily="34" typeface="Arial"/>
              <a:buNone/>
              <a:defRPr b="0" baseline="0" kern="1200" sz="890">
                <a:solidFill>
                  <a:schemeClr val="tx1">
                    <a:lumMod val="50000"/>
                    <a:lumOff val="50000"/>
                  </a:schemeClr>
                </a:solidFill>
                <a:latin typeface="Lato Regular"/>
                <a:ea typeface="+mn-ea"/>
                <a:cs typeface="Lato Regular"/>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多时间窗口策略：提前1天预测准确率达85%，提前2天为78%，当天预测提升至92%，显示临近事件预测精度显著提高。</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50" name="Text Placeholder 7"/>
          <p:cNvSpPr txBox="1"/>
          <p:nvPr/>
        </p:nvSpPr>
        <p:spPr>
          <a:xfrm>
            <a:off x="7932663" y="5297155"/>
            <a:ext cx="624041" cy="484740"/>
          </a:xfrm>
          <a:prstGeom prst="rect">
            <a:avLst/>
          </a:prstGeom>
        </p:spPr>
        <p:txBody>
          <a:bodyPr anchor="ctr" bIns="90216" lIns="0" rIns="0" tIns="90216" vert="horz">
            <a:normAutofit/>
          </a:bodyPr>
          <a:lstStyle>
            <a:lvl1pPr algn="ctr" defTabSz="914400" eaLnBrk="1" hangingPunct="1" indent="0" latinLnBrk="0" marL="0" rtl="0">
              <a:lnSpc>
                <a:spcPct val="100000"/>
              </a:lnSpc>
              <a:spcBef>
                <a:spcPts val="0"/>
              </a:spcBef>
              <a:buFont charset="0" panose="020B0604020202020204" pitchFamily="34" typeface="Arial"/>
              <a:buNone/>
              <a:defRPr b="1" kern="1200" sz="2965">
                <a:solidFill>
                  <a:schemeClr val="bg1"/>
                </a:solidFill>
                <a:latin typeface="League Gothic Regular"/>
                <a:ea typeface="+mn-ea"/>
                <a:cs typeface="League Gothic Regular"/>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b="0" dirty="0" lang="es-ES_tradnl" sz="1800">
                <a:latin charset="0" panose="020B0604020202020204" pitchFamily="34" typeface="Arial"/>
                <a:ea charset="-122" panose="020B0503020204020204" pitchFamily="34" typeface="微软雅黑"/>
                <a:sym charset="0" panose="020B0604020202020204" pitchFamily="34" typeface="Arial"/>
              </a:rPr>
              <a:t>04</a:t>
            </a:r>
            <a:endParaRPr b="0" dirty="0" lang="es-ES_tradnl" sz="1800">
              <a:latin charset="0" panose="020B0604020202020204" pitchFamily="34" typeface="Arial"/>
              <a:ea charset="-122" panose="020B0503020204020204" pitchFamily="34" typeface="微软雅黑"/>
              <a:sym charset="0" panose="020B0604020202020204" pitchFamily="34" typeface="Arial"/>
            </a:endParaRPr>
          </a:p>
        </p:txBody>
      </p:sp>
      <p:sp>
        <p:nvSpPr>
          <p:cNvPr id="51" name="Text Placeholder 2"/>
          <p:cNvSpPr txBox="1"/>
          <p:nvPr/>
        </p:nvSpPr>
        <p:spPr>
          <a:xfrm>
            <a:off x="8759825" y="5274945"/>
            <a:ext cx="3425190" cy="1549400"/>
          </a:xfrm>
          <a:prstGeom prst="rect">
            <a:avLst/>
          </a:prstGeom>
        </p:spPr>
        <p:txBody>
          <a:bodyPr bIns="0" lIns="0" rIns="0" tIns="0" vert="horz" wrap="square">
            <a:normAutofit/>
          </a:bodyPr>
          <a:lstStyle>
            <a:lvl1pPr algn="l" defTabSz="914400" eaLnBrk="1" hangingPunct="1" indent="0" latinLnBrk="0" marL="0" rtl="0">
              <a:lnSpc>
                <a:spcPct val="120000"/>
              </a:lnSpc>
              <a:spcBef>
                <a:spcPts val="0"/>
              </a:spcBef>
              <a:buFont charset="0" panose="020B0604020202020204" pitchFamily="34" typeface="Arial"/>
              <a:buNone/>
              <a:defRPr b="0" baseline="0" kern="1200" sz="890">
                <a:solidFill>
                  <a:schemeClr val="tx1">
                    <a:lumMod val="50000"/>
                    <a:lumOff val="50000"/>
                  </a:schemeClr>
                </a:solidFill>
                <a:latin typeface="Lato Regular"/>
                <a:ea typeface="+mn-ea"/>
                <a:cs typeface="Lato Regular"/>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模型评估：使用ROC曲线与AUC值量化分类性能，F1分数在不同窗口下均超过0.8，验证策略鲁棒性。</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52" name="Shape 1719"/>
          <p:cNvSpPr/>
          <p:nvPr/>
        </p:nvSpPr>
        <p:spPr>
          <a:xfrm>
            <a:off x="4796125" y="3874359"/>
            <a:ext cx="1558843" cy="1870406"/>
          </a:xfrm>
          <a:custGeom>
            <a:avLst/>
            <a:gdLst/>
            <a:ahLst/>
            <a:cxnLst>
              <a:cxn ang="0">
                <a:pos x="wd2" y="hd2"/>
              </a:cxn>
              <a:cxn ang="5400000">
                <a:pos x="wd2" y="hd2"/>
              </a:cxn>
              <a:cxn ang="10800000">
                <a:pos x="wd2" y="hd2"/>
              </a:cxn>
              <a:cxn ang="16200000">
                <a:pos x="wd2" y="hd2"/>
              </a:cxn>
            </a:cxnLst>
            <a:rect b="b" l="0" r="r" t="0"/>
            <a:pathLst>
              <a:path extrusionOk="0" h="21600" w="21600">
                <a:moveTo>
                  <a:pt x="21544" y="21600"/>
                </a:moveTo>
                <a:lnTo>
                  <a:pt x="17863" y="16372"/>
                </a:lnTo>
                <a:lnTo>
                  <a:pt x="21600" y="11064"/>
                </a:lnTo>
                <a:cubicBezTo>
                  <a:pt x="16705" y="10632"/>
                  <a:pt x="12832" y="7246"/>
                  <a:pt x="12619" y="3093"/>
                </a:cubicBezTo>
                <a:lnTo>
                  <a:pt x="6294" y="0"/>
                </a:lnTo>
                <a:lnTo>
                  <a:pt x="0" y="3080"/>
                </a:lnTo>
                <a:cubicBezTo>
                  <a:pt x="216" y="13022"/>
                  <a:pt x="9708" y="21118"/>
                  <a:pt x="21544" y="21600"/>
                </a:cubicBezTo>
                <a:close/>
              </a:path>
            </a:pathLst>
          </a:custGeom>
          <a:solidFill>
            <a:schemeClr val="accent3"/>
          </a:solidFill>
          <a:ln w="12700">
            <a:miter lim="400000"/>
          </a:ln>
        </p:spPr>
        <p:txBody>
          <a:bodyPr anchor="ctr" bIns="9813" lIns="9813" rIns="9813" tIns="9813">
            <a:normAutofit/>
          </a:bodyPr>
          <a:lstStyle/>
          <a:p>
            <a:pPr defTabSz="117475">
              <a:defRPr sz="3000">
                <a:solidFill>
                  <a:srgbClr val="FFFFFF"/>
                </a:solidFill>
                <a:effectLst>
                  <a:outerShdw blurRad="38100" dir="5400000" dist="12700" rotWithShape="0">
                    <a:srgbClr val="000000">
                      <a:alpha val="50000"/>
                    </a:srgbClr>
                  </a:outerShdw>
                </a:effectLst>
                <a:latin typeface="Gill Sans"/>
                <a:ea typeface="Gill Sans"/>
                <a:cs typeface="Gill Sans"/>
                <a:sym typeface="Gill Sans"/>
              </a:defRPr>
            </a:pPr>
            <a:endParaRPr sz="800">
              <a:latin charset="0" panose="020B0604020202020204" pitchFamily="34" typeface="Arial"/>
              <a:ea charset="-122" panose="020B0503020204020204" pitchFamily="34" typeface="微软雅黑"/>
              <a:sym charset="0" panose="020B0604020202020204" pitchFamily="34" typeface="Arial"/>
            </a:endParaRPr>
          </a:p>
        </p:txBody>
      </p:sp>
      <p:sp>
        <p:nvSpPr>
          <p:cNvPr id="53" name="Shape 1720"/>
          <p:cNvSpPr/>
          <p:nvPr/>
        </p:nvSpPr>
        <p:spPr>
          <a:xfrm>
            <a:off x="6166927" y="4188007"/>
            <a:ext cx="1870348" cy="1559044"/>
          </a:xfrm>
          <a:custGeom>
            <a:avLst/>
            <a:gdLst/>
            <a:ahLst/>
            <a:cxnLst>
              <a:cxn ang="0">
                <a:pos x="wd2" y="hd2"/>
              </a:cxn>
              <a:cxn ang="5400000">
                <a:pos x="wd2" y="hd2"/>
              </a:cxn>
              <a:cxn ang="10800000">
                <a:pos x="wd2" y="hd2"/>
              </a:cxn>
              <a:cxn ang="16200000">
                <a:pos x="wd2" y="hd2"/>
              </a:cxn>
            </a:cxnLst>
            <a:rect b="b" l="0" r="r" t="0"/>
            <a:pathLst>
              <a:path extrusionOk="0" h="21600" w="21600">
                <a:moveTo>
                  <a:pt x="0" y="15305"/>
                </a:moveTo>
                <a:lnTo>
                  <a:pt x="3079" y="21600"/>
                </a:lnTo>
                <a:cubicBezTo>
                  <a:pt x="13022" y="21383"/>
                  <a:pt x="21117" y="11891"/>
                  <a:pt x="21600" y="57"/>
                </a:cubicBezTo>
                <a:lnTo>
                  <a:pt x="16372" y="3738"/>
                </a:lnTo>
                <a:lnTo>
                  <a:pt x="11063" y="0"/>
                </a:lnTo>
                <a:cubicBezTo>
                  <a:pt x="10631" y="4895"/>
                  <a:pt x="7245" y="8768"/>
                  <a:pt x="3093" y="8981"/>
                </a:cubicBezTo>
                <a:cubicBezTo>
                  <a:pt x="3093" y="8981"/>
                  <a:pt x="0" y="15305"/>
                  <a:pt x="0" y="15305"/>
                </a:cubicBezTo>
                <a:close/>
              </a:path>
            </a:pathLst>
          </a:custGeom>
          <a:solidFill>
            <a:schemeClr val="accent4"/>
          </a:solidFill>
          <a:ln w="12700">
            <a:miter lim="400000"/>
          </a:ln>
        </p:spPr>
        <p:txBody>
          <a:bodyPr anchor="ctr" bIns="9813" lIns="9813" rIns="9813" tIns="9813">
            <a:normAutofit/>
          </a:bodyPr>
          <a:lstStyle/>
          <a:p>
            <a:pPr defTabSz="117475">
              <a:defRPr sz="3000">
                <a:solidFill>
                  <a:srgbClr val="FFFFFF"/>
                </a:solidFill>
                <a:effectLst>
                  <a:outerShdw blurRad="38100" dir="5400000" dist="12700" rotWithShape="0">
                    <a:srgbClr val="000000">
                      <a:alpha val="50000"/>
                    </a:srgbClr>
                  </a:outerShdw>
                </a:effectLst>
                <a:latin typeface="Gill Sans"/>
                <a:ea typeface="Gill Sans"/>
                <a:cs typeface="Gill Sans"/>
                <a:sym typeface="Gill Sans"/>
              </a:defRPr>
            </a:pPr>
            <a:endParaRPr sz="800">
              <a:latin charset="0" panose="020B0604020202020204" pitchFamily="34" typeface="Arial"/>
              <a:ea charset="-122" panose="020B0503020204020204" pitchFamily="34" typeface="微软雅黑"/>
              <a:sym charset="0" panose="020B0604020202020204" pitchFamily="34" typeface="Arial"/>
            </a:endParaRPr>
          </a:p>
        </p:txBody>
      </p:sp>
      <p:sp>
        <p:nvSpPr>
          <p:cNvPr id="54" name="Shape 1721"/>
          <p:cNvSpPr/>
          <p:nvPr/>
        </p:nvSpPr>
        <p:spPr>
          <a:xfrm>
            <a:off x="6468922" y="2520901"/>
            <a:ext cx="1558843" cy="1870406"/>
          </a:xfrm>
          <a:custGeom>
            <a:avLst/>
            <a:gdLst/>
            <a:ahLst/>
            <a:cxnLst>
              <a:cxn ang="0">
                <a:pos x="wd2" y="hd2"/>
              </a:cxn>
              <a:cxn ang="5400000">
                <a:pos x="wd2" y="hd2"/>
              </a:cxn>
              <a:cxn ang="10800000">
                <a:pos x="wd2" y="hd2"/>
              </a:cxn>
              <a:cxn ang="16200000">
                <a:pos x="wd2" y="hd2"/>
              </a:cxn>
            </a:cxnLst>
            <a:rect b="b" l="0" r="r" t="0"/>
            <a:pathLst>
              <a:path extrusionOk="0" h="21600" w="21600">
                <a:moveTo>
                  <a:pt x="21600" y="18521"/>
                </a:moveTo>
                <a:cubicBezTo>
                  <a:pt x="21384" y="8578"/>
                  <a:pt x="11891" y="483"/>
                  <a:pt x="56" y="0"/>
                </a:cubicBezTo>
                <a:lnTo>
                  <a:pt x="3737" y="5228"/>
                </a:lnTo>
                <a:lnTo>
                  <a:pt x="0" y="10536"/>
                </a:lnTo>
                <a:cubicBezTo>
                  <a:pt x="4895" y="10968"/>
                  <a:pt x="8767" y="14353"/>
                  <a:pt x="8981" y="18507"/>
                </a:cubicBezTo>
                <a:lnTo>
                  <a:pt x="15305" y="21600"/>
                </a:lnTo>
                <a:cubicBezTo>
                  <a:pt x="15305" y="21600"/>
                  <a:pt x="21600" y="18521"/>
                  <a:pt x="21600" y="18521"/>
                </a:cubicBezTo>
                <a:close/>
              </a:path>
            </a:pathLst>
          </a:custGeom>
          <a:solidFill>
            <a:schemeClr val="accent2"/>
          </a:solidFill>
          <a:ln w="12700">
            <a:miter lim="400000"/>
          </a:ln>
        </p:spPr>
        <p:txBody>
          <a:bodyPr anchor="ctr" bIns="9813" lIns="9813" rIns="9813" tIns="9813">
            <a:normAutofit/>
          </a:bodyPr>
          <a:lstStyle/>
          <a:p>
            <a:pPr defTabSz="117475">
              <a:defRPr sz="3000">
                <a:solidFill>
                  <a:srgbClr val="FFFFFF"/>
                </a:solidFill>
                <a:effectLst>
                  <a:outerShdw blurRad="38100" dir="5400000" dist="12700" rotWithShape="0">
                    <a:srgbClr val="000000">
                      <a:alpha val="50000"/>
                    </a:srgbClr>
                  </a:outerShdw>
                </a:effectLst>
                <a:latin typeface="Gill Sans"/>
                <a:ea typeface="Gill Sans"/>
                <a:cs typeface="Gill Sans"/>
                <a:sym typeface="Gill Sans"/>
              </a:defRPr>
            </a:pPr>
            <a:endParaRPr sz="800">
              <a:latin charset="0" panose="020B0604020202020204" pitchFamily="34" typeface="Arial"/>
              <a:ea charset="-122" panose="020B0503020204020204" pitchFamily="34" typeface="微软雅黑"/>
              <a:sym charset="0" panose="020B0604020202020204" pitchFamily="34" typeface="Arial"/>
            </a:endParaRPr>
          </a:p>
        </p:txBody>
      </p:sp>
      <p:sp>
        <p:nvSpPr>
          <p:cNvPr id="55" name="Shape 1722"/>
          <p:cNvSpPr/>
          <p:nvPr/>
        </p:nvSpPr>
        <p:spPr>
          <a:xfrm>
            <a:off x="4796124" y="2520903"/>
            <a:ext cx="1870348" cy="1558961"/>
          </a:xfrm>
          <a:custGeom>
            <a:avLst/>
            <a:gdLst/>
            <a:ahLst/>
            <a:cxnLst>
              <a:cxn ang="0">
                <a:pos x="wd2" y="hd2"/>
              </a:cxn>
              <a:cxn ang="5400000">
                <a:pos x="wd2" y="hd2"/>
              </a:cxn>
              <a:cxn ang="10800000">
                <a:pos x="wd2" y="hd2"/>
              </a:cxn>
              <a:cxn ang="16200000">
                <a:pos x="wd2" y="hd2"/>
              </a:cxn>
            </a:cxnLst>
            <a:rect b="b" l="0" r="r" t="0"/>
            <a:pathLst>
              <a:path extrusionOk="0" h="21600" w="21600">
                <a:moveTo>
                  <a:pt x="21600" y="6294"/>
                </a:moveTo>
                <a:lnTo>
                  <a:pt x="18521" y="0"/>
                </a:lnTo>
                <a:cubicBezTo>
                  <a:pt x="8577" y="216"/>
                  <a:pt x="483" y="9708"/>
                  <a:pt x="0" y="21544"/>
                </a:cubicBezTo>
                <a:lnTo>
                  <a:pt x="5227" y="17863"/>
                </a:lnTo>
                <a:lnTo>
                  <a:pt x="10537" y="21600"/>
                </a:lnTo>
                <a:cubicBezTo>
                  <a:pt x="10969" y="16705"/>
                  <a:pt x="14354" y="12832"/>
                  <a:pt x="18507" y="12619"/>
                </a:cubicBezTo>
                <a:cubicBezTo>
                  <a:pt x="18507" y="12619"/>
                  <a:pt x="21600" y="6294"/>
                  <a:pt x="21600" y="6294"/>
                </a:cubicBezTo>
                <a:close/>
              </a:path>
            </a:pathLst>
          </a:custGeom>
          <a:solidFill>
            <a:schemeClr val="accent1"/>
          </a:solidFill>
          <a:ln w="12700">
            <a:miter lim="400000"/>
          </a:ln>
        </p:spPr>
        <p:txBody>
          <a:bodyPr anchor="ctr" bIns="9813" lIns="9813" rIns="9813" tIns="9813">
            <a:normAutofit/>
          </a:bodyPr>
          <a:lstStyle/>
          <a:p>
            <a:pPr defTabSz="117475">
              <a:defRPr sz="3000">
                <a:solidFill>
                  <a:srgbClr val="FFFFFF"/>
                </a:solidFill>
                <a:effectLst>
                  <a:outerShdw blurRad="38100" dir="5400000" dist="12700" rotWithShape="0">
                    <a:srgbClr val="000000">
                      <a:alpha val="50000"/>
                    </a:srgbClr>
                  </a:outerShdw>
                </a:effectLst>
                <a:latin typeface="Gill Sans"/>
                <a:ea typeface="Gill Sans"/>
                <a:cs typeface="Gill Sans"/>
                <a:sym typeface="Gill Sans"/>
              </a:defRPr>
            </a:pPr>
            <a:endParaRPr sz="800">
              <a:latin charset="0" panose="020B0604020202020204" pitchFamily="34" typeface="Arial"/>
              <a:ea charset="-122" panose="020B0503020204020204" pitchFamily="34" typeface="微软雅黑"/>
              <a:sym charset="0" panose="020B0604020202020204" pitchFamily="34" typeface="Arial"/>
            </a:endParaRPr>
          </a:p>
        </p:txBody>
      </p:sp>
      <p:sp>
        <p:nvSpPr>
          <p:cNvPr id="56" name="Text Placeholder 7"/>
          <p:cNvSpPr txBox="1"/>
          <p:nvPr/>
        </p:nvSpPr>
        <p:spPr>
          <a:xfrm>
            <a:off x="5460257" y="2946309"/>
            <a:ext cx="503766" cy="677727"/>
          </a:xfrm>
          <a:prstGeom prst="rect">
            <a:avLst/>
          </a:prstGeom>
        </p:spPr>
        <p:txBody>
          <a:bodyPr anchor="ctr" bIns="0" lIns="0" rIns="0" tIns="0" vert="horz" wrap="square">
            <a:normAutofit/>
          </a:bodyPr>
          <a:lstStyle>
            <a:lvl1pPr algn="ctr" defTabSz="914400" eaLnBrk="1" hangingPunct="1" indent="0" latinLnBrk="0" marL="0" rtl="0">
              <a:lnSpc>
                <a:spcPct val="100000"/>
              </a:lnSpc>
              <a:spcBef>
                <a:spcPts val="0"/>
              </a:spcBef>
              <a:buFont charset="0" panose="020B0604020202020204" pitchFamily="34" typeface="Arial"/>
              <a:buNone/>
              <a:defRPr b="0" i="0" kern="1200" sz="2670">
                <a:solidFill>
                  <a:schemeClr val="bg1"/>
                </a:solidFill>
                <a:latin typeface="FontAwesome"/>
                <a:ea typeface="+mn-ea"/>
                <a:cs typeface="FontAwesome"/>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dirty="0" lang="zh-CN" sz="1400">
                <a:latin charset="0" panose="020B0604020202020204" pitchFamily="34" typeface="Arial"/>
                <a:ea charset="-122" panose="020B0503020204020204" pitchFamily="34" typeface="微软雅黑"/>
                <a:sym charset="0" panose="020B0604020202020204" pitchFamily="34" typeface="Arial"/>
              </a:rPr>
              <a:t>第一部分</a:t>
            </a:r>
            <a:endParaRPr altLang="zh-CN" dirty="0" lang="en-US" sz="1400">
              <a:latin charset="0" panose="020B0604020202020204" pitchFamily="34" typeface="Arial"/>
              <a:ea charset="-122" panose="020B0503020204020204" pitchFamily="34" typeface="微软雅黑"/>
              <a:sym charset="0" panose="020B0604020202020204" pitchFamily="34" typeface="Arial"/>
            </a:endParaRPr>
          </a:p>
        </p:txBody>
      </p:sp>
      <p:sp>
        <p:nvSpPr>
          <p:cNvPr id="57" name="Text Placeholder 7"/>
          <p:cNvSpPr txBox="1"/>
          <p:nvPr/>
        </p:nvSpPr>
        <p:spPr>
          <a:xfrm>
            <a:off x="5215688" y="4418415"/>
            <a:ext cx="503766" cy="677727"/>
          </a:xfrm>
          <a:prstGeom prst="rect">
            <a:avLst/>
          </a:prstGeom>
        </p:spPr>
        <p:txBody>
          <a:bodyPr anchor="ctr" bIns="0" lIns="0" rIns="0" tIns="0" vert="horz" wrap="square">
            <a:normAutofit/>
          </a:bodyPr>
          <a:lstStyle>
            <a:lvl1pPr algn="ctr" defTabSz="914400" eaLnBrk="1" hangingPunct="1" indent="0" latinLnBrk="0" marL="0" rtl="0">
              <a:lnSpc>
                <a:spcPct val="100000"/>
              </a:lnSpc>
              <a:spcBef>
                <a:spcPts val="0"/>
              </a:spcBef>
              <a:buFont charset="0" panose="020B0604020202020204" pitchFamily="34" typeface="Arial"/>
              <a:buNone/>
              <a:defRPr b="0" i="0" kern="1200" sz="2670">
                <a:solidFill>
                  <a:schemeClr val="bg1"/>
                </a:solidFill>
                <a:latin typeface="FontAwesome"/>
                <a:ea typeface="+mn-ea"/>
                <a:cs typeface="FontAwesome"/>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dirty="0" lang="zh-CN" sz="1400">
                <a:latin charset="0" panose="020B0604020202020204" pitchFamily="34" typeface="Arial"/>
                <a:ea charset="-122" panose="020B0503020204020204" pitchFamily="34" typeface="微软雅黑"/>
                <a:sym charset="0" panose="020B0604020202020204" pitchFamily="34" typeface="Arial"/>
              </a:rPr>
              <a:t>第三部分</a:t>
            </a:r>
            <a:endParaRPr altLang="zh-CN" dirty="0" lang="en-US" sz="1400">
              <a:latin charset="0" panose="020B0604020202020204" pitchFamily="34" typeface="Arial"/>
              <a:ea charset="-122" panose="020B0503020204020204" pitchFamily="34" typeface="微软雅黑"/>
              <a:sym charset="0" panose="020B0604020202020204" pitchFamily="34" typeface="Arial"/>
            </a:endParaRPr>
          </a:p>
          <a:p>
            <a:endParaRPr altLang="zh-CN" dirty="0" lang="en-US" sz="1400">
              <a:latin charset="0" panose="020B0604020202020204" pitchFamily="34" typeface="Arial"/>
              <a:ea charset="-122" panose="020B0503020204020204" pitchFamily="34" typeface="微软雅黑"/>
              <a:sym charset="0" panose="020B0604020202020204" pitchFamily="34" typeface="Arial"/>
            </a:endParaRPr>
          </a:p>
        </p:txBody>
      </p:sp>
      <p:sp>
        <p:nvSpPr>
          <p:cNvPr id="58" name="Text Placeholder 7"/>
          <p:cNvSpPr txBox="1"/>
          <p:nvPr/>
        </p:nvSpPr>
        <p:spPr>
          <a:xfrm>
            <a:off x="7118389" y="3236217"/>
            <a:ext cx="508825" cy="679618"/>
          </a:xfrm>
          <a:prstGeom prst="rect">
            <a:avLst/>
          </a:prstGeom>
        </p:spPr>
        <p:txBody>
          <a:bodyPr anchor="ctr" bIns="0" lIns="0" rIns="0" tIns="0" vert="horz" wrap="square">
            <a:normAutofit/>
          </a:bodyPr>
          <a:lstStyle>
            <a:lvl1pPr algn="ctr" defTabSz="914400" eaLnBrk="1" hangingPunct="1" indent="0" latinLnBrk="0" marL="0" rtl="0">
              <a:lnSpc>
                <a:spcPct val="100000"/>
              </a:lnSpc>
              <a:spcBef>
                <a:spcPts val="0"/>
              </a:spcBef>
              <a:buFont charset="0" panose="020B0604020202020204" pitchFamily="34" typeface="Arial"/>
              <a:buNone/>
              <a:defRPr b="0" i="0" kern="1200" sz="2670">
                <a:solidFill>
                  <a:schemeClr val="bg1"/>
                </a:solidFill>
                <a:latin typeface="FontAwesome"/>
                <a:ea typeface="+mn-ea"/>
                <a:cs typeface="FontAwesome"/>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dirty="0" lang="zh-CN" sz="1400">
                <a:latin charset="0" panose="020B0604020202020204" pitchFamily="34" typeface="Arial"/>
                <a:ea charset="-122" panose="020B0503020204020204" pitchFamily="34" typeface="微软雅黑"/>
                <a:sym charset="0" panose="020B0604020202020204" pitchFamily="34" typeface="Arial"/>
              </a:rPr>
              <a:t>第二部分</a:t>
            </a:r>
            <a:endParaRPr altLang="zh-CN" dirty="0" lang="en-US" sz="1400">
              <a:latin charset="0" panose="020B0604020202020204" pitchFamily="34" typeface="Arial"/>
              <a:ea charset="-122" panose="020B0503020204020204" pitchFamily="34" typeface="微软雅黑"/>
              <a:sym charset="0" panose="020B0604020202020204" pitchFamily="34" typeface="Arial"/>
            </a:endParaRPr>
          </a:p>
        </p:txBody>
      </p:sp>
      <p:sp>
        <p:nvSpPr>
          <p:cNvPr id="59" name="Text Placeholder 7"/>
          <p:cNvSpPr txBox="1"/>
          <p:nvPr/>
        </p:nvSpPr>
        <p:spPr>
          <a:xfrm>
            <a:off x="6874397" y="4650801"/>
            <a:ext cx="508825" cy="679618"/>
          </a:xfrm>
          <a:prstGeom prst="rect">
            <a:avLst/>
          </a:prstGeom>
        </p:spPr>
        <p:txBody>
          <a:bodyPr anchor="ctr" bIns="0" lIns="0" rIns="0" tIns="0" vert="horz" wrap="square">
            <a:normAutofit/>
          </a:bodyPr>
          <a:lstStyle>
            <a:lvl1pPr algn="ctr" defTabSz="914400" eaLnBrk="1" hangingPunct="1" indent="0" latinLnBrk="0" marL="0" rtl="0">
              <a:lnSpc>
                <a:spcPct val="100000"/>
              </a:lnSpc>
              <a:spcBef>
                <a:spcPts val="0"/>
              </a:spcBef>
              <a:buFont charset="0" panose="020B0604020202020204" pitchFamily="34" typeface="Arial"/>
              <a:buNone/>
              <a:defRPr b="0" i="0" kern="1200" sz="2670">
                <a:solidFill>
                  <a:schemeClr val="bg1"/>
                </a:solidFill>
                <a:latin typeface="FontAwesome"/>
                <a:ea typeface="+mn-ea"/>
                <a:cs typeface="FontAwesome"/>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835"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dirty="0" lang="zh-CN" sz="1400">
                <a:latin charset="0" panose="020B0604020202020204" pitchFamily="34" typeface="Arial"/>
                <a:ea charset="-122" panose="020B0503020204020204" pitchFamily="34" typeface="微软雅黑"/>
                <a:sym charset="0" panose="020B0604020202020204" pitchFamily="34" typeface="Arial"/>
              </a:rPr>
              <a:t>第四部分</a:t>
            </a:r>
            <a:endParaRPr altLang="zh-CN" dirty="0" lang="en-US" sz="1400">
              <a:latin charset="0" panose="020B0604020202020204" pitchFamily="34" typeface="Arial"/>
              <a:ea charset="-122" panose="020B0503020204020204" pitchFamily="34" typeface="微软雅黑"/>
              <a:sym charset="0" panose="020B0604020202020204" pitchFamily="34" typeface="Arial"/>
            </a:endParaRPr>
          </a:p>
        </p:txBody>
      </p:sp>
      <p:sp>
        <p:nvSpPr>
          <p:cNvPr id="30" name="TextBox 8"/>
          <p:cNvSpPr txBox="1"/>
          <p:nvPr/>
        </p:nvSpPr>
        <p:spPr>
          <a:xfrm>
            <a:off x="830580" y="234315"/>
            <a:ext cx="11605895" cy="492125"/>
          </a:xfrm>
          <a:prstGeom prst="rect">
            <a:avLst/>
          </a:prstGeom>
          <a:noFill/>
        </p:spPr>
        <p:txBody>
          <a:bodyPr anchor="ctr" bIns="0" lIns="0" rIns="0" rtlCol="0" tIns="0" wrap="square">
            <a:normAutofit fontScale="90000"/>
          </a:bodyPr>
          <a:lstStyle/>
          <a:p>
            <a:pPr algn="l"/>
            <a:r>
              <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模型构建</a:t>
            </a:r>
            <a:endPar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Tree>
  </p:cSld>
  <p:clrMapOvr>
    <a:masterClrMapping/>
  </p:clrMapOvr>
  <mc:AlternateContent xmlns:mc="http://schemas.openxmlformats.org/markup-compatibility/2006">
    <mc:Choice xmlns:p14="http://schemas.microsoft.com/office/powerpoint/2010/main" Requires="p14">
      <p:transition advTm="0" p14:dur="1600" spd="slow">
        <p14:gallery dir="l"/>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withEffect" presetClass="entr" presetID="42" presetSubtype="0">
                                  <p:stCondLst>
                                    <p:cond delay="200"/>
                                  </p:stCondLst>
                                  <p:childTnLst>
                                    <p:set>
                                      <p:cBhvr>
                                        <p:cTn dur="1" fill="hold" id="6">
                                          <p:stCondLst>
                                            <p:cond delay="0"/>
                                          </p:stCondLst>
                                        </p:cTn>
                                        <p:tgtEl>
                                          <p:spTgt spid="44">
                                            <p:txEl>
                                              <p:pRg end="0" st="0"/>
                                            </p:txEl>
                                          </p:spTgt>
                                        </p:tgtEl>
                                        <p:attrNameLst>
                                          <p:attrName>style.visibility</p:attrName>
                                        </p:attrNameLst>
                                      </p:cBhvr>
                                      <p:to>
                                        <p:strVal val="visible"/>
                                      </p:to>
                                    </p:set>
                                    <p:animEffect filter="fade" transition="in">
                                      <p:cBhvr>
                                        <p:cTn dur="400" id="7"/>
                                        <p:tgtEl>
                                          <p:spTgt spid="44">
                                            <p:txEl>
                                              <p:pRg end="0" st="0"/>
                                            </p:txEl>
                                          </p:spTgt>
                                        </p:tgtEl>
                                      </p:cBhvr>
                                    </p:animEffect>
                                    <p:anim calcmode="lin" valueType="num">
                                      <p:cBhvr>
                                        <p:cTn dur="400" fill="hold" id="8"/>
                                        <p:tgtEl>
                                          <p:spTgt spid="44">
                                            <p:txEl>
                                              <p:pRg end="0" st="0"/>
                                            </p:txEl>
                                          </p:spTgt>
                                        </p:tgtEl>
                                        <p:attrNameLst>
                                          <p:attrName>ppt_x</p:attrName>
                                        </p:attrNameLst>
                                      </p:cBhvr>
                                      <p:tavLst>
                                        <p:tav tm="0">
                                          <p:val>
                                            <p:strVal val="#ppt_x"/>
                                          </p:val>
                                        </p:tav>
                                        <p:tav tm="100000">
                                          <p:val>
                                            <p:strVal val="#ppt_x"/>
                                          </p:val>
                                        </p:tav>
                                      </p:tavLst>
                                    </p:anim>
                                    <p:anim calcmode="lin" valueType="num">
                                      <p:cBhvr>
                                        <p:cTn dur="400" fill="hold" id="9"/>
                                        <p:tgtEl>
                                          <p:spTgt spid="44">
                                            <p:txEl>
                                              <p:pRg end="0" st="0"/>
                                            </p:txEl>
                                          </p:spTgt>
                                        </p:tgtEl>
                                        <p:attrNameLst>
                                          <p:attrName>ppt_y</p:attrName>
                                        </p:attrNameLst>
                                      </p:cBhvr>
                                      <p:tavLst>
                                        <p:tav tm="0">
                                          <p:val>
                                            <p:strVal val="#ppt_y+.1"/>
                                          </p:val>
                                        </p:tav>
                                        <p:tav tm="100000">
                                          <p:val>
                                            <p:strVal val="#ppt_y"/>
                                          </p:val>
                                        </p:tav>
                                      </p:tavLst>
                                    </p:anim>
                                  </p:childTnLst>
                                </p:cTn>
                              </p:par>
                              <p:par>
                                <p:cTn fill="hold" grpId="0" id="10" nodeType="withEffect" presetClass="entr" presetID="23" presetSubtype="16">
                                  <p:stCondLst>
                                    <p:cond delay="200"/>
                                  </p:stCondLst>
                                  <p:childTnLst>
                                    <p:set>
                                      <p:cBhvr>
                                        <p:cTn dur="1" fill="hold" id="11">
                                          <p:stCondLst>
                                            <p:cond delay="0"/>
                                          </p:stCondLst>
                                        </p:cTn>
                                        <p:tgtEl>
                                          <p:spTgt spid="45">
                                            <p:txEl>
                                              <p:pRg end="0" st="0"/>
                                            </p:txEl>
                                          </p:spTgt>
                                        </p:tgtEl>
                                        <p:attrNameLst>
                                          <p:attrName>style.visibility</p:attrName>
                                        </p:attrNameLst>
                                      </p:cBhvr>
                                      <p:to>
                                        <p:strVal val="visible"/>
                                      </p:to>
                                    </p:set>
                                    <p:anim calcmode="lin" valueType="num">
                                      <p:cBhvr>
                                        <p:cTn dur="500" fill="hold" id="12"/>
                                        <p:tgtEl>
                                          <p:spTgt spid="45">
                                            <p:txEl>
                                              <p:pRg end="0" st="0"/>
                                            </p:txEl>
                                          </p:spTgt>
                                        </p:tgtEl>
                                        <p:attrNameLst>
                                          <p:attrName>ppt_w</p:attrName>
                                        </p:attrNameLst>
                                      </p:cBhvr>
                                      <p:tavLst>
                                        <p:tav tm="0">
                                          <p:val>
                                            <p:fltVal val="0"/>
                                          </p:val>
                                        </p:tav>
                                        <p:tav tm="100000">
                                          <p:val>
                                            <p:strVal val="#ppt_w"/>
                                          </p:val>
                                        </p:tav>
                                      </p:tavLst>
                                    </p:anim>
                                    <p:anim calcmode="lin" valueType="num">
                                      <p:cBhvr>
                                        <p:cTn dur="500" fill="hold" id="13"/>
                                        <p:tgtEl>
                                          <p:spTgt spid="45">
                                            <p:txEl>
                                              <p:pRg end="0" st="0"/>
                                            </p:txEl>
                                          </p:spTgt>
                                        </p:tgtEl>
                                        <p:attrNameLst>
                                          <p:attrName>ppt_h</p:attrName>
                                        </p:attrNameLst>
                                      </p:cBhvr>
                                      <p:tavLst>
                                        <p:tav tm="0">
                                          <p:val>
                                            <p:fltVal val="0"/>
                                          </p:val>
                                        </p:tav>
                                        <p:tav tm="100000">
                                          <p:val>
                                            <p:strVal val="#ppt_h"/>
                                          </p:val>
                                        </p:tav>
                                      </p:tavLst>
                                    </p:anim>
                                  </p:childTnLst>
                                </p:cTn>
                              </p:par>
                              <p:par>
                                <p:cTn fill="hold" grpId="0" id="14" nodeType="withEffect" presetClass="entr" presetID="42" presetSubtype="0">
                                  <p:stCondLst>
                                    <p:cond delay="200"/>
                                  </p:stCondLst>
                                  <p:childTnLst>
                                    <p:set>
                                      <p:cBhvr>
                                        <p:cTn dur="1" fill="hold" id="15">
                                          <p:stCondLst>
                                            <p:cond delay="0"/>
                                          </p:stCondLst>
                                        </p:cTn>
                                        <p:tgtEl>
                                          <p:spTgt spid="46">
                                            <p:txEl>
                                              <p:pRg end="0" st="0"/>
                                            </p:txEl>
                                          </p:spTgt>
                                        </p:tgtEl>
                                        <p:attrNameLst>
                                          <p:attrName>style.visibility</p:attrName>
                                        </p:attrNameLst>
                                      </p:cBhvr>
                                      <p:to>
                                        <p:strVal val="visible"/>
                                      </p:to>
                                    </p:set>
                                    <p:animEffect filter="fade" transition="in">
                                      <p:cBhvr>
                                        <p:cTn dur="400" id="16"/>
                                        <p:tgtEl>
                                          <p:spTgt spid="46">
                                            <p:txEl>
                                              <p:pRg end="0" st="0"/>
                                            </p:txEl>
                                          </p:spTgt>
                                        </p:tgtEl>
                                      </p:cBhvr>
                                    </p:animEffect>
                                    <p:anim calcmode="lin" valueType="num">
                                      <p:cBhvr>
                                        <p:cTn dur="400" fill="hold" id="17"/>
                                        <p:tgtEl>
                                          <p:spTgt spid="46">
                                            <p:txEl>
                                              <p:pRg end="0" st="0"/>
                                            </p:txEl>
                                          </p:spTgt>
                                        </p:tgtEl>
                                        <p:attrNameLst>
                                          <p:attrName>ppt_x</p:attrName>
                                        </p:attrNameLst>
                                      </p:cBhvr>
                                      <p:tavLst>
                                        <p:tav tm="0">
                                          <p:val>
                                            <p:strVal val="#ppt_x"/>
                                          </p:val>
                                        </p:tav>
                                        <p:tav tm="100000">
                                          <p:val>
                                            <p:strVal val="#ppt_x"/>
                                          </p:val>
                                        </p:tav>
                                      </p:tavLst>
                                    </p:anim>
                                    <p:anim calcmode="lin" valueType="num">
                                      <p:cBhvr>
                                        <p:cTn dur="400" fill="hold" id="18"/>
                                        <p:tgtEl>
                                          <p:spTgt spid="46">
                                            <p:txEl>
                                              <p:pRg end="0" st="0"/>
                                            </p:txEl>
                                          </p:spTgt>
                                        </p:tgtEl>
                                        <p:attrNameLst>
                                          <p:attrName>ppt_y</p:attrName>
                                        </p:attrNameLst>
                                      </p:cBhvr>
                                      <p:tavLst>
                                        <p:tav tm="0">
                                          <p:val>
                                            <p:strVal val="#ppt_y+.1"/>
                                          </p:val>
                                        </p:tav>
                                        <p:tav tm="100000">
                                          <p:val>
                                            <p:strVal val="#ppt_y"/>
                                          </p:val>
                                        </p:tav>
                                      </p:tavLst>
                                    </p:anim>
                                  </p:childTnLst>
                                </p:cTn>
                              </p:par>
                              <p:par>
                                <p:cTn fill="hold" grpId="0" id="19" nodeType="withEffect" presetClass="entr" presetID="23" presetSubtype="16">
                                  <p:stCondLst>
                                    <p:cond delay="200"/>
                                  </p:stCondLst>
                                  <p:childTnLst>
                                    <p:set>
                                      <p:cBhvr>
                                        <p:cTn dur="1" fill="hold" id="20">
                                          <p:stCondLst>
                                            <p:cond delay="0"/>
                                          </p:stCondLst>
                                        </p:cTn>
                                        <p:tgtEl>
                                          <p:spTgt spid="47">
                                            <p:txEl>
                                              <p:pRg end="0" st="0"/>
                                            </p:txEl>
                                          </p:spTgt>
                                        </p:tgtEl>
                                        <p:attrNameLst>
                                          <p:attrName>style.visibility</p:attrName>
                                        </p:attrNameLst>
                                      </p:cBhvr>
                                      <p:to>
                                        <p:strVal val="visible"/>
                                      </p:to>
                                    </p:set>
                                    <p:anim calcmode="lin" valueType="num">
                                      <p:cBhvr>
                                        <p:cTn dur="500" fill="hold" id="21"/>
                                        <p:tgtEl>
                                          <p:spTgt spid="47">
                                            <p:txEl>
                                              <p:pRg end="0" st="0"/>
                                            </p:txEl>
                                          </p:spTgt>
                                        </p:tgtEl>
                                        <p:attrNameLst>
                                          <p:attrName>ppt_w</p:attrName>
                                        </p:attrNameLst>
                                      </p:cBhvr>
                                      <p:tavLst>
                                        <p:tav tm="0">
                                          <p:val>
                                            <p:fltVal val="0"/>
                                          </p:val>
                                        </p:tav>
                                        <p:tav tm="100000">
                                          <p:val>
                                            <p:strVal val="#ppt_w"/>
                                          </p:val>
                                        </p:tav>
                                      </p:tavLst>
                                    </p:anim>
                                    <p:anim calcmode="lin" valueType="num">
                                      <p:cBhvr>
                                        <p:cTn dur="500" fill="hold" id="22"/>
                                        <p:tgtEl>
                                          <p:spTgt spid="47">
                                            <p:txEl>
                                              <p:pRg end="0" st="0"/>
                                            </p:txEl>
                                          </p:spTgt>
                                        </p:tgtEl>
                                        <p:attrNameLst>
                                          <p:attrName>ppt_h</p:attrName>
                                        </p:attrNameLst>
                                      </p:cBhvr>
                                      <p:tavLst>
                                        <p:tav tm="0">
                                          <p:val>
                                            <p:fltVal val="0"/>
                                          </p:val>
                                        </p:tav>
                                        <p:tav tm="100000">
                                          <p:val>
                                            <p:strVal val="#ppt_h"/>
                                          </p:val>
                                        </p:tav>
                                      </p:tavLst>
                                    </p:anim>
                                  </p:childTnLst>
                                </p:cTn>
                              </p:par>
                              <p:par>
                                <p:cTn fill="hold" grpId="0" id="23" nodeType="withEffect" presetClass="entr" presetID="42" presetSubtype="0">
                                  <p:stCondLst>
                                    <p:cond delay="200"/>
                                  </p:stCondLst>
                                  <p:childTnLst>
                                    <p:set>
                                      <p:cBhvr>
                                        <p:cTn dur="1" fill="hold" id="24">
                                          <p:stCondLst>
                                            <p:cond delay="0"/>
                                          </p:stCondLst>
                                        </p:cTn>
                                        <p:tgtEl>
                                          <p:spTgt spid="48">
                                            <p:txEl>
                                              <p:pRg end="0" st="0"/>
                                            </p:txEl>
                                          </p:spTgt>
                                        </p:tgtEl>
                                        <p:attrNameLst>
                                          <p:attrName>style.visibility</p:attrName>
                                        </p:attrNameLst>
                                      </p:cBhvr>
                                      <p:to>
                                        <p:strVal val="visible"/>
                                      </p:to>
                                    </p:set>
                                    <p:animEffect filter="fade" transition="in">
                                      <p:cBhvr>
                                        <p:cTn dur="400" id="25"/>
                                        <p:tgtEl>
                                          <p:spTgt spid="48">
                                            <p:txEl>
                                              <p:pRg end="0" st="0"/>
                                            </p:txEl>
                                          </p:spTgt>
                                        </p:tgtEl>
                                      </p:cBhvr>
                                    </p:animEffect>
                                    <p:anim calcmode="lin" valueType="num">
                                      <p:cBhvr>
                                        <p:cTn dur="400" fill="hold" id="26"/>
                                        <p:tgtEl>
                                          <p:spTgt spid="48">
                                            <p:txEl>
                                              <p:pRg end="0" st="0"/>
                                            </p:txEl>
                                          </p:spTgt>
                                        </p:tgtEl>
                                        <p:attrNameLst>
                                          <p:attrName>ppt_x</p:attrName>
                                        </p:attrNameLst>
                                      </p:cBhvr>
                                      <p:tavLst>
                                        <p:tav tm="0">
                                          <p:val>
                                            <p:strVal val="#ppt_x"/>
                                          </p:val>
                                        </p:tav>
                                        <p:tav tm="100000">
                                          <p:val>
                                            <p:strVal val="#ppt_x"/>
                                          </p:val>
                                        </p:tav>
                                      </p:tavLst>
                                    </p:anim>
                                    <p:anim calcmode="lin" valueType="num">
                                      <p:cBhvr>
                                        <p:cTn dur="400" fill="hold" id="27"/>
                                        <p:tgtEl>
                                          <p:spTgt spid="48">
                                            <p:txEl>
                                              <p:pRg end="0" st="0"/>
                                            </p:txEl>
                                          </p:spTgt>
                                        </p:tgtEl>
                                        <p:attrNameLst>
                                          <p:attrName>ppt_y</p:attrName>
                                        </p:attrNameLst>
                                      </p:cBhvr>
                                      <p:tavLst>
                                        <p:tav tm="0">
                                          <p:val>
                                            <p:strVal val="#ppt_y+.1"/>
                                          </p:val>
                                        </p:tav>
                                        <p:tav tm="100000">
                                          <p:val>
                                            <p:strVal val="#ppt_y"/>
                                          </p:val>
                                        </p:tav>
                                      </p:tavLst>
                                    </p:anim>
                                  </p:childTnLst>
                                </p:cTn>
                              </p:par>
                              <p:par>
                                <p:cTn fill="hold" grpId="0" id="28" nodeType="withEffect" presetClass="entr" presetID="23" presetSubtype="16">
                                  <p:stCondLst>
                                    <p:cond delay="200"/>
                                  </p:stCondLst>
                                  <p:childTnLst>
                                    <p:set>
                                      <p:cBhvr>
                                        <p:cTn dur="1" fill="hold" id="29">
                                          <p:stCondLst>
                                            <p:cond delay="0"/>
                                          </p:stCondLst>
                                        </p:cTn>
                                        <p:tgtEl>
                                          <p:spTgt spid="49">
                                            <p:txEl>
                                              <p:pRg end="0" st="0"/>
                                            </p:txEl>
                                          </p:spTgt>
                                        </p:tgtEl>
                                        <p:attrNameLst>
                                          <p:attrName>style.visibility</p:attrName>
                                        </p:attrNameLst>
                                      </p:cBhvr>
                                      <p:to>
                                        <p:strVal val="visible"/>
                                      </p:to>
                                    </p:set>
                                    <p:anim calcmode="lin" valueType="num">
                                      <p:cBhvr>
                                        <p:cTn dur="500" fill="hold" id="30"/>
                                        <p:tgtEl>
                                          <p:spTgt spid="49">
                                            <p:txEl>
                                              <p:pRg end="0" st="0"/>
                                            </p:txEl>
                                          </p:spTgt>
                                        </p:tgtEl>
                                        <p:attrNameLst>
                                          <p:attrName>ppt_w</p:attrName>
                                        </p:attrNameLst>
                                      </p:cBhvr>
                                      <p:tavLst>
                                        <p:tav tm="0">
                                          <p:val>
                                            <p:fltVal val="0"/>
                                          </p:val>
                                        </p:tav>
                                        <p:tav tm="100000">
                                          <p:val>
                                            <p:strVal val="#ppt_w"/>
                                          </p:val>
                                        </p:tav>
                                      </p:tavLst>
                                    </p:anim>
                                    <p:anim calcmode="lin" valueType="num">
                                      <p:cBhvr>
                                        <p:cTn dur="500" fill="hold" id="31"/>
                                        <p:tgtEl>
                                          <p:spTgt spid="49">
                                            <p:txEl>
                                              <p:pRg end="0" st="0"/>
                                            </p:txEl>
                                          </p:spTgt>
                                        </p:tgtEl>
                                        <p:attrNameLst>
                                          <p:attrName>ppt_h</p:attrName>
                                        </p:attrNameLst>
                                      </p:cBhvr>
                                      <p:tavLst>
                                        <p:tav tm="0">
                                          <p:val>
                                            <p:fltVal val="0"/>
                                          </p:val>
                                        </p:tav>
                                        <p:tav tm="100000">
                                          <p:val>
                                            <p:strVal val="#ppt_h"/>
                                          </p:val>
                                        </p:tav>
                                      </p:tavLst>
                                    </p:anim>
                                  </p:childTnLst>
                                </p:cTn>
                              </p:par>
                              <p:par>
                                <p:cTn fill="hold" grpId="0" id="32" nodeType="withEffect" presetClass="entr" presetID="42" presetSubtype="0">
                                  <p:stCondLst>
                                    <p:cond delay="200"/>
                                  </p:stCondLst>
                                  <p:childTnLst>
                                    <p:set>
                                      <p:cBhvr>
                                        <p:cTn dur="1" fill="hold" id="33">
                                          <p:stCondLst>
                                            <p:cond delay="0"/>
                                          </p:stCondLst>
                                        </p:cTn>
                                        <p:tgtEl>
                                          <p:spTgt spid="50">
                                            <p:txEl>
                                              <p:pRg end="0" st="0"/>
                                            </p:txEl>
                                          </p:spTgt>
                                        </p:tgtEl>
                                        <p:attrNameLst>
                                          <p:attrName>style.visibility</p:attrName>
                                        </p:attrNameLst>
                                      </p:cBhvr>
                                      <p:to>
                                        <p:strVal val="visible"/>
                                      </p:to>
                                    </p:set>
                                    <p:animEffect filter="fade" transition="in">
                                      <p:cBhvr>
                                        <p:cTn dur="400" id="34"/>
                                        <p:tgtEl>
                                          <p:spTgt spid="50">
                                            <p:txEl>
                                              <p:pRg end="0" st="0"/>
                                            </p:txEl>
                                          </p:spTgt>
                                        </p:tgtEl>
                                      </p:cBhvr>
                                    </p:animEffect>
                                    <p:anim calcmode="lin" valueType="num">
                                      <p:cBhvr>
                                        <p:cTn dur="400" fill="hold" id="35"/>
                                        <p:tgtEl>
                                          <p:spTgt spid="50">
                                            <p:txEl>
                                              <p:pRg end="0" st="0"/>
                                            </p:txEl>
                                          </p:spTgt>
                                        </p:tgtEl>
                                        <p:attrNameLst>
                                          <p:attrName>ppt_x</p:attrName>
                                        </p:attrNameLst>
                                      </p:cBhvr>
                                      <p:tavLst>
                                        <p:tav tm="0">
                                          <p:val>
                                            <p:strVal val="#ppt_x"/>
                                          </p:val>
                                        </p:tav>
                                        <p:tav tm="100000">
                                          <p:val>
                                            <p:strVal val="#ppt_x"/>
                                          </p:val>
                                        </p:tav>
                                      </p:tavLst>
                                    </p:anim>
                                    <p:anim calcmode="lin" valueType="num">
                                      <p:cBhvr>
                                        <p:cTn dur="400" fill="hold" id="36"/>
                                        <p:tgtEl>
                                          <p:spTgt spid="50">
                                            <p:txEl>
                                              <p:pRg end="0" st="0"/>
                                            </p:txEl>
                                          </p:spTgt>
                                        </p:tgtEl>
                                        <p:attrNameLst>
                                          <p:attrName>ppt_y</p:attrName>
                                        </p:attrNameLst>
                                      </p:cBhvr>
                                      <p:tavLst>
                                        <p:tav tm="0">
                                          <p:val>
                                            <p:strVal val="#ppt_y+.1"/>
                                          </p:val>
                                        </p:tav>
                                        <p:tav tm="100000">
                                          <p:val>
                                            <p:strVal val="#ppt_y"/>
                                          </p:val>
                                        </p:tav>
                                      </p:tavLst>
                                    </p:anim>
                                  </p:childTnLst>
                                </p:cTn>
                              </p:par>
                              <p:par>
                                <p:cTn fill="hold" grpId="0" id="37" nodeType="withEffect" presetClass="entr" presetID="23" presetSubtype="16">
                                  <p:stCondLst>
                                    <p:cond delay="200"/>
                                  </p:stCondLst>
                                  <p:childTnLst>
                                    <p:set>
                                      <p:cBhvr>
                                        <p:cTn dur="1" fill="hold" id="38">
                                          <p:stCondLst>
                                            <p:cond delay="0"/>
                                          </p:stCondLst>
                                        </p:cTn>
                                        <p:tgtEl>
                                          <p:spTgt spid="51">
                                            <p:txEl>
                                              <p:pRg end="0" st="0"/>
                                            </p:txEl>
                                          </p:spTgt>
                                        </p:tgtEl>
                                        <p:attrNameLst>
                                          <p:attrName>style.visibility</p:attrName>
                                        </p:attrNameLst>
                                      </p:cBhvr>
                                      <p:to>
                                        <p:strVal val="visible"/>
                                      </p:to>
                                    </p:set>
                                    <p:anim calcmode="lin" valueType="num">
                                      <p:cBhvr>
                                        <p:cTn dur="500" fill="hold" id="39"/>
                                        <p:tgtEl>
                                          <p:spTgt spid="51">
                                            <p:txEl>
                                              <p:pRg end="0" st="0"/>
                                            </p:txEl>
                                          </p:spTgt>
                                        </p:tgtEl>
                                        <p:attrNameLst>
                                          <p:attrName>ppt_w</p:attrName>
                                        </p:attrNameLst>
                                      </p:cBhvr>
                                      <p:tavLst>
                                        <p:tav tm="0">
                                          <p:val>
                                            <p:fltVal val="0"/>
                                          </p:val>
                                        </p:tav>
                                        <p:tav tm="100000">
                                          <p:val>
                                            <p:strVal val="#ppt_w"/>
                                          </p:val>
                                        </p:tav>
                                      </p:tavLst>
                                    </p:anim>
                                    <p:anim calcmode="lin" valueType="num">
                                      <p:cBhvr>
                                        <p:cTn dur="500" fill="hold" id="40"/>
                                        <p:tgtEl>
                                          <p:spTgt spid="51">
                                            <p:txEl>
                                              <p:pRg end="0" st="0"/>
                                            </p:txEl>
                                          </p:spTgt>
                                        </p:tgtEl>
                                        <p:attrNameLst>
                                          <p:attrName>ppt_h</p:attrName>
                                        </p:attrNameLst>
                                      </p:cBhvr>
                                      <p:tavLst>
                                        <p:tav tm="0">
                                          <p:val>
                                            <p:fltVal val="0"/>
                                          </p:val>
                                        </p:tav>
                                        <p:tav tm="100000">
                                          <p:val>
                                            <p:strVal val="#ppt_h"/>
                                          </p:val>
                                        </p:tav>
                                      </p:tavLst>
                                    </p:anim>
                                  </p:childTnLst>
                                </p:cTn>
                              </p:par>
                            </p:childTnLst>
                          </p:cTn>
                        </p:par>
                        <p:par>
                          <p:cTn fill="hold" id="41">
                            <p:stCondLst>
                              <p:cond delay="700"/>
                            </p:stCondLst>
                            <p:childTnLst>
                              <p:par>
                                <p:cTn fill="hold" id="42" nodeType="afterEffect" presetClass="entr" presetID="10" presetSubtype="0">
                                  <p:stCondLst>
                                    <p:cond delay="0"/>
                                  </p:stCondLst>
                                  <p:childTnLst>
                                    <p:set>
                                      <p:cBhvr>
                                        <p:cTn dur="1" fill="hold" id="43">
                                          <p:stCondLst>
                                            <p:cond delay="0"/>
                                          </p:stCondLst>
                                        </p:cTn>
                                        <p:tgtEl>
                                          <p:spTgt spid="41"/>
                                        </p:tgtEl>
                                        <p:attrNameLst>
                                          <p:attrName>style.visibility</p:attrName>
                                        </p:attrNameLst>
                                      </p:cBhvr>
                                      <p:to>
                                        <p:strVal val="visible"/>
                                      </p:to>
                                    </p:set>
                                    <p:animEffect filter="fade" transition="in">
                                      <p:cBhvr>
                                        <p:cTn dur="500" id="44"/>
                                        <p:tgtEl>
                                          <p:spTgt spid="41"/>
                                        </p:tgtEl>
                                      </p:cBhvr>
                                    </p:animEffect>
                                  </p:childTnLst>
                                </p:cTn>
                              </p:par>
                            </p:childTnLst>
                          </p:cTn>
                        </p:par>
                        <p:par>
                          <p:cTn fill="hold" id="45">
                            <p:stCondLst>
                              <p:cond delay="1200"/>
                            </p:stCondLst>
                            <p:childTnLst>
                              <p:par>
                                <p:cTn fill="hold" id="46" nodeType="afterEffect" presetClass="entr" presetID="10" presetSubtype="0">
                                  <p:stCondLst>
                                    <p:cond delay="0"/>
                                  </p:stCondLst>
                                  <p:childTnLst>
                                    <p:set>
                                      <p:cBhvr>
                                        <p:cTn dur="1" fill="hold" id="47">
                                          <p:stCondLst>
                                            <p:cond delay="0"/>
                                          </p:stCondLst>
                                        </p:cTn>
                                        <p:tgtEl>
                                          <p:spTgt spid="24"/>
                                        </p:tgtEl>
                                        <p:attrNameLst>
                                          <p:attrName>style.visibility</p:attrName>
                                        </p:attrNameLst>
                                      </p:cBhvr>
                                      <p:to>
                                        <p:strVal val="visible"/>
                                      </p:to>
                                    </p:set>
                                    <p:animEffect filter="fade" transition="in">
                                      <p:cBhvr>
                                        <p:cTn dur="500" id="48"/>
                                        <p:tgtEl>
                                          <p:spTgt spid="24"/>
                                        </p:tgtEl>
                                      </p:cBhvr>
                                    </p:animEffect>
                                  </p:childTnLst>
                                </p:cTn>
                              </p:par>
                            </p:childTnLst>
                          </p:cTn>
                        </p:par>
                        <p:par>
                          <p:cTn fill="hold" id="49">
                            <p:stCondLst>
                              <p:cond delay="1700"/>
                            </p:stCondLst>
                            <p:childTnLst>
                              <p:par>
                                <p:cTn fill="hold" id="50" nodeType="afterEffect" presetClass="entr" presetID="10" presetSubtype="0">
                                  <p:stCondLst>
                                    <p:cond delay="0"/>
                                  </p:stCondLst>
                                  <p:childTnLst>
                                    <p:set>
                                      <p:cBhvr>
                                        <p:cTn dur="1" fill="hold" id="51">
                                          <p:stCondLst>
                                            <p:cond delay="0"/>
                                          </p:stCondLst>
                                        </p:cTn>
                                        <p:tgtEl>
                                          <p:spTgt spid="21"/>
                                        </p:tgtEl>
                                        <p:attrNameLst>
                                          <p:attrName>style.visibility</p:attrName>
                                        </p:attrNameLst>
                                      </p:cBhvr>
                                      <p:to>
                                        <p:strVal val="visible"/>
                                      </p:to>
                                    </p:set>
                                    <p:animEffect filter="fade" transition="in">
                                      <p:cBhvr>
                                        <p:cTn dur="500" id="52"/>
                                        <p:tgtEl>
                                          <p:spTgt spid="21"/>
                                        </p:tgtEl>
                                      </p:cBhvr>
                                    </p:animEffect>
                                  </p:childTnLst>
                                </p:cTn>
                              </p:par>
                            </p:childTnLst>
                          </p:cTn>
                        </p:par>
                        <p:par>
                          <p:cTn fill="hold" id="53">
                            <p:stCondLst>
                              <p:cond delay="2200"/>
                            </p:stCondLst>
                            <p:childTnLst>
                              <p:par>
                                <p:cTn fill="hold" id="54" nodeType="afterEffect" presetClass="entr" presetID="10" presetSubtype="0">
                                  <p:stCondLst>
                                    <p:cond delay="0"/>
                                  </p:stCondLst>
                                  <p:childTnLst>
                                    <p:set>
                                      <p:cBhvr>
                                        <p:cTn dur="1" fill="hold" id="55">
                                          <p:stCondLst>
                                            <p:cond delay="0"/>
                                          </p:stCondLst>
                                        </p:cTn>
                                        <p:tgtEl>
                                          <p:spTgt spid="18"/>
                                        </p:tgtEl>
                                        <p:attrNameLst>
                                          <p:attrName>style.visibility</p:attrName>
                                        </p:attrNameLst>
                                      </p:cBhvr>
                                      <p:to>
                                        <p:strVal val="visible"/>
                                      </p:to>
                                    </p:set>
                                    <p:animEffect filter="fade" transition="in">
                                      <p:cBhvr>
                                        <p:cTn dur="500" id="56"/>
                                        <p:tgtEl>
                                          <p:spTgt spid="18"/>
                                        </p:tgtEl>
                                      </p:cBhvr>
                                    </p:animEffect>
                                  </p:childTnLst>
                                </p:cTn>
                              </p:par>
                            </p:childTnLst>
                          </p:cTn>
                        </p:par>
                        <p:par>
                          <p:cTn fill="hold" id="57">
                            <p:stCondLst>
                              <p:cond delay="2700"/>
                            </p:stCondLst>
                            <p:childTnLst>
                              <p:par>
                                <p:cTn fill="hold" grpId="0" id="58" nodeType="afterEffect" presetClass="entr" presetID="9" presetSubtype="0">
                                  <p:stCondLst>
                                    <p:cond delay="100"/>
                                  </p:stCondLst>
                                  <p:childTnLst>
                                    <p:set>
                                      <p:cBhvr>
                                        <p:cTn dur="indefinite" fill="hold" id="59"/>
                                        <p:tgtEl>
                                          <p:spTgt spid="55"/>
                                        </p:tgtEl>
                                        <p:attrNameLst>
                                          <p:attrName>style.visibility</p:attrName>
                                        </p:attrNameLst>
                                      </p:cBhvr>
                                      <p:to>
                                        <p:strVal val="visible"/>
                                      </p:to>
                                    </p:set>
                                    <p:animEffect filter="dissolve(in)" transition="in">
                                      <p:cBhvr>
                                        <p:cTn dur="750" id="60"/>
                                        <p:tgtEl>
                                          <p:spTgt spid="55"/>
                                        </p:tgtEl>
                                      </p:cBhvr>
                                    </p:animEffect>
                                  </p:childTnLst>
                                </p:cTn>
                              </p:par>
                            </p:childTnLst>
                          </p:cTn>
                        </p:par>
                        <p:par>
                          <p:cTn fill="hold" id="61">
                            <p:stCondLst>
                              <p:cond delay="3800"/>
                            </p:stCondLst>
                            <p:childTnLst>
                              <p:par>
                                <p:cTn fill="hold" grpId="0" id="62" nodeType="afterEffect" presetClass="entr" presetID="9" presetSubtype="0">
                                  <p:stCondLst>
                                    <p:cond delay="100"/>
                                  </p:stCondLst>
                                  <p:childTnLst>
                                    <p:set>
                                      <p:cBhvr>
                                        <p:cTn dur="indefinite" fill="hold" id="63"/>
                                        <p:tgtEl>
                                          <p:spTgt spid="54"/>
                                        </p:tgtEl>
                                        <p:attrNameLst>
                                          <p:attrName>style.visibility</p:attrName>
                                        </p:attrNameLst>
                                      </p:cBhvr>
                                      <p:to>
                                        <p:strVal val="visible"/>
                                      </p:to>
                                    </p:set>
                                    <p:animEffect filter="dissolve(in)" transition="in">
                                      <p:cBhvr>
                                        <p:cTn dur="750" id="64"/>
                                        <p:tgtEl>
                                          <p:spTgt spid="54"/>
                                        </p:tgtEl>
                                      </p:cBhvr>
                                    </p:animEffect>
                                  </p:childTnLst>
                                </p:cTn>
                              </p:par>
                            </p:childTnLst>
                          </p:cTn>
                        </p:par>
                        <p:par>
                          <p:cTn fill="hold" id="65">
                            <p:stCondLst>
                              <p:cond delay="4900"/>
                            </p:stCondLst>
                            <p:childTnLst>
                              <p:par>
                                <p:cTn fill="hold" grpId="0" id="66" nodeType="afterEffect" presetClass="entr" presetID="9" presetSubtype="0">
                                  <p:stCondLst>
                                    <p:cond delay="100"/>
                                  </p:stCondLst>
                                  <p:childTnLst>
                                    <p:set>
                                      <p:cBhvr>
                                        <p:cTn dur="indefinite" fill="hold" id="67"/>
                                        <p:tgtEl>
                                          <p:spTgt spid="52"/>
                                        </p:tgtEl>
                                        <p:attrNameLst>
                                          <p:attrName>style.visibility</p:attrName>
                                        </p:attrNameLst>
                                      </p:cBhvr>
                                      <p:to>
                                        <p:strVal val="visible"/>
                                      </p:to>
                                    </p:set>
                                    <p:animEffect filter="dissolve(in)" transition="in">
                                      <p:cBhvr>
                                        <p:cTn dur="750" id="68"/>
                                        <p:tgtEl>
                                          <p:spTgt spid="52"/>
                                        </p:tgtEl>
                                      </p:cBhvr>
                                    </p:animEffect>
                                  </p:childTnLst>
                                </p:cTn>
                              </p:par>
                            </p:childTnLst>
                          </p:cTn>
                        </p:par>
                        <p:par>
                          <p:cTn fill="hold" id="69">
                            <p:stCondLst>
                              <p:cond delay="6000"/>
                            </p:stCondLst>
                            <p:childTnLst>
                              <p:par>
                                <p:cTn fill="hold" grpId="0" id="70" nodeType="afterEffect" presetClass="entr" presetID="9" presetSubtype="0">
                                  <p:stCondLst>
                                    <p:cond delay="100"/>
                                  </p:stCondLst>
                                  <p:childTnLst>
                                    <p:set>
                                      <p:cBhvr>
                                        <p:cTn dur="indefinite" fill="hold" id="71"/>
                                        <p:tgtEl>
                                          <p:spTgt spid="53"/>
                                        </p:tgtEl>
                                        <p:attrNameLst>
                                          <p:attrName>style.visibility</p:attrName>
                                        </p:attrNameLst>
                                      </p:cBhvr>
                                      <p:to>
                                        <p:strVal val="visible"/>
                                      </p:to>
                                    </p:set>
                                    <p:animEffect filter="dissolve(in)" transition="in">
                                      <p:cBhvr>
                                        <p:cTn dur="750" id="72"/>
                                        <p:tgtEl>
                                          <p:spTgt spid="53"/>
                                        </p:tgtEl>
                                      </p:cBhvr>
                                    </p:animEffect>
                                  </p:childTnLst>
                                </p:cTn>
                              </p:par>
                            </p:childTnLst>
                          </p:cTn>
                        </p:par>
                        <p:par>
                          <p:cTn fill="hold" id="73">
                            <p:stCondLst>
                              <p:cond delay="7100"/>
                            </p:stCondLst>
                            <p:childTnLst>
                              <p:par>
                                <p:cTn fill="hold" grpId="0" id="74" nodeType="afterEffect" presetClass="entr" presetID="53" presetSubtype="16">
                                  <p:stCondLst>
                                    <p:cond delay="0"/>
                                  </p:stCondLst>
                                  <p:childTnLst>
                                    <p:set>
                                      <p:cBhvr>
                                        <p:cTn dur="1" fill="hold" id="75">
                                          <p:stCondLst>
                                            <p:cond delay="0"/>
                                          </p:stCondLst>
                                        </p:cTn>
                                        <p:tgtEl>
                                          <p:spTgt spid="56">
                                            <p:txEl>
                                              <p:pRg end="0" st="0"/>
                                            </p:txEl>
                                          </p:spTgt>
                                        </p:tgtEl>
                                        <p:attrNameLst>
                                          <p:attrName>style.visibility</p:attrName>
                                        </p:attrNameLst>
                                      </p:cBhvr>
                                      <p:to>
                                        <p:strVal val="visible"/>
                                      </p:to>
                                    </p:set>
                                    <p:anim calcmode="lin" valueType="num">
                                      <p:cBhvr>
                                        <p:cTn dur="500" fill="hold" id="76"/>
                                        <p:tgtEl>
                                          <p:spTgt spid="56">
                                            <p:txEl>
                                              <p:pRg end="0" st="0"/>
                                            </p:txEl>
                                          </p:spTgt>
                                        </p:tgtEl>
                                        <p:attrNameLst>
                                          <p:attrName>ppt_w</p:attrName>
                                        </p:attrNameLst>
                                      </p:cBhvr>
                                      <p:tavLst>
                                        <p:tav tm="0">
                                          <p:val>
                                            <p:fltVal val="0"/>
                                          </p:val>
                                        </p:tav>
                                        <p:tav tm="100000">
                                          <p:val>
                                            <p:strVal val="#ppt_w"/>
                                          </p:val>
                                        </p:tav>
                                      </p:tavLst>
                                    </p:anim>
                                    <p:anim calcmode="lin" valueType="num">
                                      <p:cBhvr>
                                        <p:cTn dur="500" fill="hold" id="77"/>
                                        <p:tgtEl>
                                          <p:spTgt spid="56">
                                            <p:txEl>
                                              <p:pRg end="0" st="0"/>
                                            </p:txEl>
                                          </p:spTgt>
                                        </p:tgtEl>
                                        <p:attrNameLst>
                                          <p:attrName>ppt_h</p:attrName>
                                        </p:attrNameLst>
                                      </p:cBhvr>
                                      <p:tavLst>
                                        <p:tav tm="0">
                                          <p:val>
                                            <p:fltVal val="0"/>
                                          </p:val>
                                        </p:tav>
                                        <p:tav tm="100000">
                                          <p:val>
                                            <p:strVal val="#ppt_h"/>
                                          </p:val>
                                        </p:tav>
                                      </p:tavLst>
                                    </p:anim>
                                    <p:animEffect filter="fade" transition="in">
                                      <p:cBhvr>
                                        <p:cTn dur="500" id="78"/>
                                        <p:tgtEl>
                                          <p:spTgt spid="56">
                                            <p:txEl>
                                              <p:pRg end="0" st="0"/>
                                            </p:txEl>
                                          </p:spTgt>
                                        </p:tgtEl>
                                      </p:cBhvr>
                                    </p:animEffect>
                                  </p:childTnLst>
                                </p:cTn>
                              </p:par>
                            </p:childTnLst>
                          </p:cTn>
                        </p:par>
                        <p:par>
                          <p:cTn fill="hold" id="79">
                            <p:stCondLst>
                              <p:cond delay="7600"/>
                            </p:stCondLst>
                            <p:childTnLst>
                              <p:par>
                                <p:cTn fill="hold" grpId="0" id="80" nodeType="afterEffect" presetClass="entr" presetID="53" presetSubtype="16">
                                  <p:stCondLst>
                                    <p:cond delay="0"/>
                                  </p:stCondLst>
                                  <p:childTnLst>
                                    <p:set>
                                      <p:cBhvr>
                                        <p:cTn dur="1" fill="hold" id="81">
                                          <p:stCondLst>
                                            <p:cond delay="0"/>
                                          </p:stCondLst>
                                        </p:cTn>
                                        <p:tgtEl>
                                          <p:spTgt spid="57">
                                            <p:txEl>
                                              <p:pRg end="0" st="0"/>
                                            </p:txEl>
                                          </p:spTgt>
                                        </p:tgtEl>
                                        <p:attrNameLst>
                                          <p:attrName>style.visibility</p:attrName>
                                        </p:attrNameLst>
                                      </p:cBhvr>
                                      <p:to>
                                        <p:strVal val="visible"/>
                                      </p:to>
                                    </p:set>
                                    <p:anim calcmode="lin" valueType="num">
                                      <p:cBhvr>
                                        <p:cTn dur="500" fill="hold" id="82"/>
                                        <p:tgtEl>
                                          <p:spTgt spid="57">
                                            <p:txEl>
                                              <p:pRg end="0" st="0"/>
                                            </p:txEl>
                                          </p:spTgt>
                                        </p:tgtEl>
                                        <p:attrNameLst>
                                          <p:attrName>ppt_w</p:attrName>
                                        </p:attrNameLst>
                                      </p:cBhvr>
                                      <p:tavLst>
                                        <p:tav tm="0">
                                          <p:val>
                                            <p:fltVal val="0"/>
                                          </p:val>
                                        </p:tav>
                                        <p:tav tm="100000">
                                          <p:val>
                                            <p:strVal val="#ppt_w"/>
                                          </p:val>
                                        </p:tav>
                                      </p:tavLst>
                                    </p:anim>
                                    <p:anim calcmode="lin" valueType="num">
                                      <p:cBhvr>
                                        <p:cTn dur="500" fill="hold" id="83"/>
                                        <p:tgtEl>
                                          <p:spTgt spid="57">
                                            <p:txEl>
                                              <p:pRg end="0" st="0"/>
                                            </p:txEl>
                                          </p:spTgt>
                                        </p:tgtEl>
                                        <p:attrNameLst>
                                          <p:attrName>ppt_h</p:attrName>
                                        </p:attrNameLst>
                                      </p:cBhvr>
                                      <p:tavLst>
                                        <p:tav tm="0">
                                          <p:val>
                                            <p:fltVal val="0"/>
                                          </p:val>
                                        </p:tav>
                                        <p:tav tm="100000">
                                          <p:val>
                                            <p:strVal val="#ppt_h"/>
                                          </p:val>
                                        </p:tav>
                                      </p:tavLst>
                                    </p:anim>
                                    <p:animEffect filter="fade" transition="in">
                                      <p:cBhvr>
                                        <p:cTn dur="500" id="84"/>
                                        <p:tgtEl>
                                          <p:spTgt spid="57">
                                            <p:txEl>
                                              <p:pRg end="0" st="0"/>
                                            </p:txEl>
                                          </p:spTgt>
                                        </p:tgtEl>
                                      </p:cBhvr>
                                    </p:animEffect>
                                  </p:childTnLst>
                                </p:cTn>
                              </p:par>
                            </p:childTnLst>
                          </p:cTn>
                        </p:par>
                        <p:par>
                          <p:cTn fill="hold" id="85">
                            <p:stCondLst>
                              <p:cond delay="8100"/>
                            </p:stCondLst>
                            <p:childTnLst>
                              <p:par>
                                <p:cTn fill="hold" grpId="0" id="86" nodeType="afterEffect" presetClass="entr" presetID="53" presetSubtype="16">
                                  <p:stCondLst>
                                    <p:cond delay="0"/>
                                  </p:stCondLst>
                                  <p:childTnLst>
                                    <p:set>
                                      <p:cBhvr>
                                        <p:cTn dur="1" fill="hold" id="87">
                                          <p:stCondLst>
                                            <p:cond delay="0"/>
                                          </p:stCondLst>
                                        </p:cTn>
                                        <p:tgtEl>
                                          <p:spTgt spid="58">
                                            <p:txEl>
                                              <p:pRg end="0" st="0"/>
                                            </p:txEl>
                                          </p:spTgt>
                                        </p:tgtEl>
                                        <p:attrNameLst>
                                          <p:attrName>style.visibility</p:attrName>
                                        </p:attrNameLst>
                                      </p:cBhvr>
                                      <p:to>
                                        <p:strVal val="visible"/>
                                      </p:to>
                                    </p:set>
                                    <p:anim calcmode="lin" valueType="num">
                                      <p:cBhvr>
                                        <p:cTn dur="500" fill="hold" id="88"/>
                                        <p:tgtEl>
                                          <p:spTgt spid="58">
                                            <p:txEl>
                                              <p:pRg end="0" st="0"/>
                                            </p:txEl>
                                          </p:spTgt>
                                        </p:tgtEl>
                                        <p:attrNameLst>
                                          <p:attrName>ppt_w</p:attrName>
                                        </p:attrNameLst>
                                      </p:cBhvr>
                                      <p:tavLst>
                                        <p:tav tm="0">
                                          <p:val>
                                            <p:fltVal val="0"/>
                                          </p:val>
                                        </p:tav>
                                        <p:tav tm="100000">
                                          <p:val>
                                            <p:strVal val="#ppt_w"/>
                                          </p:val>
                                        </p:tav>
                                      </p:tavLst>
                                    </p:anim>
                                    <p:anim calcmode="lin" valueType="num">
                                      <p:cBhvr>
                                        <p:cTn dur="500" fill="hold" id="89"/>
                                        <p:tgtEl>
                                          <p:spTgt spid="58">
                                            <p:txEl>
                                              <p:pRg end="0" st="0"/>
                                            </p:txEl>
                                          </p:spTgt>
                                        </p:tgtEl>
                                        <p:attrNameLst>
                                          <p:attrName>ppt_h</p:attrName>
                                        </p:attrNameLst>
                                      </p:cBhvr>
                                      <p:tavLst>
                                        <p:tav tm="0">
                                          <p:val>
                                            <p:fltVal val="0"/>
                                          </p:val>
                                        </p:tav>
                                        <p:tav tm="100000">
                                          <p:val>
                                            <p:strVal val="#ppt_h"/>
                                          </p:val>
                                        </p:tav>
                                      </p:tavLst>
                                    </p:anim>
                                    <p:animEffect filter="fade" transition="in">
                                      <p:cBhvr>
                                        <p:cTn dur="500" id="90"/>
                                        <p:tgtEl>
                                          <p:spTgt spid="58">
                                            <p:txEl>
                                              <p:pRg end="0" st="0"/>
                                            </p:txEl>
                                          </p:spTgt>
                                        </p:tgtEl>
                                      </p:cBhvr>
                                    </p:animEffect>
                                  </p:childTnLst>
                                </p:cTn>
                              </p:par>
                            </p:childTnLst>
                          </p:cTn>
                        </p:par>
                        <p:par>
                          <p:cTn fill="hold" id="91">
                            <p:stCondLst>
                              <p:cond delay="8600"/>
                            </p:stCondLst>
                            <p:childTnLst>
                              <p:par>
                                <p:cTn fill="hold" grpId="0" id="92" nodeType="afterEffect" presetClass="entr" presetID="53" presetSubtype="16">
                                  <p:stCondLst>
                                    <p:cond delay="0"/>
                                  </p:stCondLst>
                                  <p:childTnLst>
                                    <p:set>
                                      <p:cBhvr>
                                        <p:cTn dur="1" fill="hold" id="93">
                                          <p:stCondLst>
                                            <p:cond delay="0"/>
                                          </p:stCondLst>
                                        </p:cTn>
                                        <p:tgtEl>
                                          <p:spTgt spid="59">
                                            <p:txEl>
                                              <p:pRg end="0" st="0"/>
                                            </p:txEl>
                                          </p:spTgt>
                                        </p:tgtEl>
                                        <p:attrNameLst>
                                          <p:attrName>style.visibility</p:attrName>
                                        </p:attrNameLst>
                                      </p:cBhvr>
                                      <p:to>
                                        <p:strVal val="visible"/>
                                      </p:to>
                                    </p:set>
                                    <p:anim calcmode="lin" valueType="num">
                                      <p:cBhvr>
                                        <p:cTn dur="500" fill="hold" id="94"/>
                                        <p:tgtEl>
                                          <p:spTgt spid="59">
                                            <p:txEl>
                                              <p:pRg end="0" st="0"/>
                                            </p:txEl>
                                          </p:spTgt>
                                        </p:tgtEl>
                                        <p:attrNameLst>
                                          <p:attrName>ppt_w</p:attrName>
                                        </p:attrNameLst>
                                      </p:cBhvr>
                                      <p:tavLst>
                                        <p:tav tm="0">
                                          <p:val>
                                            <p:fltVal val="0"/>
                                          </p:val>
                                        </p:tav>
                                        <p:tav tm="100000">
                                          <p:val>
                                            <p:strVal val="#ppt_w"/>
                                          </p:val>
                                        </p:tav>
                                      </p:tavLst>
                                    </p:anim>
                                    <p:anim calcmode="lin" valueType="num">
                                      <p:cBhvr>
                                        <p:cTn dur="500" fill="hold" id="95"/>
                                        <p:tgtEl>
                                          <p:spTgt spid="59">
                                            <p:txEl>
                                              <p:pRg end="0" st="0"/>
                                            </p:txEl>
                                          </p:spTgt>
                                        </p:tgtEl>
                                        <p:attrNameLst>
                                          <p:attrName>ppt_h</p:attrName>
                                        </p:attrNameLst>
                                      </p:cBhvr>
                                      <p:tavLst>
                                        <p:tav tm="0">
                                          <p:val>
                                            <p:fltVal val="0"/>
                                          </p:val>
                                        </p:tav>
                                        <p:tav tm="100000">
                                          <p:val>
                                            <p:strVal val="#ppt_h"/>
                                          </p:val>
                                        </p:tav>
                                      </p:tavLst>
                                    </p:anim>
                                    <p:animEffect filter="fade" transition="in">
                                      <p:cBhvr>
                                        <p:cTn dur="500" id="96"/>
                                        <p:tgtEl>
                                          <p:spTgt spid="59">
                                            <p:txEl>
                                              <p:pRg end="0" st="0"/>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44">
        <p:tmplLst>
          <p:tmpl lvl="1">
            <p:tnLst>
              <p:par>
                <p:cTn fill="hold" nodeType="withEffect" presetClass="entr" presetID="42" presetSubtype="0">
                  <p:stCondLst>
                    <p:cond delay="200"/>
                  </p:stCondLst>
                  <p:childTnLst>
                    <p:set>
                      <p:cBhvr>
                        <p:cTn dur="1" fill="hold">
                          <p:stCondLst>
                            <p:cond delay="0"/>
                          </p:stCondLst>
                        </p:cTn>
                        <p:tgtEl>
                          <p:spTgt spid="44"/>
                        </p:tgtEl>
                        <p:attrNameLst>
                          <p:attrName>style.visibility</p:attrName>
                        </p:attrNameLst>
                      </p:cBhvr>
                      <p:to>
                        <p:strVal val="visible"/>
                      </p:to>
                    </p:set>
                    <p:animEffect filter="fade" transition="in">
                      <p:cBhvr>
                        <p:cTn dur="400"/>
                        <p:tgtEl>
                          <p:spTgt spid="44"/>
                        </p:tgtEl>
                      </p:cBhvr>
                    </p:animEffect>
                    <p:anim calcmode="lin" valueType="num">
                      <p:cBhvr>
                        <p:cTn dur="400" fill="hold"/>
                        <p:tgtEl>
                          <p:spTgt spid="44"/>
                        </p:tgtEl>
                        <p:attrNameLst>
                          <p:attrName>ppt_x</p:attrName>
                        </p:attrNameLst>
                      </p:cBhvr>
                      <p:tavLst>
                        <p:tav tm="0">
                          <p:val>
                            <p:strVal val="#ppt_x"/>
                          </p:val>
                        </p:tav>
                        <p:tav tm="100000">
                          <p:val>
                            <p:strVal val="#ppt_x"/>
                          </p:val>
                        </p:tav>
                      </p:tavLst>
                    </p:anim>
                    <p:anim calcmode="lin" valueType="num">
                      <p:cBhvr>
                        <p:cTn dur="400" fill="hold"/>
                        <p:tgtEl>
                          <p:spTgt spid="44"/>
                        </p:tgtEl>
                        <p:attrNameLst>
                          <p:attrName>ppt_y</p:attrName>
                        </p:attrNameLst>
                      </p:cBhvr>
                      <p:tavLst>
                        <p:tav tm="0">
                          <p:val>
                            <p:strVal val="#ppt_y+.1"/>
                          </p:val>
                        </p:tav>
                        <p:tav tm="100000">
                          <p:val>
                            <p:strVal val="#ppt_y"/>
                          </p:val>
                        </p:tav>
                      </p:tavLst>
                    </p:anim>
                  </p:childTnLst>
                </p:cTn>
              </p:par>
            </p:tnLst>
          </p:tmpl>
        </p:tmplLst>
      </p:bldP>
      <p:bldP build="p" grpId="0" spid="45">
        <p:tmplLst>
          <p:tmpl lvl="1">
            <p:tnLst>
              <p:par>
                <p:cTn fill="hold" nodeType="withEffect" presetClass="entr" presetID="23" presetSubtype="16">
                  <p:stCondLst>
                    <p:cond delay="200"/>
                  </p:stCondLst>
                  <p:childTnLst>
                    <p:set>
                      <p:cBhvr>
                        <p:cTn dur="1" fill="hold">
                          <p:stCondLst>
                            <p:cond delay="0"/>
                          </p:stCondLst>
                        </p:cTn>
                        <p:tgtEl>
                          <p:spTgt spid="45"/>
                        </p:tgtEl>
                        <p:attrNameLst>
                          <p:attrName>style.visibility</p:attrName>
                        </p:attrNameLst>
                      </p:cBhvr>
                      <p:to>
                        <p:strVal val="visible"/>
                      </p:to>
                    </p:set>
                    <p:anim calcmode="lin" valueType="num">
                      <p:cBhvr>
                        <p:cTn dur="500" fill="hold"/>
                        <p:tgtEl>
                          <p:spTgt spid="45"/>
                        </p:tgtEl>
                        <p:attrNameLst>
                          <p:attrName>ppt_w</p:attrName>
                        </p:attrNameLst>
                      </p:cBhvr>
                      <p:tavLst>
                        <p:tav tm="0">
                          <p:val>
                            <p:fltVal val="0"/>
                          </p:val>
                        </p:tav>
                        <p:tav tm="100000">
                          <p:val>
                            <p:strVal val="#ppt_w"/>
                          </p:val>
                        </p:tav>
                      </p:tavLst>
                    </p:anim>
                    <p:anim calcmode="lin" valueType="num">
                      <p:cBhvr>
                        <p:cTn dur="500" fill="hold"/>
                        <p:tgtEl>
                          <p:spTgt spid="45"/>
                        </p:tgtEl>
                        <p:attrNameLst>
                          <p:attrName>ppt_h</p:attrName>
                        </p:attrNameLst>
                      </p:cBhvr>
                      <p:tavLst>
                        <p:tav tm="0">
                          <p:val>
                            <p:fltVal val="0"/>
                          </p:val>
                        </p:tav>
                        <p:tav tm="100000">
                          <p:val>
                            <p:strVal val="#ppt_h"/>
                          </p:val>
                        </p:tav>
                      </p:tavLst>
                    </p:anim>
                  </p:childTnLst>
                </p:cTn>
              </p:par>
            </p:tnLst>
          </p:tmpl>
        </p:tmplLst>
      </p:bldP>
      <p:bldP build="p" grpId="0" spid="46">
        <p:tmplLst>
          <p:tmpl lvl="1">
            <p:tnLst>
              <p:par>
                <p:cTn fill="hold" nodeType="withEffect" presetClass="entr" presetID="42" presetSubtype="0">
                  <p:stCondLst>
                    <p:cond delay="200"/>
                  </p:stCondLst>
                  <p:childTnLst>
                    <p:set>
                      <p:cBhvr>
                        <p:cTn dur="1" fill="hold">
                          <p:stCondLst>
                            <p:cond delay="0"/>
                          </p:stCondLst>
                        </p:cTn>
                        <p:tgtEl>
                          <p:spTgt spid="46"/>
                        </p:tgtEl>
                        <p:attrNameLst>
                          <p:attrName>style.visibility</p:attrName>
                        </p:attrNameLst>
                      </p:cBhvr>
                      <p:to>
                        <p:strVal val="visible"/>
                      </p:to>
                    </p:set>
                    <p:animEffect filter="fade" transition="in">
                      <p:cBhvr>
                        <p:cTn dur="400"/>
                        <p:tgtEl>
                          <p:spTgt spid="46"/>
                        </p:tgtEl>
                      </p:cBhvr>
                    </p:animEffect>
                    <p:anim calcmode="lin" valueType="num">
                      <p:cBhvr>
                        <p:cTn dur="400" fill="hold"/>
                        <p:tgtEl>
                          <p:spTgt spid="46"/>
                        </p:tgtEl>
                        <p:attrNameLst>
                          <p:attrName>ppt_x</p:attrName>
                        </p:attrNameLst>
                      </p:cBhvr>
                      <p:tavLst>
                        <p:tav tm="0">
                          <p:val>
                            <p:strVal val="#ppt_x"/>
                          </p:val>
                        </p:tav>
                        <p:tav tm="100000">
                          <p:val>
                            <p:strVal val="#ppt_x"/>
                          </p:val>
                        </p:tav>
                      </p:tavLst>
                    </p:anim>
                    <p:anim calcmode="lin" valueType="num">
                      <p:cBhvr>
                        <p:cTn dur="400" fill="hold"/>
                        <p:tgtEl>
                          <p:spTgt spid="46"/>
                        </p:tgtEl>
                        <p:attrNameLst>
                          <p:attrName>ppt_y</p:attrName>
                        </p:attrNameLst>
                      </p:cBhvr>
                      <p:tavLst>
                        <p:tav tm="0">
                          <p:val>
                            <p:strVal val="#ppt_y+.1"/>
                          </p:val>
                        </p:tav>
                        <p:tav tm="100000">
                          <p:val>
                            <p:strVal val="#ppt_y"/>
                          </p:val>
                        </p:tav>
                      </p:tavLst>
                    </p:anim>
                  </p:childTnLst>
                </p:cTn>
              </p:par>
            </p:tnLst>
          </p:tmpl>
        </p:tmplLst>
      </p:bldP>
      <p:bldP build="p" grpId="0" spid="47">
        <p:tmplLst>
          <p:tmpl lvl="1">
            <p:tnLst>
              <p:par>
                <p:cTn fill="hold" nodeType="withEffect" presetClass="entr" presetID="23" presetSubtype="16">
                  <p:stCondLst>
                    <p:cond delay="200"/>
                  </p:stCondLst>
                  <p:childTnLst>
                    <p:set>
                      <p:cBhvr>
                        <p:cTn dur="1" fill="hold">
                          <p:stCondLst>
                            <p:cond delay="0"/>
                          </p:stCondLst>
                        </p:cTn>
                        <p:tgtEl>
                          <p:spTgt spid="47"/>
                        </p:tgtEl>
                        <p:attrNameLst>
                          <p:attrName>style.visibility</p:attrName>
                        </p:attrNameLst>
                      </p:cBhvr>
                      <p:to>
                        <p:strVal val="visible"/>
                      </p:to>
                    </p:set>
                    <p:anim calcmode="lin" valueType="num">
                      <p:cBhvr>
                        <p:cTn dur="500" fill="hold"/>
                        <p:tgtEl>
                          <p:spTgt spid="47"/>
                        </p:tgtEl>
                        <p:attrNameLst>
                          <p:attrName>ppt_w</p:attrName>
                        </p:attrNameLst>
                      </p:cBhvr>
                      <p:tavLst>
                        <p:tav tm="0">
                          <p:val>
                            <p:fltVal val="0"/>
                          </p:val>
                        </p:tav>
                        <p:tav tm="100000">
                          <p:val>
                            <p:strVal val="#ppt_w"/>
                          </p:val>
                        </p:tav>
                      </p:tavLst>
                    </p:anim>
                    <p:anim calcmode="lin" valueType="num">
                      <p:cBhvr>
                        <p:cTn dur="500" fill="hold"/>
                        <p:tgtEl>
                          <p:spTgt spid="47"/>
                        </p:tgtEl>
                        <p:attrNameLst>
                          <p:attrName>ppt_h</p:attrName>
                        </p:attrNameLst>
                      </p:cBhvr>
                      <p:tavLst>
                        <p:tav tm="0">
                          <p:val>
                            <p:fltVal val="0"/>
                          </p:val>
                        </p:tav>
                        <p:tav tm="100000">
                          <p:val>
                            <p:strVal val="#ppt_h"/>
                          </p:val>
                        </p:tav>
                      </p:tavLst>
                    </p:anim>
                  </p:childTnLst>
                </p:cTn>
              </p:par>
            </p:tnLst>
          </p:tmpl>
        </p:tmplLst>
      </p:bldP>
      <p:bldP build="p" grpId="0" spid="48">
        <p:tmplLst>
          <p:tmpl lvl="1">
            <p:tnLst>
              <p:par>
                <p:cTn fill="hold" nodeType="withEffect" presetClass="entr" presetID="42" presetSubtype="0">
                  <p:stCondLst>
                    <p:cond delay="200"/>
                  </p:stCondLst>
                  <p:childTnLst>
                    <p:set>
                      <p:cBhvr>
                        <p:cTn dur="1" fill="hold">
                          <p:stCondLst>
                            <p:cond delay="0"/>
                          </p:stCondLst>
                        </p:cTn>
                        <p:tgtEl>
                          <p:spTgt spid="48"/>
                        </p:tgtEl>
                        <p:attrNameLst>
                          <p:attrName>style.visibility</p:attrName>
                        </p:attrNameLst>
                      </p:cBhvr>
                      <p:to>
                        <p:strVal val="visible"/>
                      </p:to>
                    </p:set>
                    <p:animEffect filter="fade" transition="in">
                      <p:cBhvr>
                        <p:cTn dur="400"/>
                        <p:tgtEl>
                          <p:spTgt spid="48"/>
                        </p:tgtEl>
                      </p:cBhvr>
                    </p:animEffect>
                    <p:anim calcmode="lin" valueType="num">
                      <p:cBhvr>
                        <p:cTn dur="400" fill="hold"/>
                        <p:tgtEl>
                          <p:spTgt spid="48"/>
                        </p:tgtEl>
                        <p:attrNameLst>
                          <p:attrName>ppt_x</p:attrName>
                        </p:attrNameLst>
                      </p:cBhvr>
                      <p:tavLst>
                        <p:tav tm="0">
                          <p:val>
                            <p:strVal val="#ppt_x"/>
                          </p:val>
                        </p:tav>
                        <p:tav tm="100000">
                          <p:val>
                            <p:strVal val="#ppt_x"/>
                          </p:val>
                        </p:tav>
                      </p:tavLst>
                    </p:anim>
                    <p:anim calcmode="lin" valueType="num">
                      <p:cBhvr>
                        <p:cTn dur="400" fill="hold"/>
                        <p:tgtEl>
                          <p:spTgt spid="48"/>
                        </p:tgtEl>
                        <p:attrNameLst>
                          <p:attrName>ppt_y</p:attrName>
                        </p:attrNameLst>
                      </p:cBhvr>
                      <p:tavLst>
                        <p:tav tm="0">
                          <p:val>
                            <p:strVal val="#ppt_y+.1"/>
                          </p:val>
                        </p:tav>
                        <p:tav tm="100000">
                          <p:val>
                            <p:strVal val="#ppt_y"/>
                          </p:val>
                        </p:tav>
                      </p:tavLst>
                    </p:anim>
                  </p:childTnLst>
                </p:cTn>
              </p:par>
            </p:tnLst>
          </p:tmpl>
        </p:tmplLst>
      </p:bldP>
      <p:bldP build="p" grpId="0" spid="49">
        <p:tmplLst>
          <p:tmpl lvl="1">
            <p:tnLst>
              <p:par>
                <p:cTn fill="hold" nodeType="withEffect" presetClass="entr" presetID="23" presetSubtype="16">
                  <p:stCondLst>
                    <p:cond delay="200"/>
                  </p:stCondLst>
                  <p:childTnLst>
                    <p:set>
                      <p:cBhvr>
                        <p:cTn dur="1" fill="hold">
                          <p:stCondLst>
                            <p:cond delay="0"/>
                          </p:stCondLst>
                        </p:cTn>
                        <p:tgtEl>
                          <p:spTgt spid="49"/>
                        </p:tgtEl>
                        <p:attrNameLst>
                          <p:attrName>style.visibility</p:attrName>
                        </p:attrNameLst>
                      </p:cBhvr>
                      <p:to>
                        <p:strVal val="visible"/>
                      </p:to>
                    </p:set>
                    <p:anim calcmode="lin" valueType="num">
                      <p:cBhvr>
                        <p:cTn dur="500" fill="hold"/>
                        <p:tgtEl>
                          <p:spTgt spid="49"/>
                        </p:tgtEl>
                        <p:attrNameLst>
                          <p:attrName>ppt_w</p:attrName>
                        </p:attrNameLst>
                      </p:cBhvr>
                      <p:tavLst>
                        <p:tav tm="0">
                          <p:val>
                            <p:fltVal val="0"/>
                          </p:val>
                        </p:tav>
                        <p:tav tm="100000">
                          <p:val>
                            <p:strVal val="#ppt_w"/>
                          </p:val>
                        </p:tav>
                      </p:tavLst>
                    </p:anim>
                    <p:anim calcmode="lin" valueType="num">
                      <p:cBhvr>
                        <p:cTn dur="500" fill="hold"/>
                        <p:tgtEl>
                          <p:spTgt spid="49"/>
                        </p:tgtEl>
                        <p:attrNameLst>
                          <p:attrName>ppt_h</p:attrName>
                        </p:attrNameLst>
                      </p:cBhvr>
                      <p:tavLst>
                        <p:tav tm="0">
                          <p:val>
                            <p:fltVal val="0"/>
                          </p:val>
                        </p:tav>
                        <p:tav tm="100000">
                          <p:val>
                            <p:strVal val="#ppt_h"/>
                          </p:val>
                        </p:tav>
                      </p:tavLst>
                    </p:anim>
                  </p:childTnLst>
                </p:cTn>
              </p:par>
            </p:tnLst>
          </p:tmpl>
        </p:tmplLst>
      </p:bldP>
      <p:bldP build="p" grpId="0" spid="50">
        <p:tmplLst>
          <p:tmpl lvl="1">
            <p:tnLst>
              <p:par>
                <p:cTn fill="hold" nodeType="withEffect" presetClass="entr" presetID="42" presetSubtype="0">
                  <p:stCondLst>
                    <p:cond delay="200"/>
                  </p:stCondLst>
                  <p:childTnLst>
                    <p:set>
                      <p:cBhvr>
                        <p:cTn dur="1" fill="hold">
                          <p:stCondLst>
                            <p:cond delay="0"/>
                          </p:stCondLst>
                        </p:cTn>
                        <p:tgtEl>
                          <p:spTgt spid="50"/>
                        </p:tgtEl>
                        <p:attrNameLst>
                          <p:attrName>style.visibility</p:attrName>
                        </p:attrNameLst>
                      </p:cBhvr>
                      <p:to>
                        <p:strVal val="visible"/>
                      </p:to>
                    </p:set>
                    <p:animEffect filter="fade" transition="in">
                      <p:cBhvr>
                        <p:cTn dur="400"/>
                        <p:tgtEl>
                          <p:spTgt spid="50"/>
                        </p:tgtEl>
                      </p:cBhvr>
                    </p:animEffect>
                    <p:anim calcmode="lin" valueType="num">
                      <p:cBhvr>
                        <p:cTn dur="400" fill="hold"/>
                        <p:tgtEl>
                          <p:spTgt spid="50"/>
                        </p:tgtEl>
                        <p:attrNameLst>
                          <p:attrName>ppt_x</p:attrName>
                        </p:attrNameLst>
                      </p:cBhvr>
                      <p:tavLst>
                        <p:tav tm="0">
                          <p:val>
                            <p:strVal val="#ppt_x"/>
                          </p:val>
                        </p:tav>
                        <p:tav tm="100000">
                          <p:val>
                            <p:strVal val="#ppt_x"/>
                          </p:val>
                        </p:tav>
                      </p:tavLst>
                    </p:anim>
                    <p:anim calcmode="lin" valueType="num">
                      <p:cBhvr>
                        <p:cTn dur="400" fill="hold"/>
                        <p:tgtEl>
                          <p:spTgt spid="50"/>
                        </p:tgtEl>
                        <p:attrNameLst>
                          <p:attrName>ppt_y</p:attrName>
                        </p:attrNameLst>
                      </p:cBhvr>
                      <p:tavLst>
                        <p:tav tm="0">
                          <p:val>
                            <p:strVal val="#ppt_y+.1"/>
                          </p:val>
                        </p:tav>
                        <p:tav tm="100000">
                          <p:val>
                            <p:strVal val="#ppt_y"/>
                          </p:val>
                        </p:tav>
                      </p:tavLst>
                    </p:anim>
                  </p:childTnLst>
                </p:cTn>
              </p:par>
            </p:tnLst>
          </p:tmpl>
        </p:tmplLst>
      </p:bldP>
      <p:bldP build="p" grpId="0" spid="51">
        <p:tmplLst>
          <p:tmpl lvl="1">
            <p:tnLst>
              <p:par>
                <p:cTn fill="hold" nodeType="withEffect" presetClass="entr" presetID="23" presetSubtype="16">
                  <p:stCondLst>
                    <p:cond delay="200"/>
                  </p:stCondLst>
                  <p:childTnLst>
                    <p:set>
                      <p:cBhvr>
                        <p:cTn dur="1" fill="hold">
                          <p:stCondLst>
                            <p:cond delay="0"/>
                          </p:stCondLst>
                        </p:cTn>
                        <p:tgtEl>
                          <p:spTgt spid="51"/>
                        </p:tgtEl>
                        <p:attrNameLst>
                          <p:attrName>style.visibility</p:attrName>
                        </p:attrNameLst>
                      </p:cBhvr>
                      <p:to>
                        <p:strVal val="visible"/>
                      </p:to>
                    </p:set>
                    <p:anim calcmode="lin" valueType="num">
                      <p:cBhvr>
                        <p:cTn dur="500" fill="hold"/>
                        <p:tgtEl>
                          <p:spTgt spid="51"/>
                        </p:tgtEl>
                        <p:attrNameLst>
                          <p:attrName>ppt_w</p:attrName>
                        </p:attrNameLst>
                      </p:cBhvr>
                      <p:tavLst>
                        <p:tav tm="0">
                          <p:val>
                            <p:fltVal val="0"/>
                          </p:val>
                        </p:tav>
                        <p:tav tm="100000">
                          <p:val>
                            <p:strVal val="#ppt_w"/>
                          </p:val>
                        </p:tav>
                      </p:tavLst>
                    </p:anim>
                    <p:anim calcmode="lin" valueType="num">
                      <p:cBhvr>
                        <p:cTn dur="500" fill="hold"/>
                        <p:tgtEl>
                          <p:spTgt spid="51"/>
                        </p:tgtEl>
                        <p:attrNameLst>
                          <p:attrName>ppt_h</p:attrName>
                        </p:attrNameLst>
                      </p:cBhvr>
                      <p:tavLst>
                        <p:tav tm="0">
                          <p:val>
                            <p:fltVal val="0"/>
                          </p:val>
                        </p:tav>
                        <p:tav tm="100000">
                          <p:val>
                            <p:strVal val="#ppt_h"/>
                          </p:val>
                        </p:tav>
                      </p:tavLst>
                    </p:anim>
                  </p:childTnLst>
                </p:cTn>
              </p:par>
            </p:tnLst>
          </p:tmpl>
        </p:tmplLst>
      </p:bldP>
      <p:bldP advAuto="0" animBg="1" bldLvl="0" grpId="0" spid="52"/>
      <p:bldP advAuto="0" animBg="1" bldLvl="0" grpId="0" spid="53"/>
      <p:bldP advAuto="0" animBg="1" bldLvl="0" grpId="0" spid="54"/>
      <p:bldP advAuto="0" animBg="1" bldLvl="0" grpId="0" spid="55"/>
      <p:bldP build="p" grpId="0" spid="56">
        <p:tmplLst>
          <p:tmpl lvl="1">
            <p:tnLst>
              <p:par>
                <p:cTn fill="hold" nodeType="afterEffect" presetClass="entr" presetID="53" presetSubtype="16">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p:cTn dur="500" fill="hold"/>
                        <p:tgtEl>
                          <p:spTgt spid="56"/>
                        </p:tgtEl>
                        <p:attrNameLst>
                          <p:attrName>ppt_w</p:attrName>
                        </p:attrNameLst>
                      </p:cBhvr>
                      <p:tavLst>
                        <p:tav tm="0">
                          <p:val>
                            <p:fltVal val="0"/>
                          </p:val>
                        </p:tav>
                        <p:tav tm="100000">
                          <p:val>
                            <p:strVal val="#ppt_w"/>
                          </p:val>
                        </p:tav>
                      </p:tavLst>
                    </p:anim>
                    <p:anim calcmode="lin" valueType="num">
                      <p:cBhvr>
                        <p:cTn dur="500" fill="hold"/>
                        <p:tgtEl>
                          <p:spTgt spid="56"/>
                        </p:tgtEl>
                        <p:attrNameLst>
                          <p:attrName>ppt_h</p:attrName>
                        </p:attrNameLst>
                      </p:cBhvr>
                      <p:tavLst>
                        <p:tav tm="0">
                          <p:val>
                            <p:fltVal val="0"/>
                          </p:val>
                        </p:tav>
                        <p:tav tm="100000">
                          <p:val>
                            <p:strVal val="#ppt_h"/>
                          </p:val>
                        </p:tav>
                      </p:tavLst>
                    </p:anim>
                    <p:animEffect filter="fade" transition="in">
                      <p:cBhvr>
                        <p:cTn dur="500"/>
                        <p:tgtEl>
                          <p:spTgt spid="56"/>
                        </p:tgtEl>
                      </p:cBhvr>
                    </p:animEffect>
                  </p:childTnLst>
                </p:cTn>
              </p:par>
            </p:tnLst>
          </p:tmpl>
        </p:tmplLst>
      </p:bldP>
      <p:bldP build="p" grpId="0" spid="57">
        <p:tmplLst>
          <p:tmpl lvl="1">
            <p:tnLst>
              <p:par>
                <p:cTn fill="hold" nodeType="afterEffect" presetClass="entr" presetID="53" presetSubtype="16">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p:cTn dur="500" fill="hold"/>
                        <p:tgtEl>
                          <p:spTgt spid="57"/>
                        </p:tgtEl>
                        <p:attrNameLst>
                          <p:attrName>ppt_w</p:attrName>
                        </p:attrNameLst>
                      </p:cBhvr>
                      <p:tavLst>
                        <p:tav tm="0">
                          <p:val>
                            <p:fltVal val="0"/>
                          </p:val>
                        </p:tav>
                        <p:tav tm="100000">
                          <p:val>
                            <p:strVal val="#ppt_w"/>
                          </p:val>
                        </p:tav>
                      </p:tavLst>
                    </p:anim>
                    <p:anim calcmode="lin" valueType="num">
                      <p:cBhvr>
                        <p:cTn dur="500" fill="hold"/>
                        <p:tgtEl>
                          <p:spTgt spid="57"/>
                        </p:tgtEl>
                        <p:attrNameLst>
                          <p:attrName>ppt_h</p:attrName>
                        </p:attrNameLst>
                      </p:cBhvr>
                      <p:tavLst>
                        <p:tav tm="0">
                          <p:val>
                            <p:fltVal val="0"/>
                          </p:val>
                        </p:tav>
                        <p:tav tm="100000">
                          <p:val>
                            <p:strVal val="#ppt_h"/>
                          </p:val>
                        </p:tav>
                      </p:tavLst>
                    </p:anim>
                    <p:animEffect filter="fade" transition="in">
                      <p:cBhvr>
                        <p:cTn dur="500"/>
                        <p:tgtEl>
                          <p:spTgt spid="57"/>
                        </p:tgtEl>
                      </p:cBhvr>
                    </p:animEffect>
                  </p:childTnLst>
                </p:cTn>
              </p:par>
            </p:tnLst>
          </p:tmpl>
        </p:tmplLst>
      </p:bldP>
      <p:bldP build="p" grpId="0" spid="58">
        <p:tmplLst>
          <p:tmpl lvl="1">
            <p:tnLst>
              <p:par>
                <p:cTn fill="hold" nodeType="afterEffect" presetClass="entr" presetID="53" presetSubtype="16">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p:cTn dur="500" fill="hold"/>
                        <p:tgtEl>
                          <p:spTgt spid="58"/>
                        </p:tgtEl>
                        <p:attrNameLst>
                          <p:attrName>ppt_w</p:attrName>
                        </p:attrNameLst>
                      </p:cBhvr>
                      <p:tavLst>
                        <p:tav tm="0">
                          <p:val>
                            <p:fltVal val="0"/>
                          </p:val>
                        </p:tav>
                        <p:tav tm="100000">
                          <p:val>
                            <p:strVal val="#ppt_w"/>
                          </p:val>
                        </p:tav>
                      </p:tavLst>
                    </p:anim>
                    <p:anim calcmode="lin" valueType="num">
                      <p:cBhvr>
                        <p:cTn dur="500" fill="hold"/>
                        <p:tgtEl>
                          <p:spTgt spid="58"/>
                        </p:tgtEl>
                        <p:attrNameLst>
                          <p:attrName>ppt_h</p:attrName>
                        </p:attrNameLst>
                      </p:cBhvr>
                      <p:tavLst>
                        <p:tav tm="0">
                          <p:val>
                            <p:fltVal val="0"/>
                          </p:val>
                        </p:tav>
                        <p:tav tm="100000">
                          <p:val>
                            <p:strVal val="#ppt_h"/>
                          </p:val>
                        </p:tav>
                      </p:tavLst>
                    </p:anim>
                    <p:animEffect filter="fade" transition="in">
                      <p:cBhvr>
                        <p:cTn dur="500"/>
                        <p:tgtEl>
                          <p:spTgt spid="58"/>
                        </p:tgtEl>
                      </p:cBhvr>
                    </p:animEffect>
                  </p:childTnLst>
                </p:cTn>
              </p:par>
            </p:tnLst>
          </p:tmpl>
        </p:tmplLst>
      </p:bldP>
      <p:bldP build="p" grpId="0" spid="59">
        <p:tmplLst>
          <p:tmpl lvl="1">
            <p:tnLst>
              <p:par>
                <p:cTn fill="hold" nodeType="afterEffect" presetClass="entr" presetID="53" presetSubtype="16">
                  <p:stCondLst>
                    <p:cond delay="0"/>
                  </p:stCondLst>
                  <p:childTnLst>
                    <p:set>
                      <p:cBhvr>
                        <p:cTn dur="1" fill="hold">
                          <p:stCondLst>
                            <p:cond delay="0"/>
                          </p:stCondLst>
                        </p:cTn>
                        <p:tgtEl>
                          <p:spTgt spid="59"/>
                        </p:tgtEl>
                        <p:attrNameLst>
                          <p:attrName>style.visibility</p:attrName>
                        </p:attrNameLst>
                      </p:cBhvr>
                      <p:to>
                        <p:strVal val="visible"/>
                      </p:to>
                    </p:set>
                    <p:anim calcmode="lin" valueType="num">
                      <p:cBhvr>
                        <p:cTn dur="500" fill="hold"/>
                        <p:tgtEl>
                          <p:spTgt spid="59"/>
                        </p:tgtEl>
                        <p:attrNameLst>
                          <p:attrName>ppt_w</p:attrName>
                        </p:attrNameLst>
                      </p:cBhvr>
                      <p:tavLst>
                        <p:tav tm="0">
                          <p:val>
                            <p:fltVal val="0"/>
                          </p:val>
                        </p:tav>
                        <p:tav tm="100000">
                          <p:val>
                            <p:strVal val="#ppt_w"/>
                          </p:val>
                        </p:tav>
                      </p:tavLst>
                    </p:anim>
                    <p:anim calcmode="lin" valueType="num">
                      <p:cBhvr>
                        <p:cTn dur="500" fill="hold"/>
                        <p:tgtEl>
                          <p:spTgt spid="59"/>
                        </p:tgtEl>
                        <p:attrNameLst>
                          <p:attrName>ppt_h</p:attrName>
                        </p:attrNameLst>
                      </p:cBhvr>
                      <p:tavLst>
                        <p:tav tm="0">
                          <p:val>
                            <p:fltVal val="0"/>
                          </p:val>
                        </p:tav>
                        <p:tav tm="100000">
                          <p:val>
                            <p:strVal val="#ppt_h"/>
                          </p:val>
                        </p:tav>
                      </p:tavLst>
                    </p:anim>
                    <p:animEffect filter="fade" transition="in">
                      <p:cBhvr>
                        <p:cTn dur="500"/>
                        <p:tgtEl>
                          <p:spTgt spid="59"/>
                        </p:tgtEl>
                      </p:cBhvr>
                    </p:animEffect>
                  </p:childTnLst>
                </p:cTn>
              </p:par>
            </p:tnLst>
          </p:tmpl>
        </p:tmplLst>
      </p:b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cstate="screen" r:embed="rId1"/>
          <a:srcRect l="35439" r="11919"/>
          <a:stretch>
            <a:fillRect/>
          </a:stretch>
        </p:blipFill>
        <p:spPr>
          <a:xfrm>
            <a:off x="0" y="0"/>
            <a:ext cx="6768752" cy="7232650"/>
          </a:xfrm>
          <a:prstGeom prst="rect">
            <a:avLst/>
          </a:prstGeom>
        </p:spPr>
      </p:pic>
      <p:sp>
        <p:nvSpPr>
          <p:cNvPr id="17" name="椭圆 16"/>
          <p:cNvSpPr/>
          <p:nvPr/>
        </p:nvSpPr>
        <p:spPr>
          <a:xfrm>
            <a:off x="4798379" y="2962558"/>
            <a:ext cx="1206303" cy="1206303"/>
          </a:xfrm>
          <a:prstGeom prst="ellipse">
            <a:avLst/>
          </a:prstGeom>
          <a:solidFill>
            <a:schemeClr val="accent2"/>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18" name="椭圆 17"/>
          <p:cNvSpPr/>
          <p:nvPr/>
        </p:nvSpPr>
        <p:spPr>
          <a:xfrm>
            <a:off x="2938884" y="1100604"/>
            <a:ext cx="2718966" cy="2718966"/>
          </a:xfrm>
          <a:prstGeom prst="ellipse">
            <a:avLst/>
          </a:prstGeom>
          <a:solidFill>
            <a:schemeClr val="accent1"/>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normAutofit/>
          </a:bodyPr>
          <a:lstStyle/>
          <a:p>
            <a:pPr algn="ctr"/>
            <a:endParaRPr altLang="en-US" lang="zh-CN" sz="1400"/>
          </a:p>
        </p:txBody>
      </p:sp>
      <p:sp>
        <p:nvSpPr>
          <p:cNvPr id="19" name="矩形 259"/>
          <p:cNvSpPr>
            <a:spLocks noChangeArrowheads="1"/>
          </p:cNvSpPr>
          <p:nvPr/>
        </p:nvSpPr>
        <p:spPr bwMode="auto">
          <a:xfrm>
            <a:off x="3255467" y="1719727"/>
            <a:ext cx="2085800" cy="14403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normAutofit/>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lgn="ctr">
              <a:buNone/>
            </a:pPr>
            <a:r>
              <a:rPr altLang="zh-CN" dirty="0" lang="en-US" smtClean="0" sz="6000">
                <a:solidFill>
                  <a:schemeClr val="bg1"/>
                </a:solidFill>
                <a:latin charset="0" panose="020B0604020202020204" pitchFamily="34" typeface="Arial"/>
                <a:sym charset="0" panose="020B0604020202020204" pitchFamily="34" typeface="Arial"/>
              </a:rPr>
              <a:t>03</a:t>
            </a:r>
            <a:endParaRPr altLang="zh-CN" dirty="0" lang="en-US" sz="6000">
              <a:solidFill>
                <a:schemeClr val="bg1"/>
              </a:solidFill>
              <a:latin charset="0" panose="020B0604020202020204" pitchFamily="34" typeface="Arial"/>
              <a:sym charset="0" panose="020B0604020202020204" pitchFamily="34" typeface="Arial"/>
            </a:endParaRPr>
          </a:p>
          <a:p>
            <a:pPr algn="ctr">
              <a:buNone/>
            </a:pPr>
            <a:r>
              <a:rPr altLang="zh-CN" dirty="0" lang="en-US" sz="2800">
                <a:solidFill>
                  <a:schemeClr val="bg1"/>
                </a:solidFill>
                <a:latin charset="0" panose="020B0604020202020204" pitchFamily="34" typeface="Arial"/>
                <a:sym charset="0" panose="020B0604020202020204" pitchFamily="34" typeface="Arial"/>
              </a:rPr>
              <a:t>CHAPTER</a:t>
            </a:r>
            <a:endParaRPr altLang="en-US" dirty="0" lang="zh-CN" sz="2800">
              <a:solidFill>
                <a:schemeClr val="bg1"/>
              </a:solidFill>
              <a:latin charset="0" panose="020B0604020202020204" pitchFamily="34" typeface="Arial"/>
              <a:sym charset="0" panose="020B0604020202020204" pitchFamily="34" typeface="Arial"/>
            </a:endParaRPr>
          </a:p>
        </p:txBody>
      </p:sp>
      <p:sp>
        <p:nvSpPr>
          <p:cNvPr id="10" name="矩形 9"/>
          <p:cNvSpPr/>
          <p:nvPr/>
        </p:nvSpPr>
        <p:spPr>
          <a:xfrm>
            <a:off x="6567170" y="3179445"/>
            <a:ext cx="5864860" cy="830580"/>
          </a:xfrm>
          <a:prstGeom prst="rect">
            <a:avLst/>
          </a:prstGeom>
        </p:spPr>
        <p:txBody>
          <a:bodyPr bIns="0" lIns="0" rIns="0" tIns="0" wrap="square">
            <a:normAutofit fontScale="90000"/>
          </a:bodyPr>
          <a:lstStyle/>
          <a:p>
            <a:r>
              <a:rPr altLang="zh-CN" b="1" dirty="0" lang="en-US" sz="5400">
                <a:solidFill>
                  <a:schemeClr val="accent1">
                    <a:lumMod val="50000"/>
                  </a:schemeClr>
                </a:solidFill>
                <a:latin charset="0" panose="020B0604020202020204" pitchFamily="34" typeface="Arial"/>
                <a:ea charset="-122" panose="020B0503020204020204" pitchFamily="34" typeface="微软雅黑"/>
                <a:cs typeface="+mn-ea"/>
                <a:sym charset="0" panose="020B0604020202020204" pitchFamily="34" typeface="Arial"/>
              </a:rPr>
              <a:t>3 项目二：猪只活体检测系统与实践收获</a:t>
            </a:r>
            <a:endParaRPr altLang="en-US" b="1" dirty="0" lang="zh-CN" sz="5400">
              <a:solidFill>
                <a:schemeClr val="accent1">
                  <a:lumMod val="50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advTm="0" p14:dur="1250" spd="slow">
        <p15:prstTrans prst="peelOff"/>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8">
                                  <p:stCondLst>
                                    <p:cond delay="0"/>
                                  </p:stCondLst>
                                  <p:childTnLst>
                                    <p:set>
                                      <p:cBhvr>
                                        <p:cTn dur="1" fill="hold" id="6">
                                          <p:stCondLst>
                                            <p:cond delay="0"/>
                                          </p:stCondLst>
                                        </p:cTn>
                                        <p:tgtEl>
                                          <p:spTgt spid="15"/>
                                        </p:tgtEl>
                                        <p:attrNameLst>
                                          <p:attrName>style.visibility</p:attrName>
                                        </p:attrNameLst>
                                      </p:cBhvr>
                                      <p:to>
                                        <p:strVal val="visible"/>
                                      </p:to>
                                    </p:set>
                                    <p:animEffect filter="wipe(left)" transition="in">
                                      <p:cBhvr>
                                        <p:cTn dur="500" id="7"/>
                                        <p:tgtEl>
                                          <p:spTgt spid="15"/>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53" presetSubtype="16">
                                  <p:stCondLst>
                                    <p:cond delay="0"/>
                                  </p:stCondLst>
                                  <p:childTnLst>
                                    <p:set>
                                      <p:cBhvr>
                                        <p:cTn dur="1" fill="hold" id="11">
                                          <p:stCondLst>
                                            <p:cond delay="0"/>
                                          </p:stCondLst>
                                        </p:cTn>
                                        <p:tgtEl>
                                          <p:spTgt spid="19"/>
                                        </p:tgtEl>
                                        <p:attrNameLst>
                                          <p:attrName>style.visibility</p:attrName>
                                        </p:attrNameLst>
                                      </p:cBhvr>
                                      <p:to>
                                        <p:strVal val="visible"/>
                                      </p:to>
                                    </p:set>
                                    <p:anim calcmode="lin" valueType="num">
                                      <p:cBhvr>
                                        <p:cTn dur="500" fill="hold" id="12"/>
                                        <p:tgtEl>
                                          <p:spTgt spid="19"/>
                                        </p:tgtEl>
                                        <p:attrNameLst>
                                          <p:attrName>ppt_w</p:attrName>
                                        </p:attrNameLst>
                                      </p:cBhvr>
                                      <p:tavLst>
                                        <p:tav tm="0">
                                          <p:val>
                                            <p:fltVal val="0"/>
                                          </p:val>
                                        </p:tav>
                                        <p:tav tm="100000">
                                          <p:val>
                                            <p:strVal val="#ppt_w"/>
                                          </p:val>
                                        </p:tav>
                                      </p:tavLst>
                                    </p:anim>
                                    <p:anim calcmode="lin" valueType="num">
                                      <p:cBhvr>
                                        <p:cTn dur="500" fill="hold" id="13"/>
                                        <p:tgtEl>
                                          <p:spTgt spid="19"/>
                                        </p:tgtEl>
                                        <p:attrNameLst>
                                          <p:attrName>ppt_h</p:attrName>
                                        </p:attrNameLst>
                                      </p:cBhvr>
                                      <p:tavLst>
                                        <p:tav tm="0">
                                          <p:val>
                                            <p:fltVal val="0"/>
                                          </p:val>
                                        </p:tav>
                                        <p:tav tm="100000">
                                          <p:val>
                                            <p:strVal val="#ppt_h"/>
                                          </p:val>
                                        </p:tav>
                                      </p:tavLst>
                                    </p:anim>
                                    <p:animEffect filter="fade" transition="in">
                                      <p:cBhvr>
                                        <p:cTn dur="500" id="14"/>
                                        <p:tgtEl>
                                          <p:spTgt spid="19"/>
                                        </p:tgtEl>
                                      </p:cBhvr>
                                    </p:animEffect>
                                  </p:childTnLst>
                                </p:cTn>
                              </p:par>
                              <p:par>
                                <p:cTn fill="hold" grpId="0" id="15" nodeType="withEffect" presetClass="entr" presetID="53" presetSubtype="16">
                                  <p:stCondLst>
                                    <p:cond delay="0"/>
                                  </p:stCondLst>
                                  <p:childTnLst>
                                    <p:set>
                                      <p:cBhvr>
                                        <p:cTn dur="1" fill="hold" id="16">
                                          <p:stCondLst>
                                            <p:cond delay="0"/>
                                          </p:stCondLst>
                                        </p:cTn>
                                        <p:tgtEl>
                                          <p:spTgt spid="18"/>
                                        </p:tgtEl>
                                        <p:attrNameLst>
                                          <p:attrName>style.visibility</p:attrName>
                                        </p:attrNameLst>
                                      </p:cBhvr>
                                      <p:to>
                                        <p:strVal val="visible"/>
                                      </p:to>
                                    </p:set>
                                    <p:anim calcmode="lin" valueType="num">
                                      <p:cBhvr>
                                        <p:cTn dur="500" fill="hold" id="17"/>
                                        <p:tgtEl>
                                          <p:spTgt spid="18"/>
                                        </p:tgtEl>
                                        <p:attrNameLst>
                                          <p:attrName>ppt_w</p:attrName>
                                        </p:attrNameLst>
                                      </p:cBhvr>
                                      <p:tavLst>
                                        <p:tav tm="0">
                                          <p:val>
                                            <p:fltVal val="0"/>
                                          </p:val>
                                        </p:tav>
                                        <p:tav tm="100000">
                                          <p:val>
                                            <p:strVal val="#ppt_w"/>
                                          </p:val>
                                        </p:tav>
                                      </p:tavLst>
                                    </p:anim>
                                    <p:anim calcmode="lin" valueType="num">
                                      <p:cBhvr>
                                        <p:cTn dur="500" fill="hold" id="18"/>
                                        <p:tgtEl>
                                          <p:spTgt spid="18"/>
                                        </p:tgtEl>
                                        <p:attrNameLst>
                                          <p:attrName>ppt_h</p:attrName>
                                        </p:attrNameLst>
                                      </p:cBhvr>
                                      <p:tavLst>
                                        <p:tav tm="0">
                                          <p:val>
                                            <p:fltVal val="0"/>
                                          </p:val>
                                        </p:tav>
                                        <p:tav tm="100000">
                                          <p:val>
                                            <p:strVal val="#ppt_h"/>
                                          </p:val>
                                        </p:tav>
                                      </p:tavLst>
                                    </p:anim>
                                    <p:animEffect filter="fade" transition="in">
                                      <p:cBhvr>
                                        <p:cTn dur="500" id="19"/>
                                        <p:tgtEl>
                                          <p:spTgt spid="18"/>
                                        </p:tgtEl>
                                      </p:cBhvr>
                                    </p:animEffect>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53" presetSubtype="16">
                                  <p:stCondLst>
                                    <p:cond delay="0"/>
                                  </p:stCondLst>
                                  <p:childTnLst>
                                    <p:set>
                                      <p:cBhvr>
                                        <p:cTn dur="1" fill="hold" id="23">
                                          <p:stCondLst>
                                            <p:cond delay="0"/>
                                          </p:stCondLst>
                                        </p:cTn>
                                        <p:tgtEl>
                                          <p:spTgt spid="17"/>
                                        </p:tgtEl>
                                        <p:attrNameLst>
                                          <p:attrName>style.visibility</p:attrName>
                                        </p:attrNameLst>
                                      </p:cBhvr>
                                      <p:to>
                                        <p:strVal val="visible"/>
                                      </p:to>
                                    </p:set>
                                    <p:anim calcmode="lin" valueType="num">
                                      <p:cBhvr>
                                        <p:cTn dur="500" fill="hold" id="24"/>
                                        <p:tgtEl>
                                          <p:spTgt spid="17"/>
                                        </p:tgtEl>
                                        <p:attrNameLst>
                                          <p:attrName>ppt_w</p:attrName>
                                        </p:attrNameLst>
                                      </p:cBhvr>
                                      <p:tavLst>
                                        <p:tav tm="0">
                                          <p:val>
                                            <p:fltVal val="0"/>
                                          </p:val>
                                        </p:tav>
                                        <p:tav tm="100000">
                                          <p:val>
                                            <p:strVal val="#ppt_w"/>
                                          </p:val>
                                        </p:tav>
                                      </p:tavLst>
                                    </p:anim>
                                    <p:anim calcmode="lin" valueType="num">
                                      <p:cBhvr>
                                        <p:cTn dur="500" fill="hold" id="25"/>
                                        <p:tgtEl>
                                          <p:spTgt spid="17"/>
                                        </p:tgtEl>
                                        <p:attrNameLst>
                                          <p:attrName>ppt_h</p:attrName>
                                        </p:attrNameLst>
                                      </p:cBhvr>
                                      <p:tavLst>
                                        <p:tav tm="0">
                                          <p:val>
                                            <p:fltVal val="0"/>
                                          </p:val>
                                        </p:tav>
                                        <p:tav tm="100000">
                                          <p:val>
                                            <p:strVal val="#ppt_h"/>
                                          </p:val>
                                        </p:tav>
                                      </p:tavLst>
                                    </p:anim>
                                    <p:animEffect filter="fade" transition="in">
                                      <p:cBhvr>
                                        <p:cTn dur="500" id="26"/>
                                        <p:tgtEl>
                                          <p:spTgt spid="17"/>
                                        </p:tgtEl>
                                      </p:cBhvr>
                                    </p:animEffect>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23" presetSubtype="32">
                                  <p:stCondLst>
                                    <p:cond delay="0"/>
                                  </p:stCondLst>
                                  <p:childTnLst>
                                    <p:set>
                                      <p:cBhvr>
                                        <p:cTn dur="1" fill="hold" id="30">
                                          <p:stCondLst>
                                            <p:cond delay="0"/>
                                          </p:stCondLst>
                                        </p:cTn>
                                        <p:tgtEl>
                                          <p:spTgt spid="10"/>
                                        </p:tgtEl>
                                        <p:attrNameLst>
                                          <p:attrName>style.visibility</p:attrName>
                                        </p:attrNameLst>
                                      </p:cBhvr>
                                      <p:to>
                                        <p:strVal val="visible"/>
                                      </p:to>
                                    </p:set>
                                    <p:anim calcmode="lin" valueType="num">
                                      <p:cBhvr>
                                        <p:cTn dur="500" fill="hold" id="31"/>
                                        <p:tgtEl>
                                          <p:spTgt spid="10"/>
                                        </p:tgtEl>
                                        <p:attrNameLst>
                                          <p:attrName>ppt_w</p:attrName>
                                        </p:attrNameLst>
                                      </p:cBhvr>
                                      <p:tavLst>
                                        <p:tav tm="0">
                                          <p:val>
                                            <p:strVal val="4*#ppt_w"/>
                                          </p:val>
                                        </p:tav>
                                        <p:tav tm="100000">
                                          <p:val>
                                            <p:strVal val="#ppt_w"/>
                                          </p:val>
                                        </p:tav>
                                      </p:tavLst>
                                    </p:anim>
                                    <p:anim calcmode="lin" valueType="num">
                                      <p:cBhvr>
                                        <p:cTn dur="500" fill="hold" id="32"/>
                                        <p:tgtEl>
                                          <p:spTgt spid="10"/>
                                        </p:tgtEl>
                                        <p:attrNameLst>
                                          <p:attrName>ppt_h</p:attrName>
                                        </p:attrNameLst>
                                      </p:cBhvr>
                                      <p:tavLst>
                                        <p:tav tm="0">
                                          <p:val>
                                            <p:strVal val="4*#ppt_h"/>
                                          </p:val>
                                        </p:tav>
                                        <p:tav tm="100000">
                                          <p:val>
                                            <p:strVal val="#ppt_h"/>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bldLvl="0" grpId="0" spid="17"/>
      <p:bldP animBg="1" bldLvl="0" grpId="0" spid="18"/>
      <p:bldP animBg="1" bldLvl="0" grpId="0" spid="19"/>
      <p:bldP grpId="0" spid="1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4" name="Hexagon 43"/>
          <p:cNvSpPr/>
          <p:nvPr/>
        </p:nvSpPr>
        <p:spPr>
          <a:xfrm>
            <a:off x="1461198" y="2634849"/>
            <a:ext cx="2948549" cy="2541855"/>
          </a:xfrm>
          <a:prstGeom prst="hexagon">
            <a:avLst/>
          </a:prstGeom>
          <a:blipFill dpi="0" rotWithShape="1">
            <a:blip cstate="screen" r:embed="rId1"/>
            <a:srcRec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nchorCtr="0" bIns="51075" compatLnSpc="1" forceAA="0" fromWordArt="0" horzOverflow="overflow" lIns="102148" numCol="1" rIns="102148" rot="0" rtlCol="0" spcCol="0" spcFirstLastPara="0" tIns="51075" vert="horz" vertOverflow="overflow" wrap="square">
            <a:normAutofit/>
          </a:bodyPr>
          <a:lstStyle/>
          <a:p>
            <a:pPr algn="ctr">
              <a:lnSpc>
                <a:spcPct val="150000"/>
              </a:lnSpc>
            </a:pPr>
            <a:endParaRPr lang="en-US" sz="1430">
              <a:solidFill>
                <a:srgbClr val="C00000"/>
              </a:solidFill>
              <a:latin charset="0" panose="020B0604020202020204" pitchFamily="34" typeface="Arial"/>
              <a:ea charset="-122" panose="020B0503020204020204" pitchFamily="34" typeface="微软雅黑"/>
              <a:sym charset="0" panose="020B0604020202020204" pitchFamily="34" typeface="Arial"/>
            </a:endParaRPr>
          </a:p>
        </p:txBody>
      </p:sp>
      <p:sp>
        <p:nvSpPr>
          <p:cNvPr id="36" name="Hexagon 35"/>
          <p:cNvSpPr/>
          <p:nvPr/>
        </p:nvSpPr>
        <p:spPr>
          <a:xfrm>
            <a:off x="3800797" y="2634849"/>
            <a:ext cx="2948549" cy="2541855"/>
          </a:xfrm>
          <a:prstGeom prst="hexagon">
            <a:avLst/>
          </a:prstGeom>
          <a:blipFill dpi="0" rotWithShape="1">
            <a:blip cstate="screen" r:embed="rId2"/>
            <a:srcRec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nchorCtr="0" bIns="51075" compatLnSpc="1" forceAA="0" fromWordArt="0" horzOverflow="overflow" lIns="102148" numCol="1" rIns="102148" rot="0" rtlCol="0" spcCol="0" spcFirstLastPara="0" tIns="51075" vert="horz" vertOverflow="overflow" wrap="square">
            <a:normAutofit/>
          </a:bodyPr>
          <a:lstStyle/>
          <a:p>
            <a:pPr algn="ctr">
              <a:lnSpc>
                <a:spcPct val="150000"/>
              </a:lnSpc>
            </a:pPr>
            <a:endParaRPr lang="en-US" sz="1430">
              <a:solidFill>
                <a:srgbClr val="C00000"/>
              </a:solidFill>
              <a:latin charset="0" panose="020B0604020202020204" pitchFamily="34" typeface="Arial"/>
              <a:ea charset="-122" panose="020B0503020204020204" pitchFamily="34" typeface="微软雅黑"/>
              <a:sym charset="0" panose="020B0604020202020204" pitchFamily="34" typeface="Arial"/>
            </a:endParaRPr>
          </a:p>
        </p:txBody>
      </p:sp>
      <p:sp>
        <p:nvSpPr>
          <p:cNvPr id="40" name="Hexagon 39"/>
          <p:cNvSpPr/>
          <p:nvPr/>
        </p:nvSpPr>
        <p:spPr>
          <a:xfrm>
            <a:off x="6136573" y="2634849"/>
            <a:ext cx="2948549" cy="2541855"/>
          </a:xfrm>
          <a:prstGeom prst="hexagon">
            <a:avLst/>
          </a:prstGeom>
          <a:blipFill dpi="0" rotWithShape="1">
            <a:blip cstate="screen" r:embed="rId3"/>
            <a:srcRec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nchorCtr="0" bIns="51075" compatLnSpc="1" forceAA="0" fromWordArt="0" horzOverflow="overflow" lIns="102148" numCol="1" rIns="102148" rot="0" rtlCol="0" spcCol="0" spcFirstLastPara="0" tIns="51075" vert="horz" vertOverflow="overflow" wrap="square">
            <a:normAutofit/>
          </a:bodyPr>
          <a:lstStyle/>
          <a:p>
            <a:pPr algn="ctr">
              <a:lnSpc>
                <a:spcPct val="150000"/>
              </a:lnSpc>
            </a:pPr>
            <a:endParaRPr lang="en-US" sz="1430">
              <a:solidFill>
                <a:srgbClr val="C00000"/>
              </a:solidFill>
              <a:latin charset="0" panose="020B0604020202020204" pitchFamily="34" typeface="Arial"/>
              <a:ea charset="-122" panose="020B0503020204020204" pitchFamily="34" typeface="微软雅黑"/>
              <a:sym charset="0" panose="020B0604020202020204" pitchFamily="34" typeface="Arial"/>
            </a:endParaRPr>
          </a:p>
        </p:txBody>
      </p:sp>
      <p:sp>
        <p:nvSpPr>
          <p:cNvPr id="41" name="Hexagon 40"/>
          <p:cNvSpPr/>
          <p:nvPr/>
        </p:nvSpPr>
        <p:spPr>
          <a:xfrm>
            <a:off x="8472350" y="2634849"/>
            <a:ext cx="2948549" cy="2541855"/>
          </a:xfrm>
          <a:prstGeom prst="hexagon">
            <a:avLst/>
          </a:prstGeom>
          <a:blipFill dpi="0" rotWithShape="1">
            <a:blip cstate="screen" r:embed="rId4"/>
            <a:srcRec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nchorCtr="0" bIns="51075" compatLnSpc="1" forceAA="0" fromWordArt="0" horzOverflow="overflow" lIns="102148" numCol="1" rIns="102148" rot="0" rtlCol="0" spcCol="0" spcFirstLastPara="0" tIns="51075" vert="horz" vertOverflow="overflow" wrap="square">
            <a:normAutofit/>
          </a:bodyPr>
          <a:lstStyle/>
          <a:p>
            <a:pPr algn="ctr">
              <a:lnSpc>
                <a:spcPct val="150000"/>
              </a:lnSpc>
            </a:pPr>
            <a:endParaRPr lang="en-US" sz="1430">
              <a:solidFill>
                <a:srgbClr val="C00000"/>
              </a:solidFill>
              <a:latin charset="0" panose="020B0604020202020204" pitchFamily="34" typeface="Arial"/>
              <a:ea charset="-122" panose="020B0503020204020204" pitchFamily="34" typeface="微软雅黑"/>
              <a:sym charset="0" panose="020B0604020202020204" pitchFamily="34" typeface="Arial"/>
            </a:endParaRPr>
          </a:p>
        </p:txBody>
      </p:sp>
      <p:sp>
        <p:nvSpPr>
          <p:cNvPr id="8" name="文本框 66"/>
          <p:cNvSpPr txBox="1">
            <a:spLocks noChangeArrowheads="1"/>
          </p:cNvSpPr>
          <p:nvPr/>
        </p:nvSpPr>
        <p:spPr bwMode="auto">
          <a:xfrm>
            <a:off x="812800" y="5416550"/>
            <a:ext cx="4175760" cy="842645"/>
          </a:xfrm>
          <a:prstGeom prst="rect">
            <a:avLst/>
          </a:prstGeom>
          <a:noFill/>
          <a:ln>
            <a:noFill/>
          </a:ln>
        </p:spPr>
        <p:txBody>
          <a:bodyPr anchor="t" anchorCtr="0" bIns="0" lIns="0" rIns="0" tIns="0" wrap="square">
            <a:normAutofit/>
          </a:bodyPr>
          <a:lstStyle>
            <a:lvl1pPr>
              <a:defRPr sz="1300">
                <a:solidFill>
                  <a:schemeClr val="tx1"/>
                </a:solidFill>
                <a:latin charset="0" panose="020F0502020204030204" pitchFamily="34" typeface="Calibri"/>
                <a:ea charset="-122" panose="02010600030101010101" pitchFamily="2" typeface="宋体"/>
              </a:defRPr>
            </a:lvl1pPr>
            <a:lvl2pPr indent="-285750" marL="742950">
              <a:defRPr sz="1300">
                <a:solidFill>
                  <a:schemeClr val="tx1"/>
                </a:solidFill>
                <a:latin charset="0" panose="020F0502020204030204" pitchFamily="34" typeface="Calibri"/>
                <a:ea charset="-122" panose="02010600030101010101" pitchFamily="2" typeface="宋体"/>
              </a:defRPr>
            </a:lvl2pPr>
            <a:lvl3pPr indent="-228600" marL="1143000">
              <a:defRPr sz="1300">
                <a:solidFill>
                  <a:schemeClr val="tx1"/>
                </a:solidFill>
                <a:latin charset="0" panose="020F0502020204030204" pitchFamily="34" typeface="Calibri"/>
                <a:ea charset="-122" panose="02010600030101010101" pitchFamily="2" typeface="宋体"/>
              </a:defRPr>
            </a:lvl3pPr>
            <a:lvl4pPr indent="-228600" marL="1600200">
              <a:defRPr sz="1300">
                <a:solidFill>
                  <a:schemeClr val="tx1"/>
                </a:solidFill>
                <a:latin charset="0" panose="020F0502020204030204" pitchFamily="34" typeface="Calibri"/>
                <a:ea charset="-122" panose="02010600030101010101" pitchFamily="2" typeface="宋体"/>
              </a:defRPr>
            </a:lvl4pPr>
            <a:lvl5pPr indent="-228600" marL="2057400">
              <a:defRPr sz="1300">
                <a:solidFill>
                  <a:schemeClr val="tx1"/>
                </a:solidFill>
                <a:latin charset="0" panose="020F0502020204030204" pitchFamily="34" typeface="Calibri"/>
                <a:ea charset="-122" panose="02010600030101010101" pitchFamily="2" typeface="宋体"/>
              </a:defRPr>
            </a:lvl5pPr>
            <a:lvl6pPr defTabSz="685800" eaLnBrk="0" fontAlgn="base" hangingPunct="0" indent="-228600" marL="2514600">
              <a:spcBef>
                <a:spcPct val="0"/>
              </a:spcBef>
              <a:spcAft>
                <a:spcPct val="0"/>
              </a:spcAft>
              <a:defRPr sz="1300">
                <a:solidFill>
                  <a:schemeClr val="tx1"/>
                </a:solidFill>
                <a:latin charset="0" panose="020F0502020204030204" pitchFamily="34" typeface="Calibri"/>
                <a:ea charset="-122" panose="02010600030101010101" pitchFamily="2" typeface="宋体"/>
              </a:defRPr>
            </a:lvl6pPr>
            <a:lvl7pPr defTabSz="685800" eaLnBrk="0" fontAlgn="base" hangingPunct="0" indent="-228600" marL="2971800">
              <a:spcBef>
                <a:spcPct val="0"/>
              </a:spcBef>
              <a:spcAft>
                <a:spcPct val="0"/>
              </a:spcAft>
              <a:defRPr sz="1300">
                <a:solidFill>
                  <a:schemeClr val="tx1"/>
                </a:solidFill>
                <a:latin charset="0" panose="020F0502020204030204" pitchFamily="34" typeface="Calibri"/>
                <a:ea charset="-122" panose="02010600030101010101" pitchFamily="2" typeface="宋体"/>
              </a:defRPr>
            </a:lvl7pPr>
            <a:lvl8pPr defTabSz="685800" eaLnBrk="0" fontAlgn="base" hangingPunct="0" indent="-228600" marL="3429000">
              <a:spcBef>
                <a:spcPct val="0"/>
              </a:spcBef>
              <a:spcAft>
                <a:spcPct val="0"/>
              </a:spcAft>
              <a:defRPr sz="1300">
                <a:solidFill>
                  <a:schemeClr val="tx1"/>
                </a:solidFill>
                <a:latin charset="0" panose="020F0502020204030204" pitchFamily="34" typeface="Calibri"/>
                <a:ea charset="-122" panose="02010600030101010101" pitchFamily="2" typeface="宋体"/>
              </a:defRPr>
            </a:lvl8pPr>
            <a:lvl9pPr defTabSz="685800" eaLnBrk="0" fontAlgn="base" hangingPunct="0" indent="-228600" marL="3886200">
              <a:spcBef>
                <a:spcPct val="0"/>
              </a:spcBef>
              <a:spcAft>
                <a:spcPct val="0"/>
              </a:spcAft>
              <a:defRPr sz="1300">
                <a:solidFill>
                  <a:schemeClr val="tx1"/>
                </a:solidFill>
                <a:latin charset="0" panose="020F0502020204030204" pitchFamily="34" typeface="Calibri"/>
                <a:ea charset="-122" panose="02010600030101010101" pitchFamily="2" typeface="宋体"/>
              </a:defRPr>
            </a:lvl9pPr>
          </a:lstStyle>
          <a:p>
            <a:pPr algn="just">
              <a:lnSpc>
                <a:spcPct val="15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根据提取的特征参数，设定活体检测的阈值和规则，通过多条件逻辑判断（如运动连续性、生理信号稳定性）实现初步的活体识别。</a:t>
            </a:r>
            <a:endParaRPr altLang="en-US" dirty="0" lang="zh-CN"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12" name="文本框 66"/>
          <p:cNvSpPr txBox="1">
            <a:spLocks noChangeArrowheads="1"/>
          </p:cNvSpPr>
          <p:nvPr/>
        </p:nvSpPr>
        <p:spPr bwMode="auto">
          <a:xfrm>
            <a:off x="3236595" y="1713230"/>
            <a:ext cx="4077970" cy="842645"/>
          </a:xfrm>
          <a:prstGeom prst="rect">
            <a:avLst/>
          </a:prstGeom>
          <a:noFill/>
          <a:ln>
            <a:noFill/>
          </a:ln>
        </p:spPr>
        <p:txBody>
          <a:bodyPr anchor="t" anchorCtr="0" bIns="0" lIns="0" rIns="0" tIns="0" wrap="square">
            <a:normAutofit/>
          </a:bodyPr>
          <a:lstStyle>
            <a:lvl1pPr>
              <a:defRPr sz="1300">
                <a:solidFill>
                  <a:schemeClr val="tx1"/>
                </a:solidFill>
                <a:latin charset="0" panose="020F0502020204030204" pitchFamily="34" typeface="Calibri"/>
                <a:ea charset="-122" panose="02010600030101010101" pitchFamily="2" typeface="宋体"/>
              </a:defRPr>
            </a:lvl1pPr>
            <a:lvl2pPr indent="-285750" marL="742950">
              <a:defRPr sz="1300">
                <a:solidFill>
                  <a:schemeClr val="tx1"/>
                </a:solidFill>
                <a:latin charset="0" panose="020F0502020204030204" pitchFamily="34" typeface="Calibri"/>
                <a:ea charset="-122" panose="02010600030101010101" pitchFamily="2" typeface="宋体"/>
              </a:defRPr>
            </a:lvl2pPr>
            <a:lvl3pPr indent="-228600" marL="1143000">
              <a:defRPr sz="1300">
                <a:solidFill>
                  <a:schemeClr val="tx1"/>
                </a:solidFill>
                <a:latin charset="0" panose="020F0502020204030204" pitchFamily="34" typeface="Calibri"/>
                <a:ea charset="-122" panose="02010600030101010101" pitchFamily="2" typeface="宋体"/>
              </a:defRPr>
            </a:lvl3pPr>
            <a:lvl4pPr indent="-228600" marL="1600200">
              <a:defRPr sz="1300">
                <a:solidFill>
                  <a:schemeClr val="tx1"/>
                </a:solidFill>
                <a:latin charset="0" panose="020F0502020204030204" pitchFamily="34" typeface="Calibri"/>
                <a:ea charset="-122" panose="02010600030101010101" pitchFamily="2" typeface="宋体"/>
              </a:defRPr>
            </a:lvl4pPr>
            <a:lvl5pPr indent="-228600" marL="2057400">
              <a:defRPr sz="1300">
                <a:solidFill>
                  <a:schemeClr val="tx1"/>
                </a:solidFill>
                <a:latin charset="0" panose="020F0502020204030204" pitchFamily="34" typeface="Calibri"/>
                <a:ea charset="-122" panose="02010600030101010101" pitchFamily="2" typeface="宋体"/>
              </a:defRPr>
            </a:lvl5pPr>
            <a:lvl6pPr defTabSz="685800" eaLnBrk="0" fontAlgn="base" hangingPunct="0" indent="-228600" marL="2514600">
              <a:spcBef>
                <a:spcPct val="0"/>
              </a:spcBef>
              <a:spcAft>
                <a:spcPct val="0"/>
              </a:spcAft>
              <a:defRPr sz="1300">
                <a:solidFill>
                  <a:schemeClr val="tx1"/>
                </a:solidFill>
                <a:latin charset="0" panose="020F0502020204030204" pitchFamily="34" typeface="Calibri"/>
                <a:ea charset="-122" panose="02010600030101010101" pitchFamily="2" typeface="宋体"/>
              </a:defRPr>
            </a:lvl6pPr>
            <a:lvl7pPr defTabSz="685800" eaLnBrk="0" fontAlgn="base" hangingPunct="0" indent="-228600" marL="2971800">
              <a:spcBef>
                <a:spcPct val="0"/>
              </a:spcBef>
              <a:spcAft>
                <a:spcPct val="0"/>
              </a:spcAft>
              <a:defRPr sz="1300">
                <a:solidFill>
                  <a:schemeClr val="tx1"/>
                </a:solidFill>
                <a:latin charset="0" panose="020F0502020204030204" pitchFamily="34" typeface="Calibri"/>
                <a:ea charset="-122" panose="02010600030101010101" pitchFamily="2" typeface="宋体"/>
              </a:defRPr>
            </a:lvl7pPr>
            <a:lvl8pPr defTabSz="685800" eaLnBrk="0" fontAlgn="base" hangingPunct="0" indent="-228600" marL="3429000">
              <a:spcBef>
                <a:spcPct val="0"/>
              </a:spcBef>
              <a:spcAft>
                <a:spcPct val="0"/>
              </a:spcAft>
              <a:defRPr sz="1300">
                <a:solidFill>
                  <a:schemeClr val="tx1"/>
                </a:solidFill>
                <a:latin charset="0" panose="020F0502020204030204" pitchFamily="34" typeface="Calibri"/>
                <a:ea charset="-122" panose="02010600030101010101" pitchFamily="2" typeface="宋体"/>
              </a:defRPr>
            </a:lvl8pPr>
            <a:lvl9pPr defTabSz="685800" eaLnBrk="0" fontAlgn="base" hangingPunct="0" indent="-228600" marL="3886200">
              <a:spcBef>
                <a:spcPct val="0"/>
              </a:spcBef>
              <a:spcAft>
                <a:spcPct val="0"/>
              </a:spcAft>
              <a:defRPr sz="1300">
                <a:solidFill>
                  <a:schemeClr val="tx1"/>
                </a:solidFill>
                <a:latin charset="0" panose="020F0502020204030204" pitchFamily="34" typeface="Calibri"/>
                <a:ea charset="-122" panose="02010600030101010101" pitchFamily="2" typeface="宋体"/>
              </a:defRPr>
            </a:lvl9pPr>
          </a:lstStyle>
          <a:p>
            <a:pPr algn="just">
              <a:lnSpc>
                <a:spcPct val="15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毫米波雷达接收原始回波信号，通过滤波、去噪和信号增强等预处理步骤，提取目标物体的距离、速度和角度信息，为后续特征提取奠定基础。</a:t>
            </a:r>
            <a:endParaRPr altLang="en-US" dirty="0" lang="zh-CN"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14" name="文本框 66"/>
          <p:cNvSpPr txBox="1">
            <a:spLocks noChangeArrowheads="1"/>
          </p:cNvSpPr>
          <p:nvPr/>
        </p:nvSpPr>
        <p:spPr bwMode="auto">
          <a:xfrm>
            <a:off x="5637530" y="5416550"/>
            <a:ext cx="4154170" cy="842645"/>
          </a:xfrm>
          <a:prstGeom prst="rect">
            <a:avLst/>
          </a:prstGeom>
          <a:noFill/>
          <a:ln>
            <a:noFill/>
          </a:ln>
        </p:spPr>
        <p:txBody>
          <a:bodyPr anchor="t" anchorCtr="0" bIns="0" lIns="0" rIns="0" tIns="0" wrap="square">
            <a:normAutofit/>
          </a:bodyPr>
          <a:lstStyle>
            <a:lvl1pPr>
              <a:defRPr sz="1300">
                <a:solidFill>
                  <a:schemeClr val="tx1"/>
                </a:solidFill>
                <a:latin charset="0" panose="020F0502020204030204" pitchFamily="34" typeface="Calibri"/>
                <a:ea charset="-122" panose="02010600030101010101" pitchFamily="2" typeface="宋体"/>
              </a:defRPr>
            </a:lvl1pPr>
            <a:lvl2pPr indent="-285750" marL="742950">
              <a:defRPr sz="1300">
                <a:solidFill>
                  <a:schemeClr val="tx1"/>
                </a:solidFill>
                <a:latin charset="0" panose="020F0502020204030204" pitchFamily="34" typeface="Calibri"/>
                <a:ea charset="-122" panose="02010600030101010101" pitchFamily="2" typeface="宋体"/>
              </a:defRPr>
            </a:lvl2pPr>
            <a:lvl3pPr indent="-228600" marL="1143000">
              <a:defRPr sz="1300">
                <a:solidFill>
                  <a:schemeClr val="tx1"/>
                </a:solidFill>
                <a:latin charset="0" panose="020F0502020204030204" pitchFamily="34" typeface="Calibri"/>
                <a:ea charset="-122" panose="02010600030101010101" pitchFamily="2" typeface="宋体"/>
              </a:defRPr>
            </a:lvl3pPr>
            <a:lvl4pPr indent="-228600" marL="1600200">
              <a:defRPr sz="1300">
                <a:solidFill>
                  <a:schemeClr val="tx1"/>
                </a:solidFill>
                <a:latin charset="0" panose="020F0502020204030204" pitchFamily="34" typeface="Calibri"/>
                <a:ea charset="-122" panose="02010600030101010101" pitchFamily="2" typeface="宋体"/>
              </a:defRPr>
            </a:lvl4pPr>
            <a:lvl5pPr indent="-228600" marL="2057400">
              <a:defRPr sz="1300">
                <a:solidFill>
                  <a:schemeClr val="tx1"/>
                </a:solidFill>
                <a:latin charset="0" panose="020F0502020204030204" pitchFamily="34" typeface="Calibri"/>
                <a:ea charset="-122" panose="02010600030101010101" pitchFamily="2" typeface="宋体"/>
              </a:defRPr>
            </a:lvl5pPr>
            <a:lvl6pPr defTabSz="685800" eaLnBrk="0" fontAlgn="base" hangingPunct="0" indent="-228600" marL="2514600">
              <a:spcBef>
                <a:spcPct val="0"/>
              </a:spcBef>
              <a:spcAft>
                <a:spcPct val="0"/>
              </a:spcAft>
              <a:defRPr sz="1300">
                <a:solidFill>
                  <a:schemeClr val="tx1"/>
                </a:solidFill>
                <a:latin charset="0" panose="020F0502020204030204" pitchFamily="34" typeface="Calibri"/>
                <a:ea charset="-122" panose="02010600030101010101" pitchFamily="2" typeface="宋体"/>
              </a:defRPr>
            </a:lvl6pPr>
            <a:lvl7pPr defTabSz="685800" eaLnBrk="0" fontAlgn="base" hangingPunct="0" indent="-228600" marL="2971800">
              <a:spcBef>
                <a:spcPct val="0"/>
              </a:spcBef>
              <a:spcAft>
                <a:spcPct val="0"/>
              </a:spcAft>
              <a:defRPr sz="1300">
                <a:solidFill>
                  <a:schemeClr val="tx1"/>
                </a:solidFill>
                <a:latin charset="0" panose="020F0502020204030204" pitchFamily="34" typeface="Calibri"/>
                <a:ea charset="-122" panose="02010600030101010101" pitchFamily="2" typeface="宋体"/>
              </a:defRPr>
            </a:lvl7pPr>
            <a:lvl8pPr defTabSz="685800" eaLnBrk="0" fontAlgn="base" hangingPunct="0" indent="-228600" marL="3429000">
              <a:spcBef>
                <a:spcPct val="0"/>
              </a:spcBef>
              <a:spcAft>
                <a:spcPct val="0"/>
              </a:spcAft>
              <a:defRPr sz="1300">
                <a:solidFill>
                  <a:schemeClr val="tx1"/>
                </a:solidFill>
                <a:latin charset="0" panose="020F0502020204030204" pitchFamily="34" typeface="Calibri"/>
                <a:ea charset="-122" panose="02010600030101010101" pitchFamily="2" typeface="宋体"/>
              </a:defRPr>
            </a:lvl8pPr>
            <a:lvl9pPr defTabSz="685800" eaLnBrk="0" fontAlgn="base" hangingPunct="0" indent="-228600" marL="3886200">
              <a:spcBef>
                <a:spcPct val="0"/>
              </a:spcBef>
              <a:spcAft>
                <a:spcPct val="0"/>
              </a:spcAft>
              <a:defRPr sz="1300">
                <a:solidFill>
                  <a:schemeClr val="tx1"/>
                </a:solidFill>
                <a:latin charset="0" panose="020F0502020204030204" pitchFamily="34" typeface="Calibri"/>
                <a:ea charset="-122" panose="02010600030101010101" pitchFamily="2" typeface="宋体"/>
              </a:defRPr>
            </a:lvl9pPr>
          </a:lstStyle>
          <a:p>
            <a:pPr algn="just">
              <a:lnSpc>
                <a:spcPct val="15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采用多传感器或多次检测结果的投票机制，综合各逻辑判断单元的输出，通过多数决或加权投票提升活体检测的准确性和鲁棒性。</a:t>
            </a:r>
            <a:endParaRPr altLang="en-US" dirty="0" lang="zh-CN"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16" name="文本框 66"/>
          <p:cNvSpPr txBox="1">
            <a:spLocks noChangeArrowheads="1"/>
          </p:cNvSpPr>
          <p:nvPr/>
        </p:nvSpPr>
        <p:spPr bwMode="auto">
          <a:xfrm>
            <a:off x="8013700" y="1713230"/>
            <a:ext cx="3890645" cy="842645"/>
          </a:xfrm>
          <a:prstGeom prst="rect">
            <a:avLst/>
          </a:prstGeom>
          <a:noFill/>
          <a:ln>
            <a:noFill/>
          </a:ln>
        </p:spPr>
        <p:txBody>
          <a:bodyPr anchor="t" anchorCtr="0" bIns="0" lIns="0" rIns="0" tIns="0" wrap="square">
            <a:normAutofit/>
          </a:bodyPr>
          <a:lstStyle>
            <a:lvl1pPr>
              <a:defRPr sz="1300">
                <a:solidFill>
                  <a:schemeClr val="tx1"/>
                </a:solidFill>
                <a:latin charset="0" panose="020F0502020204030204" pitchFamily="34" typeface="Calibri"/>
                <a:ea charset="-122" panose="02010600030101010101" pitchFamily="2" typeface="宋体"/>
              </a:defRPr>
            </a:lvl1pPr>
            <a:lvl2pPr indent="-285750" marL="742950">
              <a:defRPr sz="1300">
                <a:solidFill>
                  <a:schemeClr val="tx1"/>
                </a:solidFill>
                <a:latin charset="0" panose="020F0502020204030204" pitchFamily="34" typeface="Calibri"/>
                <a:ea charset="-122" panose="02010600030101010101" pitchFamily="2" typeface="宋体"/>
              </a:defRPr>
            </a:lvl2pPr>
            <a:lvl3pPr indent="-228600" marL="1143000">
              <a:defRPr sz="1300">
                <a:solidFill>
                  <a:schemeClr val="tx1"/>
                </a:solidFill>
                <a:latin charset="0" panose="020F0502020204030204" pitchFamily="34" typeface="Calibri"/>
                <a:ea charset="-122" panose="02010600030101010101" pitchFamily="2" typeface="宋体"/>
              </a:defRPr>
            </a:lvl3pPr>
            <a:lvl4pPr indent="-228600" marL="1600200">
              <a:defRPr sz="1300">
                <a:solidFill>
                  <a:schemeClr val="tx1"/>
                </a:solidFill>
                <a:latin charset="0" panose="020F0502020204030204" pitchFamily="34" typeface="Calibri"/>
                <a:ea charset="-122" panose="02010600030101010101" pitchFamily="2" typeface="宋体"/>
              </a:defRPr>
            </a:lvl4pPr>
            <a:lvl5pPr indent="-228600" marL="2057400">
              <a:defRPr sz="1300">
                <a:solidFill>
                  <a:schemeClr val="tx1"/>
                </a:solidFill>
                <a:latin charset="0" panose="020F0502020204030204" pitchFamily="34" typeface="Calibri"/>
                <a:ea charset="-122" panose="02010600030101010101" pitchFamily="2" typeface="宋体"/>
              </a:defRPr>
            </a:lvl5pPr>
            <a:lvl6pPr defTabSz="685800" eaLnBrk="0" fontAlgn="base" hangingPunct="0" indent="-228600" marL="2514600">
              <a:spcBef>
                <a:spcPct val="0"/>
              </a:spcBef>
              <a:spcAft>
                <a:spcPct val="0"/>
              </a:spcAft>
              <a:defRPr sz="1300">
                <a:solidFill>
                  <a:schemeClr val="tx1"/>
                </a:solidFill>
                <a:latin charset="0" panose="020F0502020204030204" pitchFamily="34" typeface="Calibri"/>
                <a:ea charset="-122" panose="02010600030101010101" pitchFamily="2" typeface="宋体"/>
              </a:defRPr>
            </a:lvl6pPr>
            <a:lvl7pPr defTabSz="685800" eaLnBrk="0" fontAlgn="base" hangingPunct="0" indent="-228600" marL="2971800">
              <a:spcBef>
                <a:spcPct val="0"/>
              </a:spcBef>
              <a:spcAft>
                <a:spcPct val="0"/>
              </a:spcAft>
              <a:defRPr sz="1300">
                <a:solidFill>
                  <a:schemeClr val="tx1"/>
                </a:solidFill>
                <a:latin charset="0" panose="020F0502020204030204" pitchFamily="34" typeface="Calibri"/>
                <a:ea charset="-122" panose="02010600030101010101" pitchFamily="2" typeface="宋体"/>
              </a:defRPr>
            </a:lvl7pPr>
            <a:lvl8pPr defTabSz="685800" eaLnBrk="0" fontAlgn="base" hangingPunct="0" indent="-228600" marL="3429000">
              <a:spcBef>
                <a:spcPct val="0"/>
              </a:spcBef>
              <a:spcAft>
                <a:spcPct val="0"/>
              </a:spcAft>
              <a:defRPr sz="1300">
                <a:solidFill>
                  <a:schemeClr val="tx1"/>
                </a:solidFill>
                <a:latin charset="0" panose="020F0502020204030204" pitchFamily="34" typeface="Calibri"/>
                <a:ea charset="-122" panose="02010600030101010101" pitchFamily="2" typeface="宋体"/>
              </a:defRPr>
            </a:lvl8pPr>
            <a:lvl9pPr defTabSz="685800" eaLnBrk="0" fontAlgn="base" hangingPunct="0" indent="-228600" marL="3886200">
              <a:spcBef>
                <a:spcPct val="0"/>
              </a:spcBef>
              <a:spcAft>
                <a:spcPct val="0"/>
              </a:spcAft>
              <a:defRPr sz="1300">
                <a:solidFill>
                  <a:schemeClr val="tx1"/>
                </a:solidFill>
                <a:latin charset="0" panose="020F0502020204030204" pitchFamily="34" typeface="Calibri"/>
                <a:ea charset="-122" panose="02010600030101010101" pitchFamily="2" typeface="宋体"/>
              </a:defRPr>
            </a:lvl9pPr>
          </a:lstStyle>
          <a:p>
            <a:pPr algn="just">
              <a:lnSpc>
                <a:spcPct val="15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基于预处理后的信号数据，提取与活体特征相关的参数，如微动特征、呼吸频率和心跳信号，利用时频分析技术区分活体与非活体目标。</a:t>
            </a:r>
            <a:endParaRPr altLang="en-US" dirty="0" lang="zh-CN" smtClean="0" sz="1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
        <p:nvSpPr>
          <p:cNvPr id="18" name="TextBox 8"/>
          <p:cNvSpPr txBox="1"/>
          <p:nvPr/>
        </p:nvSpPr>
        <p:spPr>
          <a:xfrm>
            <a:off x="824230" y="233680"/>
            <a:ext cx="11623040" cy="492125"/>
          </a:xfrm>
          <a:prstGeom prst="rect">
            <a:avLst/>
          </a:prstGeom>
          <a:noFill/>
        </p:spPr>
        <p:txBody>
          <a:bodyPr anchor="ctr" bIns="0" lIns="0" rIns="0" rtlCol="0" tIns="0" wrap="square">
            <a:normAutofit fontScale="90000"/>
          </a:bodyPr>
          <a:lstStyle/>
          <a:p>
            <a:pPr algn="l"/>
            <a:r>
              <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信号处理</a:t>
            </a:r>
            <a:endPar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Tree>
  </p:cSld>
  <p:clrMapOvr>
    <a:masterClrMapping/>
  </p:clrMapOvr>
  <mc:AlternateContent xmlns:mc="http://schemas.openxmlformats.org/markup-compatibility/2006">
    <mc:Choice xmlns:p14="http://schemas.microsoft.com/office/powerpoint/2010/main" Requires="p14">
      <p:transition advTm="0" p14:dur="1200" spd="slow">
        <p14:prism/>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afterEffect" presetClass="entr" presetID="10" presetSubtype="0">
                                  <p:stCondLst>
                                    <p:cond delay="0"/>
                                  </p:stCondLst>
                                  <p:childTnLst>
                                    <p:set>
                                      <p:cBhvr>
                                        <p:cTn dur="1" fill="hold" id="6">
                                          <p:stCondLst>
                                            <p:cond delay="0"/>
                                          </p:stCondLst>
                                        </p:cTn>
                                        <p:tgtEl>
                                          <p:spTgt spid="44"/>
                                        </p:tgtEl>
                                        <p:attrNameLst>
                                          <p:attrName>style.visibility</p:attrName>
                                        </p:attrNameLst>
                                      </p:cBhvr>
                                      <p:to>
                                        <p:strVal val="visible"/>
                                      </p:to>
                                    </p:set>
                                    <p:animEffect filter="fade" transition="in">
                                      <p:cBhvr>
                                        <p:cTn dur="500" id="7"/>
                                        <p:tgtEl>
                                          <p:spTgt spid="44"/>
                                        </p:tgtEl>
                                      </p:cBhvr>
                                    </p:animEffect>
                                  </p:childTnLst>
                                </p:cTn>
                              </p:par>
                            </p:childTnLst>
                          </p:cTn>
                        </p:par>
                        <p:par>
                          <p:cTn fill="hold" id="8">
                            <p:stCondLst>
                              <p:cond delay="500"/>
                            </p:stCondLst>
                            <p:childTnLst>
                              <p:par>
                                <p:cTn fill="hold" grpId="0" id="9" nodeType="afterEffect" presetClass="entr" presetID="10" presetSubtype="0">
                                  <p:stCondLst>
                                    <p:cond delay="0"/>
                                  </p:stCondLst>
                                  <p:childTnLst>
                                    <p:set>
                                      <p:cBhvr>
                                        <p:cTn dur="1" fill="hold" id="10">
                                          <p:stCondLst>
                                            <p:cond delay="0"/>
                                          </p:stCondLst>
                                        </p:cTn>
                                        <p:tgtEl>
                                          <p:spTgt spid="36"/>
                                        </p:tgtEl>
                                        <p:attrNameLst>
                                          <p:attrName>style.visibility</p:attrName>
                                        </p:attrNameLst>
                                      </p:cBhvr>
                                      <p:to>
                                        <p:strVal val="visible"/>
                                      </p:to>
                                    </p:set>
                                    <p:animEffect filter="fade" transition="in">
                                      <p:cBhvr>
                                        <p:cTn dur="500" id="11"/>
                                        <p:tgtEl>
                                          <p:spTgt spid="36"/>
                                        </p:tgtEl>
                                      </p:cBhvr>
                                    </p:animEffect>
                                  </p:childTnLst>
                                </p:cTn>
                              </p:par>
                            </p:childTnLst>
                          </p:cTn>
                        </p:par>
                        <p:par>
                          <p:cTn fill="hold" id="12">
                            <p:stCondLst>
                              <p:cond delay="1000"/>
                            </p:stCondLst>
                            <p:childTnLst>
                              <p:par>
                                <p:cTn fill="hold" grpId="0" id="13" nodeType="afterEffect" presetClass="entr" presetID="10" presetSubtype="0">
                                  <p:stCondLst>
                                    <p:cond delay="0"/>
                                  </p:stCondLst>
                                  <p:childTnLst>
                                    <p:set>
                                      <p:cBhvr>
                                        <p:cTn dur="1" fill="hold" id="14">
                                          <p:stCondLst>
                                            <p:cond delay="0"/>
                                          </p:stCondLst>
                                        </p:cTn>
                                        <p:tgtEl>
                                          <p:spTgt spid="40"/>
                                        </p:tgtEl>
                                        <p:attrNameLst>
                                          <p:attrName>style.visibility</p:attrName>
                                        </p:attrNameLst>
                                      </p:cBhvr>
                                      <p:to>
                                        <p:strVal val="visible"/>
                                      </p:to>
                                    </p:set>
                                    <p:animEffect filter="fade" transition="in">
                                      <p:cBhvr>
                                        <p:cTn dur="500" id="15"/>
                                        <p:tgtEl>
                                          <p:spTgt spid="40"/>
                                        </p:tgtEl>
                                      </p:cBhvr>
                                    </p:animEffect>
                                  </p:childTnLst>
                                </p:cTn>
                              </p:par>
                            </p:childTnLst>
                          </p:cTn>
                        </p:par>
                        <p:par>
                          <p:cTn fill="hold" id="16">
                            <p:stCondLst>
                              <p:cond delay="1500"/>
                            </p:stCondLst>
                            <p:childTnLst>
                              <p:par>
                                <p:cTn fill="hold" grpId="0" id="17" nodeType="afterEffect" presetClass="entr" presetID="10" presetSubtype="0">
                                  <p:stCondLst>
                                    <p:cond delay="0"/>
                                  </p:stCondLst>
                                  <p:childTnLst>
                                    <p:set>
                                      <p:cBhvr>
                                        <p:cTn dur="1" fill="hold" id="18">
                                          <p:stCondLst>
                                            <p:cond delay="0"/>
                                          </p:stCondLst>
                                        </p:cTn>
                                        <p:tgtEl>
                                          <p:spTgt spid="41"/>
                                        </p:tgtEl>
                                        <p:attrNameLst>
                                          <p:attrName>style.visibility</p:attrName>
                                        </p:attrNameLst>
                                      </p:cBhvr>
                                      <p:to>
                                        <p:strVal val="visible"/>
                                      </p:to>
                                    </p:set>
                                    <p:animEffect filter="fade" transition="in">
                                      <p:cBhvr>
                                        <p:cTn dur="500" id="19"/>
                                        <p:tgtEl>
                                          <p:spTgt spid="41"/>
                                        </p:tgtEl>
                                      </p:cBhvr>
                                    </p:animEffect>
                                  </p:childTnLst>
                                </p:cTn>
                              </p:par>
                              <p:par>
                                <p:cTn fill="hold" grpId="0" id="20" nodeType="withEffect" presetClass="entr" presetID="42" presetSubtype="0">
                                  <p:stCondLst>
                                    <p:cond delay="700"/>
                                  </p:stCondLst>
                                  <p:childTnLst>
                                    <p:set>
                                      <p:cBhvr>
                                        <p:cTn dur="1" fill="hold" id="21">
                                          <p:stCondLst>
                                            <p:cond delay="0"/>
                                          </p:stCondLst>
                                        </p:cTn>
                                        <p:tgtEl>
                                          <p:spTgt spid="8"/>
                                        </p:tgtEl>
                                        <p:attrNameLst>
                                          <p:attrName>style.visibility</p:attrName>
                                        </p:attrNameLst>
                                      </p:cBhvr>
                                      <p:to>
                                        <p:strVal val="visible"/>
                                      </p:to>
                                    </p:set>
                                    <p:animEffect filter="fade" transition="in">
                                      <p:cBhvr>
                                        <p:cTn dur="750" id="22"/>
                                        <p:tgtEl>
                                          <p:spTgt spid="8"/>
                                        </p:tgtEl>
                                      </p:cBhvr>
                                    </p:animEffect>
                                    <p:anim calcmode="lin" valueType="num">
                                      <p:cBhvr>
                                        <p:cTn dur="750" fill="hold" id="23"/>
                                        <p:tgtEl>
                                          <p:spTgt spid="8"/>
                                        </p:tgtEl>
                                        <p:attrNameLst>
                                          <p:attrName>ppt_x</p:attrName>
                                        </p:attrNameLst>
                                      </p:cBhvr>
                                      <p:tavLst>
                                        <p:tav tm="0">
                                          <p:val>
                                            <p:strVal val="#ppt_x"/>
                                          </p:val>
                                        </p:tav>
                                        <p:tav tm="100000">
                                          <p:val>
                                            <p:strVal val="#ppt_x"/>
                                          </p:val>
                                        </p:tav>
                                      </p:tavLst>
                                    </p:anim>
                                    <p:anim calcmode="lin" valueType="num">
                                      <p:cBhvr>
                                        <p:cTn dur="750" fill="hold" id="24"/>
                                        <p:tgtEl>
                                          <p:spTgt spid="8"/>
                                        </p:tgtEl>
                                        <p:attrNameLst>
                                          <p:attrName>ppt_y</p:attrName>
                                        </p:attrNameLst>
                                      </p:cBhvr>
                                      <p:tavLst>
                                        <p:tav tm="0">
                                          <p:val>
                                            <p:strVal val="#ppt_y+.1"/>
                                          </p:val>
                                        </p:tav>
                                        <p:tav tm="100000">
                                          <p:val>
                                            <p:strVal val="#ppt_y"/>
                                          </p:val>
                                        </p:tav>
                                      </p:tavLst>
                                    </p:anim>
                                  </p:childTnLst>
                                </p:cTn>
                              </p:par>
                              <p:par>
                                <p:cTn fill="hold" grpId="0" id="25" nodeType="withEffect" presetClass="entr" presetID="42" presetSubtype="0">
                                  <p:stCondLst>
                                    <p:cond delay="700"/>
                                  </p:stCondLst>
                                  <p:childTnLst>
                                    <p:set>
                                      <p:cBhvr>
                                        <p:cTn dur="1" fill="hold" id="26">
                                          <p:stCondLst>
                                            <p:cond delay="0"/>
                                          </p:stCondLst>
                                        </p:cTn>
                                        <p:tgtEl>
                                          <p:spTgt spid="12"/>
                                        </p:tgtEl>
                                        <p:attrNameLst>
                                          <p:attrName>style.visibility</p:attrName>
                                        </p:attrNameLst>
                                      </p:cBhvr>
                                      <p:to>
                                        <p:strVal val="visible"/>
                                      </p:to>
                                    </p:set>
                                    <p:animEffect filter="fade" transition="in">
                                      <p:cBhvr>
                                        <p:cTn dur="750" id="27"/>
                                        <p:tgtEl>
                                          <p:spTgt spid="12"/>
                                        </p:tgtEl>
                                      </p:cBhvr>
                                    </p:animEffect>
                                    <p:anim calcmode="lin" valueType="num">
                                      <p:cBhvr>
                                        <p:cTn dur="750" fill="hold" id="28"/>
                                        <p:tgtEl>
                                          <p:spTgt spid="12"/>
                                        </p:tgtEl>
                                        <p:attrNameLst>
                                          <p:attrName>ppt_x</p:attrName>
                                        </p:attrNameLst>
                                      </p:cBhvr>
                                      <p:tavLst>
                                        <p:tav tm="0">
                                          <p:val>
                                            <p:strVal val="#ppt_x"/>
                                          </p:val>
                                        </p:tav>
                                        <p:tav tm="100000">
                                          <p:val>
                                            <p:strVal val="#ppt_x"/>
                                          </p:val>
                                        </p:tav>
                                      </p:tavLst>
                                    </p:anim>
                                    <p:anim calcmode="lin" valueType="num">
                                      <p:cBhvr>
                                        <p:cTn dur="750" fill="hold" id="29"/>
                                        <p:tgtEl>
                                          <p:spTgt spid="12"/>
                                        </p:tgtEl>
                                        <p:attrNameLst>
                                          <p:attrName>ppt_y</p:attrName>
                                        </p:attrNameLst>
                                      </p:cBhvr>
                                      <p:tavLst>
                                        <p:tav tm="0">
                                          <p:val>
                                            <p:strVal val="#ppt_y+.1"/>
                                          </p:val>
                                        </p:tav>
                                        <p:tav tm="100000">
                                          <p:val>
                                            <p:strVal val="#ppt_y"/>
                                          </p:val>
                                        </p:tav>
                                      </p:tavLst>
                                    </p:anim>
                                  </p:childTnLst>
                                </p:cTn>
                              </p:par>
                              <p:par>
                                <p:cTn fill="hold" grpId="0" id="30" nodeType="withEffect" presetClass="entr" presetID="42" presetSubtype="0">
                                  <p:stCondLst>
                                    <p:cond delay="700"/>
                                  </p:stCondLst>
                                  <p:childTnLst>
                                    <p:set>
                                      <p:cBhvr>
                                        <p:cTn dur="1" fill="hold" id="31">
                                          <p:stCondLst>
                                            <p:cond delay="0"/>
                                          </p:stCondLst>
                                        </p:cTn>
                                        <p:tgtEl>
                                          <p:spTgt spid="14"/>
                                        </p:tgtEl>
                                        <p:attrNameLst>
                                          <p:attrName>style.visibility</p:attrName>
                                        </p:attrNameLst>
                                      </p:cBhvr>
                                      <p:to>
                                        <p:strVal val="visible"/>
                                      </p:to>
                                    </p:set>
                                    <p:animEffect filter="fade" transition="in">
                                      <p:cBhvr>
                                        <p:cTn dur="750" id="32"/>
                                        <p:tgtEl>
                                          <p:spTgt spid="14"/>
                                        </p:tgtEl>
                                      </p:cBhvr>
                                    </p:animEffect>
                                    <p:anim calcmode="lin" valueType="num">
                                      <p:cBhvr>
                                        <p:cTn dur="750" fill="hold" id="33"/>
                                        <p:tgtEl>
                                          <p:spTgt spid="14"/>
                                        </p:tgtEl>
                                        <p:attrNameLst>
                                          <p:attrName>ppt_x</p:attrName>
                                        </p:attrNameLst>
                                      </p:cBhvr>
                                      <p:tavLst>
                                        <p:tav tm="0">
                                          <p:val>
                                            <p:strVal val="#ppt_x"/>
                                          </p:val>
                                        </p:tav>
                                        <p:tav tm="100000">
                                          <p:val>
                                            <p:strVal val="#ppt_x"/>
                                          </p:val>
                                        </p:tav>
                                      </p:tavLst>
                                    </p:anim>
                                    <p:anim calcmode="lin" valueType="num">
                                      <p:cBhvr>
                                        <p:cTn dur="750" fill="hold" id="34"/>
                                        <p:tgtEl>
                                          <p:spTgt spid="14"/>
                                        </p:tgtEl>
                                        <p:attrNameLst>
                                          <p:attrName>ppt_y</p:attrName>
                                        </p:attrNameLst>
                                      </p:cBhvr>
                                      <p:tavLst>
                                        <p:tav tm="0">
                                          <p:val>
                                            <p:strVal val="#ppt_y+.1"/>
                                          </p:val>
                                        </p:tav>
                                        <p:tav tm="100000">
                                          <p:val>
                                            <p:strVal val="#ppt_y"/>
                                          </p:val>
                                        </p:tav>
                                      </p:tavLst>
                                    </p:anim>
                                  </p:childTnLst>
                                </p:cTn>
                              </p:par>
                              <p:par>
                                <p:cTn fill="hold" grpId="0" id="35" nodeType="withEffect" presetClass="entr" presetID="42" presetSubtype="0">
                                  <p:stCondLst>
                                    <p:cond delay="700"/>
                                  </p:stCondLst>
                                  <p:childTnLst>
                                    <p:set>
                                      <p:cBhvr>
                                        <p:cTn dur="1" fill="hold" id="36">
                                          <p:stCondLst>
                                            <p:cond delay="0"/>
                                          </p:stCondLst>
                                        </p:cTn>
                                        <p:tgtEl>
                                          <p:spTgt spid="16"/>
                                        </p:tgtEl>
                                        <p:attrNameLst>
                                          <p:attrName>style.visibility</p:attrName>
                                        </p:attrNameLst>
                                      </p:cBhvr>
                                      <p:to>
                                        <p:strVal val="visible"/>
                                      </p:to>
                                    </p:set>
                                    <p:animEffect filter="fade" transition="in">
                                      <p:cBhvr>
                                        <p:cTn dur="750" id="37"/>
                                        <p:tgtEl>
                                          <p:spTgt spid="16"/>
                                        </p:tgtEl>
                                      </p:cBhvr>
                                    </p:animEffect>
                                    <p:anim calcmode="lin" valueType="num">
                                      <p:cBhvr>
                                        <p:cTn dur="750" fill="hold" id="38"/>
                                        <p:tgtEl>
                                          <p:spTgt spid="16"/>
                                        </p:tgtEl>
                                        <p:attrNameLst>
                                          <p:attrName>ppt_x</p:attrName>
                                        </p:attrNameLst>
                                      </p:cBhvr>
                                      <p:tavLst>
                                        <p:tav tm="0">
                                          <p:val>
                                            <p:strVal val="#ppt_x"/>
                                          </p:val>
                                        </p:tav>
                                        <p:tav tm="100000">
                                          <p:val>
                                            <p:strVal val="#ppt_x"/>
                                          </p:val>
                                        </p:tav>
                                      </p:tavLst>
                                    </p:anim>
                                    <p:anim calcmode="lin" valueType="num">
                                      <p:cBhvr>
                                        <p:cTn dur="750" fill="hold" id="39"/>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bldLvl="0" grpId="0" spid="44"/>
      <p:bldP animBg="1" bldLvl="0" grpId="0" spid="36"/>
      <p:bldP animBg="1" bldLvl="0" grpId="0" spid="40"/>
      <p:bldP animBg="1" bldLvl="0" grpId="0" spid="41"/>
      <p:bldP grpId="0" spid="8"/>
      <p:bldP grpId="0" spid="12"/>
      <p:bldP grpId="0" spid="14"/>
      <p:bldP grpId="0" spid="16"/>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Group 337"/>
          <p:cNvGrpSpPr/>
          <p:nvPr/>
        </p:nvGrpSpPr>
        <p:grpSpPr>
          <a:xfrm>
            <a:off x="2097184" y="1603896"/>
            <a:ext cx="2316294" cy="1514496"/>
            <a:chOff x="1" y="0"/>
            <a:chExt cx="4392858" cy="2872248"/>
          </a:xfrm>
        </p:grpSpPr>
        <p:sp>
          <p:nvSpPr>
            <p:cNvPr id="3" name="Shape 333"/>
            <p:cNvSpPr/>
            <p:nvPr/>
          </p:nvSpPr>
          <p:spPr>
            <a:xfrm>
              <a:off x="1" y="0"/>
              <a:ext cx="4392858" cy="2872248"/>
            </a:xfrm>
            <a:custGeom>
              <a:avLst/>
              <a:gdLst/>
              <a:ahLst/>
              <a:cxnLst>
                <a:cxn ang="0">
                  <a:pos x="wd2" y="hd2"/>
                </a:cxn>
                <a:cxn ang="5400000">
                  <a:pos x="wd2" y="hd2"/>
                </a:cxn>
                <a:cxn ang="10800000">
                  <a:pos x="wd2" y="hd2"/>
                </a:cxn>
                <a:cxn ang="16200000">
                  <a:pos x="wd2" y="hd2"/>
                </a:cxn>
              </a:cxnLst>
              <a:rect b="b" l="0" r="r" t="0"/>
              <a:pathLst>
                <a:path extrusionOk="0" h="21600" w="21600">
                  <a:moveTo>
                    <a:pt x="0" y="0"/>
                  </a:moveTo>
                  <a:lnTo>
                    <a:pt x="5030" y="10904"/>
                  </a:lnTo>
                  <a:lnTo>
                    <a:pt x="0" y="21600"/>
                  </a:lnTo>
                  <a:lnTo>
                    <a:pt x="16497" y="21600"/>
                  </a:lnTo>
                  <a:lnTo>
                    <a:pt x="21600" y="10886"/>
                  </a:lnTo>
                  <a:lnTo>
                    <a:pt x="16483" y="28"/>
                  </a:lnTo>
                  <a:lnTo>
                    <a:pt x="0" y="0"/>
                  </a:lnTo>
                  <a:close/>
                </a:path>
              </a:pathLst>
            </a:custGeom>
            <a:solidFill>
              <a:schemeClr val="accent1"/>
            </a:solidFill>
            <a:ln cap="flat" w="12700">
              <a:noFill/>
              <a:miter lim="400000"/>
            </a:ln>
            <a:effectLst/>
          </p:spPr>
          <p:txBody>
            <a:bodyPr anchor="ctr" bIns="0" lIns="0" numCol="1" rIns="0" tIns="0" wrap="square">
              <a:normAutofit/>
            </a:bodyPr>
            <a:lstStyle/>
            <a:p>
              <a:pPr algn="ctr" lvl="0">
                <a:lnSpc>
                  <a:spcPct val="120000"/>
                </a:lnSpc>
                <a:defRPr sz="11200"/>
              </a:pPr>
              <a:endParaRPr b="1"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 name="Shape 335"/>
            <p:cNvSpPr/>
            <p:nvPr/>
          </p:nvSpPr>
          <p:spPr>
            <a:xfrm>
              <a:off x="1172969" y="1229570"/>
              <a:ext cx="2887862" cy="447992"/>
            </a:xfrm>
            <a:prstGeom prst="rect">
              <a:avLst/>
            </a:prstGeom>
            <a:noFill/>
            <a:ln cap="flat" w="12700">
              <a:noFill/>
              <a:miter lim="400000"/>
            </a:ln>
            <a:effectLst/>
          </p:spPr>
          <p:txBody>
            <a:bodyPr anchor="ctr" bIns="0" lIns="0" numCol="1" rIns="0" tIns="0" wrap="square">
              <a:normAutofit lnSpcReduction="10000"/>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altLang="zh-CN" b="1" dirty="0" lang="en-US" sz="13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多模态检测</a:t>
              </a:r>
              <a:endParaRPr altLang="zh-CN" b="1" dirty="0" lang="en-US" sz="13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7" name="Group 342"/>
          <p:cNvGrpSpPr/>
          <p:nvPr/>
        </p:nvGrpSpPr>
        <p:grpSpPr>
          <a:xfrm>
            <a:off x="4114558" y="1603896"/>
            <a:ext cx="2316294" cy="1514496"/>
            <a:chOff x="0" y="0"/>
            <a:chExt cx="4392859" cy="2872248"/>
          </a:xfrm>
          <a:solidFill>
            <a:srgbClr val="E60000"/>
          </a:solidFill>
        </p:grpSpPr>
        <p:sp>
          <p:nvSpPr>
            <p:cNvPr id="8" name="Shape 338"/>
            <p:cNvSpPr/>
            <p:nvPr/>
          </p:nvSpPr>
          <p:spPr>
            <a:xfrm>
              <a:off x="0" y="0"/>
              <a:ext cx="4392859" cy="2872248"/>
            </a:xfrm>
            <a:custGeom>
              <a:avLst/>
              <a:gdLst/>
              <a:ahLst/>
              <a:cxnLst>
                <a:cxn ang="0">
                  <a:pos x="wd2" y="hd2"/>
                </a:cxn>
                <a:cxn ang="5400000">
                  <a:pos x="wd2" y="hd2"/>
                </a:cxn>
                <a:cxn ang="10800000">
                  <a:pos x="wd2" y="hd2"/>
                </a:cxn>
                <a:cxn ang="16200000">
                  <a:pos x="wd2" y="hd2"/>
                </a:cxn>
              </a:cxnLst>
              <a:rect b="b" l="0" r="r" t="0"/>
              <a:pathLst>
                <a:path extrusionOk="0" h="21600" w="21600">
                  <a:moveTo>
                    <a:pt x="0" y="0"/>
                  </a:moveTo>
                  <a:lnTo>
                    <a:pt x="5030" y="10904"/>
                  </a:lnTo>
                  <a:lnTo>
                    <a:pt x="0" y="21600"/>
                  </a:lnTo>
                  <a:lnTo>
                    <a:pt x="16497" y="21600"/>
                  </a:lnTo>
                  <a:lnTo>
                    <a:pt x="21600" y="10886"/>
                  </a:lnTo>
                  <a:lnTo>
                    <a:pt x="16483" y="28"/>
                  </a:lnTo>
                  <a:lnTo>
                    <a:pt x="0" y="0"/>
                  </a:lnTo>
                  <a:close/>
                </a:path>
              </a:pathLst>
            </a:custGeom>
            <a:solidFill>
              <a:schemeClr val="accent2"/>
            </a:solidFill>
            <a:ln cap="flat" w="12700">
              <a:noFill/>
              <a:miter lim="400000"/>
            </a:ln>
            <a:effectLst/>
          </p:spPr>
          <p:txBody>
            <a:bodyPr anchor="ctr" bIns="0" lIns="0" numCol="1" rIns="0" tIns="0" wrap="square">
              <a:normAutofit/>
            </a:bodyPr>
            <a:lstStyle/>
            <a:p>
              <a:pPr algn="ctr" lvl="0">
                <a:lnSpc>
                  <a:spcPct val="120000"/>
                </a:lnSpc>
                <a:defRPr sz="11200"/>
              </a:pPr>
              <a:endParaRPr b="1"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1" name="Shape 340"/>
            <p:cNvSpPr/>
            <p:nvPr/>
          </p:nvSpPr>
          <p:spPr>
            <a:xfrm>
              <a:off x="1194479" y="1289712"/>
              <a:ext cx="2852436" cy="431800"/>
            </a:xfrm>
            <a:prstGeom prst="rect">
              <a:avLst/>
            </a:prstGeom>
            <a:noFill/>
            <a:ln cap="flat" w="12700">
              <a:noFill/>
              <a:miter lim="400000"/>
            </a:ln>
            <a:effectLst/>
          </p:spPr>
          <p:txBody>
            <a:bodyPr anchor="ctr" bIns="0" lIns="0" numCol="1" rIns="0" tIns="0" wrap="square">
              <a:normAutofit fontScale="92500"/>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altLang="zh-CN" b="1" dirty="0"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呼吸幅值</a:t>
              </a:r>
              <a:endParaRPr altLang="zh-CN" b="1" dirty="0"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12" name="Group 347"/>
          <p:cNvGrpSpPr/>
          <p:nvPr/>
        </p:nvGrpSpPr>
        <p:grpSpPr>
          <a:xfrm>
            <a:off x="6181772" y="1603896"/>
            <a:ext cx="2316294" cy="1514496"/>
            <a:chOff x="0" y="0"/>
            <a:chExt cx="4392859" cy="2872248"/>
          </a:xfrm>
        </p:grpSpPr>
        <p:sp>
          <p:nvSpPr>
            <p:cNvPr id="13" name="Shape 343"/>
            <p:cNvSpPr/>
            <p:nvPr/>
          </p:nvSpPr>
          <p:spPr>
            <a:xfrm>
              <a:off x="0" y="0"/>
              <a:ext cx="4392859" cy="2872248"/>
            </a:xfrm>
            <a:custGeom>
              <a:avLst/>
              <a:gdLst/>
              <a:ahLst/>
              <a:cxnLst>
                <a:cxn ang="0">
                  <a:pos x="wd2" y="hd2"/>
                </a:cxn>
                <a:cxn ang="5400000">
                  <a:pos x="wd2" y="hd2"/>
                </a:cxn>
                <a:cxn ang="10800000">
                  <a:pos x="wd2" y="hd2"/>
                </a:cxn>
                <a:cxn ang="16200000">
                  <a:pos x="wd2" y="hd2"/>
                </a:cxn>
              </a:cxnLst>
              <a:rect b="b" l="0" r="r" t="0"/>
              <a:pathLst>
                <a:path extrusionOk="0" h="21600" w="21600">
                  <a:moveTo>
                    <a:pt x="0" y="0"/>
                  </a:moveTo>
                  <a:lnTo>
                    <a:pt x="5030" y="10904"/>
                  </a:lnTo>
                  <a:lnTo>
                    <a:pt x="0" y="21600"/>
                  </a:lnTo>
                  <a:lnTo>
                    <a:pt x="16497" y="21600"/>
                  </a:lnTo>
                  <a:lnTo>
                    <a:pt x="21600" y="10886"/>
                  </a:lnTo>
                  <a:lnTo>
                    <a:pt x="16483" y="28"/>
                  </a:lnTo>
                  <a:lnTo>
                    <a:pt x="0" y="0"/>
                  </a:lnTo>
                  <a:close/>
                </a:path>
              </a:pathLst>
            </a:custGeom>
            <a:solidFill>
              <a:schemeClr val="accent3"/>
            </a:solidFill>
            <a:ln cap="flat" w="12700">
              <a:noFill/>
              <a:miter lim="400000"/>
            </a:ln>
            <a:effectLst/>
          </p:spPr>
          <p:txBody>
            <a:bodyPr anchor="ctr" bIns="0" lIns="0" numCol="1" rIns="0" tIns="0" wrap="square">
              <a:normAutofit/>
            </a:bodyPr>
            <a:lstStyle/>
            <a:p>
              <a:pPr algn="ctr" lvl="0">
                <a:lnSpc>
                  <a:spcPct val="120000"/>
                </a:lnSpc>
                <a:defRPr sz="11200"/>
              </a:pPr>
              <a:endParaRPr b="1"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6" name="Shape 345"/>
            <p:cNvSpPr/>
            <p:nvPr/>
          </p:nvSpPr>
          <p:spPr>
            <a:xfrm>
              <a:off x="1086541" y="1289712"/>
              <a:ext cx="2972476" cy="431800"/>
            </a:xfrm>
            <a:prstGeom prst="rect">
              <a:avLst/>
            </a:prstGeom>
            <a:noFill/>
            <a:ln cap="flat" w="12700">
              <a:noFill/>
              <a:miter lim="400000"/>
            </a:ln>
            <a:effectLst/>
          </p:spPr>
          <p:txBody>
            <a:bodyPr anchor="ctr" bIns="0" lIns="0" numCol="1" rIns="0" tIns="0" wrap="square">
              <a:normAutofit fontScale="92500"/>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altLang="zh-CN" b="1" dirty="0"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小标题3</a:t>
              </a:r>
              <a:endParaRPr altLang="zh-CN" b="1" dirty="0"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17" name="Group 352"/>
          <p:cNvGrpSpPr/>
          <p:nvPr/>
        </p:nvGrpSpPr>
        <p:grpSpPr>
          <a:xfrm>
            <a:off x="8231958" y="1603896"/>
            <a:ext cx="2316291" cy="1514496"/>
            <a:chOff x="0" y="0"/>
            <a:chExt cx="4392859" cy="2872248"/>
          </a:xfrm>
          <a:solidFill>
            <a:srgbClr val="E60000"/>
          </a:solidFill>
        </p:grpSpPr>
        <p:sp>
          <p:nvSpPr>
            <p:cNvPr id="18" name="Shape 348"/>
            <p:cNvSpPr/>
            <p:nvPr/>
          </p:nvSpPr>
          <p:spPr>
            <a:xfrm>
              <a:off x="0" y="0"/>
              <a:ext cx="4392859" cy="2872248"/>
            </a:xfrm>
            <a:custGeom>
              <a:avLst/>
              <a:gdLst/>
              <a:ahLst/>
              <a:cxnLst>
                <a:cxn ang="0">
                  <a:pos x="wd2" y="hd2"/>
                </a:cxn>
                <a:cxn ang="5400000">
                  <a:pos x="wd2" y="hd2"/>
                </a:cxn>
                <a:cxn ang="10800000">
                  <a:pos x="wd2" y="hd2"/>
                </a:cxn>
                <a:cxn ang="16200000">
                  <a:pos x="wd2" y="hd2"/>
                </a:cxn>
              </a:cxnLst>
              <a:rect b="b" l="0" r="r" t="0"/>
              <a:pathLst>
                <a:path extrusionOk="0" h="21600" w="21600">
                  <a:moveTo>
                    <a:pt x="0" y="0"/>
                  </a:moveTo>
                  <a:lnTo>
                    <a:pt x="5030" y="10904"/>
                  </a:lnTo>
                  <a:lnTo>
                    <a:pt x="0" y="21600"/>
                  </a:lnTo>
                  <a:lnTo>
                    <a:pt x="16497" y="21600"/>
                  </a:lnTo>
                  <a:lnTo>
                    <a:pt x="21600" y="10886"/>
                  </a:lnTo>
                  <a:lnTo>
                    <a:pt x="16483" y="28"/>
                  </a:lnTo>
                  <a:lnTo>
                    <a:pt x="0" y="0"/>
                  </a:lnTo>
                  <a:close/>
                </a:path>
              </a:pathLst>
            </a:custGeom>
            <a:solidFill>
              <a:schemeClr val="accent4"/>
            </a:solidFill>
            <a:ln cap="flat" w="12700">
              <a:noFill/>
              <a:miter lim="400000"/>
            </a:ln>
            <a:effectLst/>
          </p:spPr>
          <p:txBody>
            <a:bodyPr anchor="ctr" bIns="0" lIns="0" numCol="1" rIns="0" tIns="0" wrap="square">
              <a:normAutofit/>
            </a:bodyPr>
            <a:lstStyle/>
            <a:p>
              <a:pPr algn="ctr" lvl="0">
                <a:lnSpc>
                  <a:spcPct val="120000"/>
                </a:lnSpc>
                <a:defRPr sz="11200"/>
              </a:pPr>
              <a:endParaRPr b="1"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1" name="Shape 350"/>
            <p:cNvSpPr/>
            <p:nvPr/>
          </p:nvSpPr>
          <p:spPr>
            <a:xfrm>
              <a:off x="1186403" y="1289712"/>
              <a:ext cx="2924718" cy="431800"/>
            </a:xfrm>
            <a:prstGeom prst="rect">
              <a:avLst/>
            </a:prstGeom>
            <a:noFill/>
            <a:ln cap="flat" w="12700">
              <a:noFill/>
              <a:miter lim="400000"/>
            </a:ln>
            <a:effectLst/>
          </p:spPr>
          <p:txBody>
            <a:bodyPr anchor="ctr" bIns="0" lIns="0" numCol="1" rIns="0" tIns="0" wrap="square">
              <a:normAutofit fontScale="92500"/>
            </a:bodyPr>
            <a:lstStyle>
              <a:lvl1pPr>
                <a:defRPr sz="2000">
                  <a:solidFill>
                    <a:srgbClr val="FAF9FC"/>
                  </a:solidFill>
                  <a:latin typeface="STIXGeneral-Bold"/>
                  <a:ea typeface="STIXGeneral-Bold"/>
                  <a:cs typeface="STIXGeneral-Bold"/>
                  <a:sym typeface="STIXGeneral-Bold"/>
                </a:defRPr>
              </a:lvl1pPr>
            </a:lstStyle>
            <a:p>
              <a:pPr algn="ctr">
                <a:lnSpc>
                  <a:spcPct val="120000"/>
                </a:lnSpc>
              </a:pPr>
              <a:r>
                <a:rPr altLang="zh-CN" b="1" dirty="0"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小标题4</a:t>
              </a:r>
              <a:endParaRPr altLang="zh-CN" b="1" dirty="0" lang="en-US"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27" name="Group 360"/>
          <p:cNvGrpSpPr/>
          <p:nvPr/>
        </p:nvGrpSpPr>
        <p:grpSpPr>
          <a:xfrm>
            <a:off x="3031078" y="2901941"/>
            <a:ext cx="448507" cy="448507"/>
            <a:chOff x="0" y="0"/>
            <a:chExt cx="850594" cy="850594"/>
          </a:xfrm>
        </p:grpSpPr>
        <p:sp>
          <p:nvSpPr>
            <p:cNvPr id="28" name="Shape 358"/>
            <p:cNvSpPr/>
            <p:nvPr/>
          </p:nvSpPr>
          <p:spPr>
            <a:xfrm>
              <a:off x="0" y="0"/>
              <a:ext cx="850594" cy="850594"/>
            </a:xfrm>
            <a:custGeom>
              <a:avLst/>
              <a:gdLst/>
              <a:ahLst/>
              <a:cxnLst>
                <a:cxn ang="0">
                  <a:pos x="wd2" y="hd2"/>
                </a:cxn>
                <a:cxn ang="5400000">
                  <a:pos x="wd2" y="hd2"/>
                </a:cxn>
                <a:cxn ang="10800000">
                  <a:pos x="wd2" y="hd2"/>
                </a:cxn>
                <a:cxn ang="16200000">
                  <a:pos x="wd2" y="hd2"/>
                </a:cxn>
              </a:cxnLst>
              <a:rect b="b" l="0" r="r" t="0"/>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cap="flat" w="50800">
              <a:solidFill>
                <a:srgbClr val="FBF9FC"/>
              </a:solidFill>
              <a:prstDash val="solid"/>
              <a:miter lim="400000"/>
            </a:ln>
            <a:effectLst/>
          </p:spPr>
          <p:txBody>
            <a:bodyPr anchor="ctr" bIns="0" lIns="0" numCol="1" rIns="0" tIns="0" wrap="square">
              <a:normAutofit fontScale="25000" lnSpcReduction="20000"/>
            </a:bodyPr>
            <a:lstStyle/>
            <a:p>
              <a:pPr algn="ctr" lvl="0">
                <a:lnSpc>
                  <a:spcPct val="120000"/>
                </a:lnSpc>
                <a:defRPr sz="11200"/>
              </a:pPr>
              <a:endParaRPr b="1" sz="109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9" name="Shape 359"/>
            <p:cNvSpPr/>
            <p:nvPr/>
          </p:nvSpPr>
          <p:spPr>
            <a:xfrm>
              <a:off x="300082" y="114147"/>
              <a:ext cx="250430" cy="622301"/>
            </a:xfrm>
            <a:prstGeom prst="rect">
              <a:avLst/>
            </a:prstGeom>
            <a:noFill/>
            <a:ln cap="flat" w="12700">
              <a:noFill/>
              <a:miter lim="400000"/>
            </a:ln>
            <a:effectLst/>
          </p:spPr>
          <p:txBody>
            <a:bodyPr anchor="ctr" bIns="0" lIns="0" numCol="1" rIns="0" tIns="0" wrap="square">
              <a:normAutofit/>
            </a:bodyPr>
            <a:lstStyle>
              <a:lvl1pPr>
                <a:defRPr b="1" sz="3200">
                  <a:solidFill>
                    <a:srgbClr val="FAF9FC"/>
                  </a:solidFill>
                  <a:latin typeface="Oxygen"/>
                  <a:ea typeface="Oxygen"/>
                  <a:cs typeface="Oxygen"/>
                  <a:sym typeface="Oxygen"/>
                </a:defRPr>
              </a:lvl1pPr>
            </a:lstStyle>
            <a:p>
              <a:pPr algn="ctr" lvl="0">
                <a:lnSpc>
                  <a:spcPct val="120000"/>
                </a:lnSpc>
                <a:defRPr b="0" sz="1800">
                  <a:solidFill>
                    <a:srgbClr val="000000"/>
                  </a:solidFill>
                </a:defRPr>
              </a:pPr>
              <a:r>
                <a:rPr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1</a:t>
              </a:r>
              <a:endParaRPr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30" name="Group 363"/>
          <p:cNvGrpSpPr/>
          <p:nvPr/>
        </p:nvGrpSpPr>
        <p:grpSpPr>
          <a:xfrm>
            <a:off x="5052708" y="2901941"/>
            <a:ext cx="448507" cy="448507"/>
            <a:chOff x="0" y="0"/>
            <a:chExt cx="850594" cy="850594"/>
          </a:xfrm>
          <a:solidFill>
            <a:srgbClr val="E60000"/>
          </a:solidFill>
        </p:grpSpPr>
        <p:sp>
          <p:nvSpPr>
            <p:cNvPr id="31" name="Shape 361"/>
            <p:cNvSpPr/>
            <p:nvPr/>
          </p:nvSpPr>
          <p:spPr>
            <a:xfrm>
              <a:off x="0" y="0"/>
              <a:ext cx="850594" cy="850594"/>
            </a:xfrm>
            <a:custGeom>
              <a:avLst/>
              <a:gdLst/>
              <a:ahLst/>
              <a:cxnLst>
                <a:cxn ang="0">
                  <a:pos x="wd2" y="hd2"/>
                </a:cxn>
                <a:cxn ang="5400000">
                  <a:pos x="wd2" y="hd2"/>
                </a:cxn>
                <a:cxn ang="10800000">
                  <a:pos x="wd2" y="hd2"/>
                </a:cxn>
                <a:cxn ang="16200000">
                  <a:pos x="wd2" y="hd2"/>
                </a:cxn>
              </a:cxnLst>
              <a:rect b="b" l="0" r="r" t="0"/>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cap="flat" w="50800">
              <a:solidFill>
                <a:srgbClr val="FBF9FC"/>
              </a:solidFill>
              <a:prstDash val="solid"/>
              <a:miter lim="400000"/>
            </a:ln>
            <a:effectLst/>
          </p:spPr>
          <p:txBody>
            <a:bodyPr anchor="ctr" bIns="0" lIns="0" numCol="1" rIns="0" tIns="0" wrap="square">
              <a:normAutofit fontScale="25000" lnSpcReduction="20000"/>
            </a:bodyPr>
            <a:lstStyle/>
            <a:p>
              <a:pPr algn="ctr" lvl="0">
                <a:lnSpc>
                  <a:spcPct val="120000"/>
                </a:lnSpc>
                <a:defRPr sz="11200"/>
              </a:pPr>
              <a:endParaRPr b="1" sz="109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2" name="Shape 362"/>
            <p:cNvSpPr/>
            <p:nvPr/>
          </p:nvSpPr>
          <p:spPr>
            <a:xfrm>
              <a:off x="331243" y="202702"/>
              <a:ext cx="188486" cy="445192"/>
            </a:xfrm>
            <a:prstGeom prst="rect">
              <a:avLst/>
            </a:prstGeom>
            <a:noFill/>
            <a:ln cap="flat" w="12700">
              <a:noFill/>
              <a:miter lim="400000"/>
            </a:ln>
            <a:effectLst/>
          </p:spPr>
          <p:txBody>
            <a:bodyPr anchor="ctr" bIns="0" lIns="0" numCol="1" rIns="0" tIns="0" wrap="square">
              <a:normAutofit lnSpcReduction="10000"/>
            </a:bodyPr>
            <a:lstStyle>
              <a:lvl1pPr>
                <a:defRPr b="1" sz="3200">
                  <a:solidFill>
                    <a:srgbClr val="FAF9FC"/>
                  </a:solidFill>
                  <a:latin typeface="Oxygen"/>
                  <a:ea typeface="Oxygen"/>
                  <a:cs typeface="Oxygen"/>
                  <a:sym typeface="Oxygen"/>
                </a:defRPr>
              </a:lvl1pPr>
            </a:lstStyle>
            <a:p>
              <a:pPr algn="ctr" lvl="0">
                <a:lnSpc>
                  <a:spcPct val="120000"/>
                </a:lnSpc>
                <a:defRPr b="0" sz="1800">
                  <a:solidFill>
                    <a:srgbClr val="000000"/>
                  </a:solidFill>
                </a:defRPr>
              </a:pPr>
              <a:r>
                <a:rPr dirty="0"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2</a:t>
              </a:r>
              <a:endParaRPr dirty="0"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33" name="Group 366"/>
          <p:cNvGrpSpPr/>
          <p:nvPr/>
        </p:nvGrpSpPr>
        <p:grpSpPr>
          <a:xfrm>
            <a:off x="7115666" y="2901941"/>
            <a:ext cx="448507" cy="448507"/>
            <a:chOff x="0" y="0"/>
            <a:chExt cx="850594" cy="850594"/>
          </a:xfrm>
        </p:grpSpPr>
        <p:sp>
          <p:nvSpPr>
            <p:cNvPr id="34" name="Shape 364"/>
            <p:cNvSpPr/>
            <p:nvPr/>
          </p:nvSpPr>
          <p:spPr>
            <a:xfrm>
              <a:off x="0" y="0"/>
              <a:ext cx="850594" cy="850594"/>
            </a:xfrm>
            <a:custGeom>
              <a:avLst/>
              <a:gdLst/>
              <a:ahLst/>
              <a:cxnLst>
                <a:cxn ang="0">
                  <a:pos x="wd2" y="hd2"/>
                </a:cxn>
                <a:cxn ang="5400000">
                  <a:pos x="wd2" y="hd2"/>
                </a:cxn>
                <a:cxn ang="10800000">
                  <a:pos x="wd2" y="hd2"/>
                </a:cxn>
                <a:cxn ang="16200000">
                  <a:pos x="wd2" y="hd2"/>
                </a:cxn>
              </a:cxnLst>
              <a:rect b="b" l="0" r="r" t="0"/>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cap="flat" w="50800">
              <a:solidFill>
                <a:srgbClr val="FBF9FC"/>
              </a:solidFill>
              <a:prstDash val="solid"/>
              <a:miter lim="400000"/>
            </a:ln>
            <a:effectLst/>
          </p:spPr>
          <p:txBody>
            <a:bodyPr anchor="ctr" bIns="0" lIns="0" numCol="1" rIns="0" tIns="0" wrap="square">
              <a:normAutofit fontScale="25000" lnSpcReduction="20000"/>
            </a:bodyPr>
            <a:lstStyle/>
            <a:p>
              <a:pPr algn="ctr" lvl="0">
                <a:lnSpc>
                  <a:spcPct val="120000"/>
                </a:lnSpc>
                <a:defRPr sz="11200"/>
              </a:pPr>
              <a:endParaRPr b="1" sz="109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5" name="Shape 365"/>
            <p:cNvSpPr/>
            <p:nvPr/>
          </p:nvSpPr>
          <p:spPr>
            <a:xfrm>
              <a:off x="331243" y="202702"/>
              <a:ext cx="188486" cy="445192"/>
            </a:xfrm>
            <a:prstGeom prst="rect">
              <a:avLst/>
            </a:prstGeom>
            <a:noFill/>
            <a:ln cap="flat" w="12700">
              <a:noFill/>
              <a:miter lim="400000"/>
            </a:ln>
            <a:effectLst/>
          </p:spPr>
          <p:txBody>
            <a:bodyPr anchor="ctr" bIns="0" lIns="0" numCol="1" rIns="0" tIns="0" wrap="square">
              <a:normAutofit lnSpcReduction="10000"/>
            </a:bodyPr>
            <a:lstStyle>
              <a:lvl1pPr>
                <a:defRPr b="1" sz="3200">
                  <a:solidFill>
                    <a:srgbClr val="FAF9FC"/>
                  </a:solidFill>
                  <a:latin typeface="Oxygen"/>
                  <a:ea typeface="Oxygen"/>
                  <a:cs typeface="Oxygen"/>
                  <a:sym typeface="Oxygen"/>
                </a:defRPr>
              </a:lvl1pPr>
            </a:lstStyle>
            <a:p>
              <a:pPr algn="ctr" lvl="0">
                <a:lnSpc>
                  <a:spcPct val="120000"/>
                </a:lnSpc>
                <a:defRPr b="0" sz="1800">
                  <a:solidFill>
                    <a:srgbClr val="000000"/>
                  </a:solidFill>
                </a:defRPr>
              </a:pPr>
              <a:r>
                <a:rPr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3</a:t>
              </a:r>
              <a:endParaRPr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36" name="Group 369"/>
          <p:cNvGrpSpPr/>
          <p:nvPr/>
        </p:nvGrpSpPr>
        <p:grpSpPr>
          <a:xfrm>
            <a:off x="9165850" y="2901941"/>
            <a:ext cx="448507" cy="448507"/>
            <a:chOff x="0" y="0"/>
            <a:chExt cx="850594" cy="850594"/>
          </a:xfrm>
          <a:solidFill>
            <a:srgbClr val="E60000"/>
          </a:solidFill>
        </p:grpSpPr>
        <p:sp>
          <p:nvSpPr>
            <p:cNvPr id="37" name="Shape 367"/>
            <p:cNvSpPr/>
            <p:nvPr/>
          </p:nvSpPr>
          <p:spPr>
            <a:xfrm>
              <a:off x="0" y="0"/>
              <a:ext cx="850594" cy="850594"/>
            </a:xfrm>
            <a:custGeom>
              <a:avLst/>
              <a:gdLst/>
              <a:ahLst/>
              <a:cxnLst>
                <a:cxn ang="0">
                  <a:pos x="wd2" y="hd2"/>
                </a:cxn>
                <a:cxn ang="5400000">
                  <a:pos x="wd2" y="hd2"/>
                </a:cxn>
                <a:cxn ang="10800000">
                  <a:pos x="wd2" y="hd2"/>
                </a:cxn>
                <a:cxn ang="16200000">
                  <a:pos x="wd2" y="hd2"/>
                </a:cxn>
              </a:cxnLst>
              <a:rect b="b" l="0" r="r" t="0"/>
              <a:pathLst>
                <a:path extrusionOk="0" h="19679" w="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cap="flat" w="50800">
              <a:solidFill>
                <a:srgbClr val="FBF9FC"/>
              </a:solidFill>
              <a:prstDash val="solid"/>
              <a:miter lim="400000"/>
            </a:ln>
            <a:effectLst/>
          </p:spPr>
          <p:txBody>
            <a:bodyPr anchor="ctr" bIns="0" lIns="0" numCol="1" rIns="0" tIns="0" wrap="square">
              <a:normAutofit fontScale="25000" lnSpcReduction="20000"/>
            </a:bodyPr>
            <a:lstStyle/>
            <a:p>
              <a:pPr algn="ctr" lvl="0">
                <a:lnSpc>
                  <a:spcPct val="120000"/>
                </a:lnSpc>
                <a:defRPr sz="11200"/>
              </a:pPr>
              <a:endParaRPr b="1" sz="109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8" name="Shape 368"/>
            <p:cNvSpPr/>
            <p:nvPr/>
          </p:nvSpPr>
          <p:spPr>
            <a:xfrm>
              <a:off x="243825" y="114147"/>
              <a:ext cx="362944" cy="622301"/>
            </a:xfrm>
            <a:prstGeom prst="rect">
              <a:avLst/>
            </a:prstGeom>
            <a:noFill/>
            <a:ln cap="flat" w="12700">
              <a:noFill/>
              <a:miter lim="400000"/>
            </a:ln>
            <a:effectLst/>
          </p:spPr>
          <p:txBody>
            <a:bodyPr anchor="ctr" bIns="0" lIns="0" numCol="1" rIns="0" tIns="0" wrap="square">
              <a:normAutofit/>
            </a:bodyPr>
            <a:lstStyle>
              <a:lvl1pPr>
                <a:defRPr b="1" sz="3200">
                  <a:solidFill>
                    <a:srgbClr val="FAF9FC"/>
                  </a:solidFill>
                  <a:latin typeface="Oxygen"/>
                  <a:ea typeface="Oxygen"/>
                  <a:cs typeface="Oxygen"/>
                  <a:sym typeface="Oxygen"/>
                </a:defRPr>
              </a:lvl1pPr>
            </a:lstStyle>
            <a:p>
              <a:pPr algn="ctr" lvl="0">
                <a:lnSpc>
                  <a:spcPct val="120000"/>
                </a:lnSpc>
                <a:defRPr b="0" sz="1800">
                  <a:solidFill>
                    <a:srgbClr val="000000"/>
                  </a:solidFill>
                </a:defRPr>
              </a:pPr>
              <a:r>
                <a:rPr dirty="0"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rPr>
                <a:t>4</a:t>
              </a:r>
              <a:endParaRPr dirty="0" sz="1400">
                <a:solidFill>
                  <a:schemeClr val="bg1"/>
                </a:solidFill>
                <a:latin charset="0" panose="020B0604020202020204" pitchFamily="34" typeface="Arial"/>
                <a:ea charset="-122" panose="020B0503020204020204" pitchFamily="34" typeface="微软雅黑"/>
                <a:cs typeface="+mn-ea"/>
                <a:sym charset="0" panose="020B0604020202020204" pitchFamily="34" typeface="Arial"/>
              </a:endParaRPr>
            </a:p>
          </p:txBody>
        </p:sp>
      </p:grpSp>
      <p:sp>
        <p:nvSpPr>
          <p:cNvPr id="43" name="Shape 373"/>
          <p:cNvSpPr/>
          <p:nvPr/>
        </p:nvSpPr>
        <p:spPr>
          <a:xfrm>
            <a:off x="2183130" y="3430905"/>
            <a:ext cx="1798955" cy="2254250"/>
          </a:xfrm>
          <a:prstGeom prst="rect">
            <a:avLst/>
          </a:prstGeom>
          <a:noFill/>
          <a:ln cap="flat" w="12700">
            <a:noFill/>
            <a:miter lim="400000"/>
          </a:ln>
          <a:effectLst/>
        </p:spPr>
        <p:txBody>
          <a:bodyPr anchor="t" bIns="0" lIns="0" numCol="1" rIns="0" tIns="0" wrap="square">
            <a:norm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请输入小标题1具体内容要点</a:t>
            </a:r>
            <a:endParaRPr dirty="0"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6" name="Shape 376"/>
          <p:cNvSpPr/>
          <p:nvPr/>
        </p:nvSpPr>
        <p:spPr>
          <a:xfrm>
            <a:off x="4243705" y="3430905"/>
            <a:ext cx="1798955" cy="2254250"/>
          </a:xfrm>
          <a:prstGeom prst="rect">
            <a:avLst/>
          </a:prstGeom>
          <a:noFill/>
          <a:ln cap="flat" w="12700">
            <a:noFill/>
            <a:miter lim="400000"/>
          </a:ln>
          <a:effectLst/>
        </p:spPr>
        <p:txBody>
          <a:bodyPr anchor="t" bIns="0" lIns="0" numCol="1" rIns="0" tIns="0" wrap="square">
            <a:norm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请输入小标题2具体内容要点</a:t>
            </a:r>
            <a:endParaRPr dirty="0"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9" name="Shape 379"/>
          <p:cNvSpPr/>
          <p:nvPr/>
        </p:nvSpPr>
        <p:spPr>
          <a:xfrm>
            <a:off x="6268720" y="3430905"/>
            <a:ext cx="1798955" cy="2254250"/>
          </a:xfrm>
          <a:prstGeom prst="rect">
            <a:avLst/>
          </a:prstGeom>
          <a:noFill/>
          <a:ln cap="flat" w="12700">
            <a:noFill/>
            <a:miter lim="400000"/>
          </a:ln>
          <a:effectLst/>
        </p:spPr>
        <p:txBody>
          <a:bodyPr anchor="t" bIns="0" lIns="0" numCol="1" rIns="0" tIns="0" wrap="square">
            <a:norm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请输入小标题3具体内容要点</a:t>
            </a:r>
            <a:endParaRPr dirty="0"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2" name="Shape 382"/>
          <p:cNvSpPr/>
          <p:nvPr/>
        </p:nvSpPr>
        <p:spPr>
          <a:xfrm>
            <a:off x="8359140" y="3430905"/>
            <a:ext cx="1798955" cy="2254250"/>
          </a:xfrm>
          <a:prstGeom prst="rect">
            <a:avLst/>
          </a:prstGeom>
          <a:noFill/>
          <a:ln cap="flat" w="12700">
            <a:noFill/>
            <a:miter lim="400000"/>
          </a:ln>
          <a:effectLst/>
        </p:spPr>
        <p:txBody>
          <a:bodyPr anchor="t" bIns="0" lIns="0" numCol="1" rIns="0" tIns="0" wrap="square">
            <a:normAutofit/>
          </a:bodyPr>
          <a:lstStyle>
            <a:lvl1pPr>
              <a:defRPr sz="2000">
                <a:solidFill>
                  <a:srgbClr val="606B83"/>
                </a:solidFill>
                <a:latin typeface="STIXGeneral-Bold"/>
                <a:ea typeface="STIXGeneral-Bold"/>
                <a:cs typeface="STIXGeneral-Bold"/>
                <a:sym typeface="STIXGeneral-Bold"/>
              </a:defRPr>
            </a:lvl1p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请输入小标题4具体内容要点</a:t>
            </a:r>
            <a:endParaRPr dirty="0"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42" name="TextBox 8"/>
          <p:cNvSpPr txBox="1"/>
          <p:nvPr/>
        </p:nvSpPr>
        <p:spPr>
          <a:xfrm>
            <a:off x="824230" y="233680"/>
            <a:ext cx="11561445" cy="492125"/>
          </a:xfrm>
          <a:prstGeom prst="rect">
            <a:avLst/>
          </a:prstGeom>
          <a:noFill/>
        </p:spPr>
        <p:txBody>
          <a:bodyPr anchor="ctr" bIns="0" lIns="0" rIns="0" rtlCol="0" tIns="0" wrap="square">
            <a:normAutofit fontScale="90000"/>
          </a:bodyPr>
          <a:lstStyle/>
          <a:p>
            <a:pPr algn="l"/>
            <a:r>
              <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多模态检测</a:t>
            </a:r>
            <a:endPar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Tree>
  </p:cSld>
  <p:clrMapOvr>
    <a:masterClrMapping/>
  </p:clrMapOvr>
  <mc:AlternateContent xmlns:mc="http://schemas.openxmlformats.org/markup-compatibility/2006">
    <mc:Choice xmlns:p14="http://schemas.microsoft.com/office/powerpoint/2010/main" Requires="p14">
      <p:transition advTm="0" p14:dur="1200" spd="slow">
        <p14:prism/>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withEffect" presetClass="entr" presetID="2" presetSubtype="8">
                                  <p:stCondLst>
                                    <p:cond delay="400"/>
                                  </p:stCondLst>
                                  <p:childTnLst>
                                    <p:set>
                                      <p:cBhvr>
                                        <p:cTn dur="indefinite" fill="hold" id="6"/>
                                        <p:tgtEl>
                                          <p:spTgt spid="17"/>
                                        </p:tgtEl>
                                        <p:attrNameLst>
                                          <p:attrName>style.visibility</p:attrName>
                                        </p:attrNameLst>
                                      </p:cBhvr>
                                      <p:to>
                                        <p:strVal val="visible"/>
                                      </p:to>
                                    </p:set>
                                    <p:anim calcmode="lin" valueType="num">
                                      <p:cBhvr>
                                        <p:cTn dur="800" fill="hold" id="7"/>
                                        <p:tgtEl>
                                          <p:spTgt spid="17"/>
                                        </p:tgtEl>
                                        <p:attrNameLst>
                                          <p:attrName>ppt_x</p:attrName>
                                        </p:attrNameLst>
                                      </p:cBhvr>
                                      <p:tavLst>
                                        <p:tav tm="0">
                                          <p:val>
                                            <p:strVal val="0-#ppt_w/2"/>
                                          </p:val>
                                        </p:tav>
                                        <p:tav tm="100000">
                                          <p:val>
                                            <p:strVal val="#ppt_x"/>
                                          </p:val>
                                        </p:tav>
                                      </p:tavLst>
                                    </p:anim>
                                    <p:anim calcmode="lin" valueType="num">
                                      <p:cBhvr>
                                        <p:cTn dur="800" fill="hold" id="8"/>
                                        <p:tgtEl>
                                          <p:spTgt spid="17"/>
                                        </p:tgtEl>
                                        <p:attrNameLst>
                                          <p:attrName>ppt_y</p:attrName>
                                        </p:attrNameLst>
                                      </p:cBhvr>
                                      <p:tavLst>
                                        <p:tav tm="0">
                                          <p:val>
                                            <p:strVal val="#ppt_y"/>
                                          </p:val>
                                        </p:tav>
                                        <p:tav tm="100000">
                                          <p:val>
                                            <p:strVal val="#ppt_y"/>
                                          </p:val>
                                        </p:tav>
                                      </p:tavLst>
                                    </p:anim>
                                  </p:childTnLst>
                                </p:cTn>
                              </p:par>
                              <p:par>
                                <p:cTn fill="hold" grpId="0" id="9" nodeType="withEffect" presetClass="entr" presetID="2" presetSubtype="8">
                                  <p:stCondLst>
                                    <p:cond delay="800"/>
                                  </p:stCondLst>
                                  <p:childTnLst>
                                    <p:set>
                                      <p:cBhvr>
                                        <p:cTn dur="indefinite" fill="hold" id="10"/>
                                        <p:tgtEl>
                                          <p:spTgt spid="12"/>
                                        </p:tgtEl>
                                        <p:attrNameLst>
                                          <p:attrName>style.visibility</p:attrName>
                                        </p:attrNameLst>
                                      </p:cBhvr>
                                      <p:to>
                                        <p:strVal val="visible"/>
                                      </p:to>
                                    </p:set>
                                    <p:anim calcmode="lin" valueType="num">
                                      <p:cBhvr>
                                        <p:cTn dur="800" fill="hold" id="11"/>
                                        <p:tgtEl>
                                          <p:spTgt spid="12"/>
                                        </p:tgtEl>
                                        <p:attrNameLst>
                                          <p:attrName>ppt_x</p:attrName>
                                        </p:attrNameLst>
                                      </p:cBhvr>
                                      <p:tavLst>
                                        <p:tav tm="0">
                                          <p:val>
                                            <p:strVal val="0-#ppt_w/2"/>
                                          </p:val>
                                        </p:tav>
                                        <p:tav tm="100000">
                                          <p:val>
                                            <p:strVal val="#ppt_x"/>
                                          </p:val>
                                        </p:tav>
                                      </p:tavLst>
                                    </p:anim>
                                    <p:anim calcmode="lin" valueType="num">
                                      <p:cBhvr>
                                        <p:cTn dur="800" fill="hold" id="12"/>
                                        <p:tgtEl>
                                          <p:spTgt spid="12"/>
                                        </p:tgtEl>
                                        <p:attrNameLst>
                                          <p:attrName>ppt_y</p:attrName>
                                        </p:attrNameLst>
                                      </p:cBhvr>
                                      <p:tavLst>
                                        <p:tav tm="0">
                                          <p:val>
                                            <p:strVal val="#ppt_y"/>
                                          </p:val>
                                        </p:tav>
                                        <p:tav tm="100000">
                                          <p:val>
                                            <p:strVal val="#ppt_y"/>
                                          </p:val>
                                        </p:tav>
                                      </p:tavLst>
                                    </p:anim>
                                  </p:childTnLst>
                                </p:cTn>
                              </p:par>
                              <p:par>
                                <p:cTn fill="hold" grpId="0" id="13" nodeType="withEffect" presetClass="entr" presetID="2" presetSubtype="8">
                                  <p:stCondLst>
                                    <p:cond delay="1200"/>
                                  </p:stCondLst>
                                  <p:childTnLst>
                                    <p:set>
                                      <p:cBhvr>
                                        <p:cTn dur="indefinite" fill="hold" id="14"/>
                                        <p:tgtEl>
                                          <p:spTgt spid="7"/>
                                        </p:tgtEl>
                                        <p:attrNameLst>
                                          <p:attrName>style.visibility</p:attrName>
                                        </p:attrNameLst>
                                      </p:cBhvr>
                                      <p:to>
                                        <p:strVal val="visible"/>
                                      </p:to>
                                    </p:set>
                                    <p:anim calcmode="lin" valueType="num">
                                      <p:cBhvr>
                                        <p:cTn dur="800" fill="hold" id="15"/>
                                        <p:tgtEl>
                                          <p:spTgt spid="7"/>
                                        </p:tgtEl>
                                        <p:attrNameLst>
                                          <p:attrName>ppt_x</p:attrName>
                                        </p:attrNameLst>
                                      </p:cBhvr>
                                      <p:tavLst>
                                        <p:tav tm="0">
                                          <p:val>
                                            <p:strVal val="0-#ppt_w/2"/>
                                          </p:val>
                                        </p:tav>
                                        <p:tav tm="100000">
                                          <p:val>
                                            <p:strVal val="#ppt_x"/>
                                          </p:val>
                                        </p:tav>
                                      </p:tavLst>
                                    </p:anim>
                                    <p:anim calcmode="lin" valueType="num">
                                      <p:cBhvr>
                                        <p:cTn dur="800" fill="hold" id="16"/>
                                        <p:tgtEl>
                                          <p:spTgt spid="7"/>
                                        </p:tgtEl>
                                        <p:attrNameLst>
                                          <p:attrName>ppt_y</p:attrName>
                                        </p:attrNameLst>
                                      </p:cBhvr>
                                      <p:tavLst>
                                        <p:tav tm="0">
                                          <p:val>
                                            <p:strVal val="#ppt_y"/>
                                          </p:val>
                                        </p:tav>
                                        <p:tav tm="100000">
                                          <p:val>
                                            <p:strVal val="#ppt_y"/>
                                          </p:val>
                                        </p:tav>
                                      </p:tavLst>
                                    </p:anim>
                                  </p:childTnLst>
                                </p:cTn>
                              </p:par>
                              <p:par>
                                <p:cTn fill="hold" grpId="0" id="17" nodeType="withEffect" presetClass="entr" presetID="2" presetSubtype="8">
                                  <p:stCondLst>
                                    <p:cond delay="1600"/>
                                  </p:stCondLst>
                                  <p:childTnLst>
                                    <p:set>
                                      <p:cBhvr>
                                        <p:cTn dur="indefinite" fill="hold" id="18"/>
                                        <p:tgtEl>
                                          <p:spTgt spid="2"/>
                                        </p:tgtEl>
                                        <p:attrNameLst>
                                          <p:attrName>style.visibility</p:attrName>
                                        </p:attrNameLst>
                                      </p:cBhvr>
                                      <p:to>
                                        <p:strVal val="visible"/>
                                      </p:to>
                                    </p:set>
                                    <p:anim calcmode="lin" valueType="num">
                                      <p:cBhvr>
                                        <p:cTn dur="800" fill="hold" id="19"/>
                                        <p:tgtEl>
                                          <p:spTgt spid="2"/>
                                        </p:tgtEl>
                                        <p:attrNameLst>
                                          <p:attrName>ppt_x</p:attrName>
                                        </p:attrNameLst>
                                      </p:cBhvr>
                                      <p:tavLst>
                                        <p:tav tm="0">
                                          <p:val>
                                            <p:strVal val="0-#ppt_w/2"/>
                                          </p:val>
                                        </p:tav>
                                        <p:tav tm="100000">
                                          <p:val>
                                            <p:strVal val="#ppt_x"/>
                                          </p:val>
                                        </p:tav>
                                      </p:tavLst>
                                    </p:anim>
                                    <p:anim calcmode="lin" valueType="num">
                                      <p:cBhvr>
                                        <p:cTn dur="800" fill="hold" id="20"/>
                                        <p:tgtEl>
                                          <p:spTgt spid="2"/>
                                        </p:tgtEl>
                                        <p:attrNameLst>
                                          <p:attrName>ppt_y</p:attrName>
                                        </p:attrNameLst>
                                      </p:cBhvr>
                                      <p:tavLst>
                                        <p:tav tm="0">
                                          <p:val>
                                            <p:strVal val="#ppt_y"/>
                                          </p:val>
                                        </p:tav>
                                        <p:tav tm="100000">
                                          <p:val>
                                            <p:strVal val="#ppt_y"/>
                                          </p:val>
                                        </p:tav>
                                      </p:tavLst>
                                    </p:anim>
                                  </p:childTnLst>
                                </p:cTn>
                              </p:par>
                            </p:childTnLst>
                          </p:cTn>
                        </p:par>
                        <p:par>
                          <p:cTn fill="hold" id="21">
                            <p:stCondLst>
                              <p:cond delay="1400"/>
                            </p:stCondLst>
                            <p:childTnLst>
                              <p:par>
                                <p:cTn fill="hold" grpId="0" id="22" nodeType="afterEffect" presetClass="entr" presetID="2" presetSubtype="4">
                                  <p:stCondLst>
                                    <p:cond delay="0"/>
                                  </p:stCondLst>
                                  <p:childTnLst>
                                    <p:set>
                                      <p:cBhvr>
                                        <p:cTn dur="indefinite" fill="hold" id="23"/>
                                        <p:tgtEl>
                                          <p:spTgt spid="27"/>
                                        </p:tgtEl>
                                        <p:attrNameLst>
                                          <p:attrName>style.visibility</p:attrName>
                                        </p:attrNameLst>
                                      </p:cBhvr>
                                      <p:to>
                                        <p:strVal val="visible"/>
                                      </p:to>
                                    </p:set>
                                    <p:anim calcmode="lin" valueType="num">
                                      <p:cBhvr>
                                        <p:cTn dur="600" fill="hold" id="24"/>
                                        <p:tgtEl>
                                          <p:spTgt spid="27"/>
                                        </p:tgtEl>
                                        <p:attrNameLst>
                                          <p:attrName>ppt_x</p:attrName>
                                        </p:attrNameLst>
                                      </p:cBhvr>
                                      <p:tavLst>
                                        <p:tav tm="0">
                                          <p:val>
                                            <p:strVal val="#ppt_x"/>
                                          </p:val>
                                        </p:tav>
                                        <p:tav tm="100000">
                                          <p:val>
                                            <p:strVal val="#ppt_x"/>
                                          </p:val>
                                        </p:tav>
                                      </p:tavLst>
                                    </p:anim>
                                    <p:anim calcmode="lin" valueType="num">
                                      <p:cBhvr>
                                        <p:cTn dur="600" fill="hold" id="25"/>
                                        <p:tgtEl>
                                          <p:spTgt spid="27"/>
                                        </p:tgtEl>
                                        <p:attrNameLst>
                                          <p:attrName>ppt_y</p:attrName>
                                        </p:attrNameLst>
                                      </p:cBhvr>
                                      <p:tavLst>
                                        <p:tav tm="0">
                                          <p:val>
                                            <p:strVal val="1+#ppt_h/2"/>
                                          </p:val>
                                        </p:tav>
                                        <p:tav tm="100000">
                                          <p:val>
                                            <p:strVal val="#ppt_y"/>
                                          </p:val>
                                        </p:tav>
                                      </p:tavLst>
                                    </p:anim>
                                  </p:childTnLst>
                                </p:cTn>
                              </p:par>
                              <p:par>
                                <p:cTn fill="hold" grpId="0" id="26" nodeType="withEffect" presetClass="entr" presetID="2" presetSubtype="4">
                                  <p:stCondLst>
                                    <p:cond delay="200"/>
                                  </p:stCondLst>
                                  <p:childTnLst>
                                    <p:set>
                                      <p:cBhvr>
                                        <p:cTn dur="indefinite" fill="hold" id="27"/>
                                        <p:tgtEl>
                                          <p:spTgt spid="30"/>
                                        </p:tgtEl>
                                        <p:attrNameLst>
                                          <p:attrName>style.visibility</p:attrName>
                                        </p:attrNameLst>
                                      </p:cBhvr>
                                      <p:to>
                                        <p:strVal val="visible"/>
                                      </p:to>
                                    </p:set>
                                    <p:anim calcmode="lin" valueType="num">
                                      <p:cBhvr>
                                        <p:cTn dur="600" fill="hold" id="28"/>
                                        <p:tgtEl>
                                          <p:spTgt spid="30"/>
                                        </p:tgtEl>
                                        <p:attrNameLst>
                                          <p:attrName>ppt_x</p:attrName>
                                        </p:attrNameLst>
                                      </p:cBhvr>
                                      <p:tavLst>
                                        <p:tav tm="0">
                                          <p:val>
                                            <p:strVal val="#ppt_x"/>
                                          </p:val>
                                        </p:tav>
                                        <p:tav tm="100000">
                                          <p:val>
                                            <p:strVal val="#ppt_x"/>
                                          </p:val>
                                        </p:tav>
                                      </p:tavLst>
                                    </p:anim>
                                    <p:anim calcmode="lin" valueType="num">
                                      <p:cBhvr>
                                        <p:cTn dur="600" fill="hold" id="29"/>
                                        <p:tgtEl>
                                          <p:spTgt spid="30"/>
                                        </p:tgtEl>
                                        <p:attrNameLst>
                                          <p:attrName>ppt_y</p:attrName>
                                        </p:attrNameLst>
                                      </p:cBhvr>
                                      <p:tavLst>
                                        <p:tav tm="0">
                                          <p:val>
                                            <p:strVal val="1+#ppt_h/2"/>
                                          </p:val>
                                        </p:tav>
                                        <p:tav tm="100000">
                                          <p:val>
                                            <p:strVal val="#ppt_y"/>
                                          </p:val>
                                        </p:tav>
                                      </p:tavLst>
                                    </p:anim>
                                  </p:childTnLst>
                                </p:cTn>
                              </p:par>
                              <p:par>
                                <p:cTn fill="hold" grpId="0" id="30" nodeType="withEffect" presetClass="entr" presetID="2" presetSubtype="4">
                                  <p:stCondLst>
                                    <p:cond delay="400"/>
                                  </p:stCondLst>
                                  <p:childTnLst>
                                    <p:set>
                                      <p:cBhvr>
                                        <p:cTn dur="indefinite" fill="hold" id="31"/>
                                        <p:tgtEl>
                                          <p:spTgt spid="33"/>
                                        </p:tgtEl>
                                        <p:attrNameLst>
                                          <p:attrName>style.visibility</p:attrName>
                                        </p:attrNameLst>
                                      </p:cBhvr>
                                      <p:to>
                                        <p:strVal val="visible"/>
                                      </p:to>
                                    </p:set>
                                    <p:anim calcmode="lin" valueType="num">
                                      <p:cBhvr>
                                        <p:cTn dur="600" fill="hold" id="32"/>
                                        <p:tgtEl>
                                          <p:spTgt spid="33"/>
                                        </p:tgtEl>
                                        <p:attrNameLst>
                                          <p:attrName>ppt_x</p:attrName>
                                        </p:attrNameLst>
                                      </p:cBhvr>
                                      <p:tavLst>
                                        <p:tav tm="0">
                                          <p:val>
                                            <p:strVal val="#ppt_x"/>
                                          </p:val>
                                        </p:tav>
                                        <p:tav tm="100000">
                                          <p:val>
                                            <p:strVal val="#ppt_x"/>
                                          </p:val>
                                        </p:tav>
                                      </p:tavLst>
                                    </p:anim>
                                    <p:anim calcmode="lin" valueType="num">
                                      <p:cBhvr>
                                        <p:cTn dur="600" fill="hold" id="33"/>
                                        <p:tgtEl>
                                          <p:spTgt spid="33"/>
                                        </p:tgtEl>
                                        <p:attrNameLst>
                                          <p:attrName>ppt_y</p:attrName>
                                        </p:attrNameLst>
                                      </p:cBhvr>
                                      <p:tavLst>
                                        <p:tav tm="0">
                                          <p:val>
                                            <p:strVal val="1+#ppt_h/2"/>
                                          </p:val>
                                        </p:tav>
                                        <p:tav tm="100000">
                                          <p:val>
                                            <p:strVal val="#ppt_y"/>
                                          </p:val>
                                        </p:tav>
                                      </p:tavLst>
                                    </p:anim>
                                  </p:childTnLst>
                                </p:cTn>
                              </p:par>
                              <p:par>
                                <p:cTn fill="hold" grpId="0" id="34" nodeType="withEffect" presetClass="entr" presetID="2" presetSubtype="4">
                                  <p:stCondLst>
                                    <p:cond delay="600"/>
                                  </p:stCondLst>
                                  <p:childTnLst>
                                    <p:set>
                                      <p:cBhvr>
                                        <p:cTn dur="indefinite" fill="hold" id="35"/>
                                        <p:tgtEl>
                                          <p:spTgt spid="36"/>
                                        </p:tgtEl>
                                        <p:attrNameLst>
                                          <p:attrName>style.visibility</p:attrName>
                                        </p:attrNameLst>
                                      </p:cBhvr>
                                      <p:to>
                                        <p:strVal val="visible"/>
                                      </p:to>
                                    </p:set>
                                    <p:anim calcmode="lin" valueType="num">
                                      <p:cBhvr>
                                        <p:cTn dur="600" fill="hold" id="36"/>
                                        <p:tgtEl>
                                          <p:spTgt spid="36"/>
                                        </p:tgtEl>
                                        <p:attrNameLst>
                                          <p:attrName>ppt_x</p:attrName>
                                        </p:attrNameLst>
                                      </p:cBhvr>
                                      <p:tavLst>
                                        <p:tav tm="0">
                                          <p:val>
                                            <p:strVal val="#ppt_x"/>
                                          </p:val>
                                        </p:tav>
                                        <p:tav tm="100000">
                                          <p:val>
                                            <p:strVal val="#ppt_x"/>
                                          </p:val>
                                        </p:tav>
                                      </p:tavLst>
                                    </p:anim>
                                    <p:anim calcmode="lin" valueType="num">
                                      <p:cBhvr>
                                        <p:cTn dur="600" fill="hold" id="37"/>
                                        <p:tgtEl>
                                          <p:spTgt spid="36"/>
                                        </p:tgtEl>
                                        <p:attrNameLst>
                                          <p:attrName>ppt_y</p:attrName>
                                        </p:attrNameLst>
                                      </p:cBhvr>
                                      <p:tavLst>
                                        <p:tav tm="0">
                                          <p:val>
                                            <p:strVal val="1+#ppt_h/2"/>
                                          </p:val>
                                        </p:tav>
                                        <p:tav tm="100000">
                                          <p:val>
                                            <p:strVal val="#ppt_y"/>
                                          </p:val>
                                        </p:tav>
                                      </p:tavLst>
                                    </p:anim>
                                  </p:childTnLst>
                                </p:cTn>
                              </p:par>
                            </p:childTnLst>
                          </p:cTn>
                        </p:par>
                        <p:par>
                          <p:cTn fill="hold" id="38">
                            <p:stCondLst>
                              <p:cond delay="2400"/>
                            </p:stCondLst>
                            <p:childTnLst>
                              <p:par>
                                <p:cTn fill="hold" grpId="0" id="39" nodeType="afterEffect" presetClass="entr" presetID="10" presetSubtype="0">
                                  <p:stCondLst>
                                    <p:cond delay="0"/>
                                  </p:stCondLst>
                                  <p:childTnLst>
                                    <p:set>
                                      <p:cBhvr>
                                        <p:cTn dur="1" fill="hold" id="40">
                                          <p:stCondLst>
                                            <p:cond delay="0"/>
                                          </p:stCondLst>
                                        </p:cTn>
                                        <p:tgtEl>
                                          <p:spTgt spid="43"/>
                                        </p:tgtEl>
                                        <p:attrNameLst>
                                          <p:attrName>style.visibility</p:attrName>
                                        </p:attrNameLst>
                                      </p:cBhvr>
                                      <p:to>
                                        <p:strVal val="visible"/>
                                      </p:to>
                                    </p:set>
                                    <p:animEffect filter="fade" transition="in">
                                      <p:cBhvr>
                                        <p:cTn dur="500" id="41"/>
                                        <p:tgtEl>
                                          <p:spTgt spid="43"/>
                                        </p:tgtEl>
                                      </p:cBhvr>
                                    </p:animEffect>
                                  </p:childTnLst>
                                </p:cTn>
                              </p:par>
                            </p:childTnLst>
                          </p:cTn>
                        </p:par>
                        <p:par>
                          <p:cTn fill="hold" id="42">
                            <p:stCondLst>
                              <p:cond delay="2900"/>
                            </p:stCondLst>
                            <p:childTnLst>
                              <p:par>
                                <p:cTn fill="hold" grpId="0" id="43" nodeType="afterEffect" presetClass="entr" presetID="10" presetSubtype="0">
                                  <p:stCondLst>
                                    <p:cond delay="0"/>
                                  </p:stCondLst>
                                  <p:childTnLst>
                                    <p:set>
                                      <p:cBhvr>
                                        <p:cTn dur="1" fill="hold" id="44">
                                          <p:stCondLst>
                                            <p:cond delay="0"/>
                                          </p:stCondLst>
                                        </p:cTn>
                                        <p:tgtEl>
                                          <p:spTgt spid="46"/>
                                        </p:tgtEl>
                                        <p:attrNameLst>
                                          <p:attrName>style.visibility</p:attrName>
                                        </p:attrNameLst>
                                      </p:cBhvr>
                                      <p:to>
                                        <p:strVal val="visible"/>
                                      </p:to>
                                    </p:set>
                                    <p:animEffect filter="fade" transition="in">
                                      <p:cBhvr>
                                        <p:cTn dur="500" id="45"/>
                                        <p:tgtEl>
                                          <p:spTgt spid="46"/>
                                        </p:tgtEl>
                                      </p:cBhvr>
                                    </p:animEffect>
                                  </p:childTnLst>
                                </p:cTn>
                              </p:par>
                            </p:childTnLst>
                          </p:cTn>
                        </p:par>
                        <p:par>
                          <p:cTn fill="hold" id="46">
                            <p:stCondLst>
                              <p:cond delay="3400"/>
                            </p:stCondLst>
                            <p:childTnLst>
                              <p:par>
                                <p:cTn fill="hold" grpId="0" id="47" nodeType="afterEffect" presetClass="entr" presetID="10" presetSubtype="0">
                                  <p:stCondLst>
                                    <p:cond delay="0"/>
                                  </p:stCondLst>
                                  <p:childTnLst>
                                    <p:set>
                                      <p:cBhvr>
                                        <p:cTn dur="1" fill="hold" id="48">
                                          <p:stCondLst>
                                            <p:cond delay="0"/>
                                          </p:stCondLst>
                                        </p:cTn>
                                        <p:tgtEl>
                                          <p:spTgt spid="49"/>
                                        </p:tgtEl>
                                        <p:attrNameLst>
                                          <p:attrName>style.visibility</p:attrName>
                                        </p:attrNameLst>
                                      </p:cBhvr>
                                      <p:to>
                                        <p:strVal val="visible"/>
                                      </p:to>
                                    </p:set>
                                    <p:animEffect filter="fade" transition="in">
                                      <p:cBhvr>
                                        <p:cTn dur="500" id="49"/>
                                        <p:tgtEl>
                                          <p:spTgt spid="49"/>
                                        </p:tgtEl>
                                      </p:cBhvr>
                                    </p:animEffect>
                                  </p:childTnLst>
                                </p:cTn>
                              </p:par>
                            </p:childTnLst>
                          </p:cTn>
                        </p:par>
                        <p:par>
                          <p:cTn fill="hold" id="50">
                            <p:stCondLst>
                              <p:cond delay="3900"/>
                            </p:stCondLst>
                            <p:childTnLst>
                              <p:par>
                                <p:cTn fill="hold" grpId="0" id="51" nodeType="afterEffect" presetClass="entr" presetID="10" presetSubtype="0">
                                  <p:stCondLst>
                                    <p:cond delay="0"/>
                                  </p:stCondLst>
                                  <p:childTnLst>
                                    <p:set>
                                      <p:cBhvr>
                                        <p:cTn dur="1" fill="hold" id="52">
                                          <p:stCondLst>
                                            <p:cond delay="0"/>
                                          </p:stCondLst>
                                        </p:cTn>
                                        <p:tgtEl>
                                          <p:spTgt spid="52"/>
                                        </p:tgtEl>
                                        <p:attrNameLst>
                                          <p:attrName>style.visibility</p:attrName>
                                        </p:attrNameLst>
                                      </p:cBhvr>
                                      <p:to>
                                        <p:strVal val="visible"/>
                                      </p:to>
                                    </p:set>
                                    <p:animEffect filter="fade" transition="in">
                                      <p:cBhvr>
                                        <p:cTn dur="500" id="53"/>
                                        <p:tgtEl>
                                          <p:spTgt spid="52"/>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dvAuto="0" animBg="1" bldLvl="0" grpId="0" spid="2"/>
      <p:bldP advAuto="0" animBg="1" bldLvl="0" grpId="0" spid="7"/>
      <p:bldP advAuto="0" animBg="1" bldLvl="0" grpId="0" spid="12"/>
      <p:bldP advAuto="0" animBg="1" bldLvl="0" grpId="0" spid="17"/>
      <p:bldP advAuto="0" animBg="1" bldLvl="0" grpId="0" spid="27"/>
      <p:bldP advAuto="0" animBg="1" bldLvl="0" grpId="0" spid="30"/>
      <p:bldP advAuto="0" animBg="1" bldLvl="0" grpId="0" spid="33"/>
      <p:bldP advAuto="0" animBg="1" bldLvl="0" grpId="0" spid="36"/>
      <p:bldP animBg="1" bldLvl="0" grpId="0" spid="43"/>
      <p:bldP animBg="1" bldLvl="0" grpId="0" spid="46"/>
      <p:bldP animBg="1" bldLvl="0" grpId="0" spid="49"/>
      <p:bldP animBg="1" bldLvl="0" grpId="0" spid="52"/>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100" name="组合 99"/>
          <p:cNvGrpSpPr/>
          <p:nvPr/>
        </p:nvGrpSpPr>
        <p:grpSpPr>
          <a:xfrm>
            <a:off x="3821326" y="4552429"/>
            <a:ext cx="2607421" cy="1359683"/>
            <a:chOff x="3821326" y="3817808"/>
            <a:chExt cx="2607421" cy="1359683"/>
          </a:xfrm>
        </p:grpSpPr>
        <p:sp>
          <p:nvSpPr>
            <p:cNvPr id="6" name="Freeform 3720"/>
            <p:cNvSpPr/>
            <p:nvPr/>
          </p:nvSpPr>
          <p:spPr bwMode="auto">
            <a:xfrm>
              <a:off x="3821326" y="3846737"/>
              <a:ext cx="2607421" cy="1330754"/>
            </a:xfrm>
            <a:custGeom>
              <a:avLst/>
              <a:gdLst>
                <a:gd fmla="*/ 876 w 876" name="T0"/>
                <a:gd fmla="*/ 154 h 447" name="T1"/>
                <a:gd fmla="*/ 797 w 876" name="T2"/>
                <a:gd fmla="*/ 75 h 447" name="T3"/>
                <a:gd fmla="*/ 233 w 876" name="T4"/>
                <a:gd fmla="*/ 75 h 447" name="T5"/>
                <a:gd fmla="*/ 233 w 876" name="T6"/>
                <a:gd fmla="*/ 25 h 447" name="T7"/>
                <a:gd fmla="*/ 207 w 876" name="T8"/>
                <a:gd fmla="*/ 13 h 447" name="T9"/>
                <a:gd fmla="*/ 14 w 876" name="T10"/>
                <a:gd fmla="*/ 187 h 447" name="T11"/>
                <a:gd fmla="*/ 14 w 876" name="T12"/>
                <a:gd fmla="*/ 235 h 447" name="T13"/>
                <a:gd fmla="*/ 207 w 876" name="T14"/>
                <a:gd fmla="*/ 409 h 447" name="T15"/>
                <a:gd fmla="*/ 233 w 876" name="T16"/>
                <a:gd fmla="*/ 397 h 447" name="T17"/>
                <a:gd fmla="*/ 233 w 876" name="T18"/>
                <a:gd fmla="*/ 353 h 447" name="T19"/>
                <a:gd fmla="*/ 743 w 876" name="T20"/>
                <a:gd fmla="*/ 353 h 447" name="T21"/>
                <a:gd fmla="*/ 775 w 876" name="T22"/>
                <a:gd fmla="*/ 353 h 447" name="T23"/>
                <a:gd fmla="*/ 876 w 876" name="T24"/>
                <a:gd fmla="*/ 447 h 447" name="T25"/>
                <a:gd fmla="*/ 876 w 876" name="T26"/>
                <a:gd fmla="*/ 282 h 447" name="T27"/>
                <a:gd fmla="*/ 876 w 876" name="T28"/>
                <a:gd fmla="*/ 282 h 447" name="T29"/>
                <a:gd fmla="*/ 876 w 876" name="T30"/>
                <a:gd fmla="*/ 274 h 447" name="T31"/>
                <a:gd fmla="*/ 876 w 876" name="T32"/>
                <a:gd fmla="*/ 154 h 447"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447" w="876">
                  <a:moveTo>
                    <a:pt x="876" y="154"/>
                  </a:moveTo>
                  <a:cubicBezTo>
                    <a:pt x="876" y="110"/>
                    <a:pt x="841" y="75"/>
                    <a:pt x="797" y="75"/>
                  </a:cubicBezTo>
                  <a:cubicBezTo>
                    <a:pt x="233" y="75"/>
                    <a:pt x="233" y="75"/>
                    <a:pt x="233" y="75"/>
                  </a:cubicBezTo>
                  <a:cubicBezTo>
                    <a:pt x="233" y="25"/>
                    <a:pt x="233" y="25"/>
                    <a:pt x="233" y="25"/>
                  </a:cubicBezTo>
                  <a:cubicBezTo>
                    <a:pt x="233" y="6"/>
                    <a:pt x="221" y="0"/>
                    <a:pt x="207" y="13"/>
                  </a:cubicBezTo>
                  <a:cubicBezTo>
                    <a:pt x="14" y="187"/>
                    <a:pt x="14" y="187"/>
                    <a:pt x="14" y="187"/>
                  </a:cubicBezTo>
                  <a:cubicBezTo>
                    <a:pt x="0" y="200"/>
                    <a:pt x="0" y="222"/>
                    <a:pt x="14" y="235"/>
                  </a:cubicBezTo>
                  <a:cubicBezTo>
                    <a:pt x="207" y="409"/>
                    <a:pt x="207" y="409"/>
                    <a:pt x="207" y="409"/>
                  </a:cubicBezTo>
                  <a:cubicBezTo>
                    <a:pt x="221" y="422"/>
                    <a:pt x="233" y="417"/>
                    <a:pt x="233" y="397"/>
                  </a:cubicBezTo>
                  <a:cubicBezTo>
                    <a:pt x="233" y="353"/>
                    <a:pt x="233" y="353"/>
                    <a:pt x="233" y="353"/>
                  </a:cubicBezTo>
                  <a:cubicBezTo>
                    <a:pt x="743" y="353"/>
                    <a:pt x="743" y="353"/>
                    <a:pt x="743" y="353"/>
                  </a:cubicBezTo>
                  <a:cubicBezTo>
                    <a:pt x="775" y="353"/>
                    <a:pt x="775" y="353"/>
                    <a:pt x="775" y="353"/>
                  </a:cubicBezTo>
                  <a:cubicBezTo>
                    <a:pt x="829" y="353"/>
                    <a:pt x="873" y="395"/>
                    <a:pt x="876" y="447"/>
                  </a:cubicBezTo>
                  <a:cubicBezTo>
                    <a:pt x="876" y="282"/>
                    <a:pt x="876" y="282"/>
                    <a:pt x="876" y="282"/>
                  </a:cubicBezTo>
                  <a:cubicBezTo>
                    <a:pt x="876" y="282"/>
                    <a:pt x="876" y="282"/>
                    <a:pt x="876" y="282"/>
                  </a:cubicBezTo>
                  <a:cubicBezTo>
                    <a:pt x="876" y="279"/>
                    <a:pt x="876" y="277"/>
                    <a:pt x="876" y="274"/>
                  </a:cubicBezTo>
                  <a:lnTo>
                    <a:pt x="876" y="154"/>
                  </a:lnTo>
                  <a:close/>
                </a:path>
              </a:pathLst>
            </a:custGeom>
            <a:solidFill>
              <a:schemeClr val="accent3">
                <a:lumMod val="75000"/>
              </a:schemeClr>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7" name="Freeform 3721"/>
            <p:cNvSpPr/>
            <p:nvPr/>
          </p:nvSpPr>
          <p:spPr bwMode="auto">
            <a:xfrm>
              <a:off x="3821326" y="3817808"/>
              <a:ext cx="2607421" cy="1329495"/>
            </a:xfrm>
            <a:custGeom>
              <a:avLst/>
              <a:gdLst>
                <a:gd fmla="*/ 876 w 876" name="T0"/>
                <a:gd fmla="*/ 154 h 447" name="T1"/>
                <a:gd fmla="*/ 797 w 876" name="T2"/>
                <a:gd fmla="*/ 75 h 447" name="T3"/>
                <a:gd fmla="*/ 233 w 876" name="T4"/>
                <a:gd fmla="*/ 75 h 447" name="T5"/>
                <a:gd fmla="*/ 233 w 876" name="T6"/>
                <a:gd fmla="*/ 25 h 447" name="T7"/>
                <a:gd fmla="*/ 207 w 876" name="T8"/>
                <a:gd fmla="*/ 13 h 447" name="T9"/>
                <a:gd fmla="*/ 14 w 876" name="T10"/>
                <a:gd fmla="*/ 187 h 447" name="T11"/>
                <a:gd fmla="*/ 14 w 876" name="T12"/>
                <a:gd fmla="*/ 235 h 447" name="T13"/>
                <a:gd fmla="*/ 207 w 876" name="T14"/>
                <a:gd fmla="*/ 409 h 447" name="T15"/>
                <a:gd fmla="*/ 233 w 876" name="T16"/>
                <a:gd fmla="*/ 397 h 447" name="T17"/>
                <a:gd fmla="*/ 233 w 876" name="T18"/>
                <a:gd fmla="*/ 353 h 447" name="T19"/>
                <a:gd fmla="*/ 743 w 876" name="T20"/>
                <a:gd fmla="*/ 353 h 447" name="T21"/>
                <a:gd fmla="*/ 775 w 876" name="T22"/>
                <a:gd fmla="*/ 353 h 447" name="T23"/>
                <a:gd fmla="*/ 876 w 876" name="T24"/>
                <a:gd fmla="*/ 447 h 447" name="T25"/>
                <a:gd fmla="*/ 876 w 876" name="T26"/>
                <a:gd fmla="*/ 282 h 447" name="T27"/>
                <a:gd fmla="*/ 876 w 876" name="T28"/>
                <a:gd fmla="*/ 282 h 447" name="T29"/>
                <a:gd fmla="*/ 876 w 876" name="T30"/>
                <a:gd fmla="*/ 274 h 447" name="T31"/>
                <a:gd fmla="*/ 876 w 876" name="T32"/>
                <a:gd fmla="*/ 154 h 447"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447" w="876">
                  <a:moveTo>
                    <a:pt x="876" y="154"/>
                  </a:moveTo>
                  <a:cubicBezTo>
                    <a:pt x="876" y="110"/>
                    <a:pt x="841" y="75"/>
                    <a:pt x="797" y="75"/>
                  </a:cubicBezTo>
                  <a:cubicBezTo>
                    <a:pt x="233" y="75"/>
                    <a:pt x="233" y="75"/>
                    <a:pt x="233" y="75"/>
                  </a:cubicBezTo>
                  <a:cubicBezTo>
                    <a:pt x="233" y="25"/>
                    <a:pt x="233" y="25"/>
                    <a:pt x="233" y="25"/>
                  </a:cubicBezTo>
                  <a:cubicBezTo>
                    <a:pt x="233" y="5"/>
                    <a:pt x="221" y="0"/>
                    <a:pt x="207" y="13"/>
                  </a:cubicBezTo>
                  <a:cubicBezTo>
                    <a:pt x="14" y="187"/>
                    <a:pt x="14" y="187"/>
                    <a:pt x="14" y="187"/>
                  </a:cubicBezTo>
                  <a:cubicBezTo>
                    <a:pt x="0" y="200"/>
                    <a:pt x="0" y="222"/>
                    <a:pt x="14" y="235"/>
                  </a:cubicBezTo>
                  <a:cubicBezTo>
                    <a:pt x="207" y="409"/>
                    <a:pt x="207" y="409"/>
                    <a:pt x="207" y="409"/>
                  </a:cubicBezTo>
                  <a:cubicBezTo>
                    <a:pt x="221" y="422"/>
                    <a:pt x="233" y="417"/>
                    <a:pt x="233" y="397"/>
                  </a:cubicBezTo>
                  <a:cubicBezTo>
                    <a:pt x="233" y="353"/>
                    <a:pt x="233" y="353"/>
                    <a:pt x="233" y="353"/>
                  </a:cubicBezTo>
                  <a:cubicBezTo>
                    <a:pt x="743" y="353"/>
                    <a:pt x="743" y="353"/>
                    <a:pt x="743" y="353"/>
                  </a:cubicBezTo>
                  <a:cubicBezTo>
                    <a:pt x="775" y="353"/>
                    <a:pt x="775" y="353"/>
                    <a:pt x="775" y="353"/>
                  </a:cubicBezTo>
                  <a:cubicBezTo>
                    <a:pt x="829" y="353"/>
                    <a:pt x="873" y="395"/>
                    <a:pt x="876" y="447"/>
                  </a:cubicBezTo>
                  <a:cubicBezTo>
                    <a:pt x="876" y="282"/>
                    <a:pt x="876" y="282"/>
                    <a:pt x="876" y="282"/>
                  </a:cubicBezTo>
                  <a:cubicBezTo>
                    <a:pt x="876" y="282"/>
                    <a:pt x="876" y="282"/>
                    <a:pt x="876" y="282"/>
                  </a:cubicBezTo>
                  <a:cubicBezTo>
                    <a:pt x="876" y="279"/>
                    <a:pt x="876" y="277"/>
                    <a:pt x="876" y="274"/>
                  </a:cubicBezTo>
                  <a:lnTo>
                    <a:pt x="876" y="154"/>
                  </a:lnTo>
                  <a:close/>
                </a:path>
              </a:pathLst>
            </a:custGeom>
            <a:solidFill>
              <a:schemeClr val="accent3"/>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94" name="组合 93"/>
          <p:cNvGrpSpPr/>
          <p:nvPr/>
        </p:nvGrpSpPr>
        <p:grpSpPr>
          <a:xfrm>
            <a:off x="4050244" y="2394042"/>
            <a:ext cx="2378502" cy="1241451"/>
            <a:chOff x="4050244" y="1659421"/>
            <a:chExt cx="2378502" cy="1241451"/>
          </a:xfrm>
        </p:grpSpPr>
        <p:sp>
          <p:nvSpPr>
            <p:cNvPr id="9" name="Freeform 3723"/>
            <p:cNvSpPr/>
            <p:nvPr/>
          </p:nvSpPr>
          <p:spPr bwMode="auto">
            <a:xfrm>
              <a:off x="4050244" y="1685836"/>
              <a:ext cx="2378502" cy="1215036"/>
            </a:xfrm>
            <a:custGeom>
              <a:avLst/>
              <a:gdLst>
                <a:gd fmla="*/ 799 w 799" name="T0"/>
                <a:gd fmla="*/ 140 h 408" name="T1"/>
                <a:gd fmla="*/ 727 w 799" name="T2"/>
                <a:gd fmla="*/ 68 h 408" name="T3"/>
                <a:gd fmla="*/ 212 w 799" name="T4"/>
                <a:gd fmla="*/ 68 h 408" name="T5"/>
                <a:gd fmla="*/ 212 w 799" name="T6"/>
                <a:gd fmla="*/ 23 h 408" name="T7"/>
                <a:gd fmla="*/ 188 w 799" name="T8"/>
                <a:gd fmla="*/ 12 h 408" name="T9"/>
                <a:gd fmla="*/ 13 w 799" name="T10"/>
                <a:gd fmla="*/ 171 h 408" name="T11"/>
                <a:gd fmla="*/ 13 w 799" name="T12"/>
                <a:gd fmla="*/ 214 h 408" name="T13"/>
                <a:gd fmla="*/ 188 w 799" name="T14"/>
                <a:gd fmla="*/ 373 h 408" name="T15"/>
                <a:gd fmla="*/ 212 w 799" name="T16"/>
                <a:gd fmla="*/ 362 h 408" name="T17"/>
                <a:gd fmla="*/ 212 w 799" name="T18"/>
                <a:gd fmla="*/ 322 h 408" name="T19"/>
                <a:gd fmla="*/ 677 w 799" name="T20"/>
                <a:gd fmla="*/ 322 h 408" name="T21"/>
                <a:gd fmla="*/ 707 w 799" name="T22"/>
                <a:gd fmla="*/ 322 h 408" name="T23"/>
                <a:gd fmla="*/ 799 w 799" name="T24"/>
                <a:gd fmla="*/ 408 h 408" name="T25"/>
                <a:gd fmla="*/ 799 w 799" name="T26"/>
                <a:gd fmla="*/ 257 h 408" name="T27"/>
                <a:gd fmla="*/ 799 w 799" name="T28"/>
                <a:gd fmla="*/ 257 h 408" name="T29"/>
                <a:gd fmla="*/ 799 w 799" name="T30"/>
                <a:gd fmla="*/ 250 h 408" name="T31"/>
                <a:gd fmla="*/ 799 w 799" name="T32"/>
                <a:gd fmla="*/ 140 h 408"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408" w="799">
                  <a:moveTo>
                    <a:pt x="799" y="140"/>
                  </a:moveTo>
                  <a:cubicBezTo>
                    <a:pt x="799" y="100"/>
                    <a:pt x="767" y="68"/>
                    <a:pt x="727" y="68"/>
                  </a:cubicBezTo>
                  <a:cubicBezTo>
                    <a:pt x="212" y="68"/>
                    <a:pt x="212" y="68"/>
                    <a:pt x="212" y="68"/>
                  </a:cubicBezTo>
                  <a:cubicBezTo>
                    <a:pt x="212" y="23"/>
                    <a:pt x="212" y="23"/>
                    <a:pt x="212" y="23"/>
                  </a:cubicBezTo>
                  <a:cubicBezTo>
                    <a:pt x="212" y="5"/>
                    <a:pt x="201" y="0"/>
                    <a:pt x="188" y="12"/>
                  </a:cubicBezTo>
                  <a:cubicBezTo>
                    <a:pt x="13" y="171"/>
                    <a:pt x="13" y="171"/>
                    <a:pt x="13" y="171"/>
                  </a:cubicBezTo>
                  <a:cubicBezTo>
                    <a:pt x="0" y="183"/>
                    <a:pt x="0" y="202"/>
                    <a:pt x="13" y="214"/>
                  </a:cubicBezTo>
                  <a:cubicBezTo>
                    <a:pt x="188" y="373"/>
                    <a:pt x="188" y="373"/>
                    <a:pt x="188" y="373"/>
                  </a:cubicBezTo>
                  <a:cubicBezTo>
                    <a:pt x="201" y="385"/>
                    <a:pt x="212" y="380"/>
                    <a:pt x="212" y="362"/>
                  </a:cubicBezTo>
                  <a:cubicBezTo>
                    <a:pt x="212" y="322"/>
                    <a:pt x="212" y="322"/>
                    <a:pt x="212" y="322"/>
                  </a:cubicBezTo>
                  <a:cubicBezTo>
                    <a:pt x="677" y="322"/>
                    <a:pt x="677" y="322"/>
                    <a:pt x="677" y="322"/>
                  </a:cubicBezTo>
                  <a:cubicBezTo>
                    <a:pt x="707" y="322"/>
                    <a:pt x="707" y="322"/>
                    <a:pt x="707" y="322"/>
                  </a:cubicBezTo>
                  <a:cubicBezTo>
                    <a:pt x="756" y="322"/>
                    <a:pt x="796" y="360"/>
                    <a:pt x="799" y="408"/>
                  </a:cubicBezTo>
                  <a:cubicBezTo>
                    <a:pt x="799" y="257"/>
                    <a:pt x="799" y="257"/>
                    <a:pt x="799" y="257"/>
                  </a:cubicBezTo>
                  <a:cubicBezTo>
                    <a:pt x="799" y="257"/>
                    <a:pt x="799" y="257"/>
                    <a:pt x="799" y="257"/>
                  </a:cubicBezTo>
                  <a:cubicBezTo>
                    <a:pt x="799" y="255"/>
                    <a:pt x="799" y="252"/>
                    <a:pt x="799" y="250"/>
                  </a:cubicBezTo>
                  <a:lnTo>
                    <a:pt x="799" y="140"/>
                  </a:lnTo>
                  <a:close/>
                </a:path>
              </a:pathLst>
            </a:custGeom>
            <a:solidFill>
              <a:schemeClr val="accent4">
                <a:lumMod val="75000"/>
              </a:schemeClr>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0" name="Freeform 3724"/>
            <p:cNvSpPr/>
            <p:nvPr/>
          </p:nvSpPr>
          <p:spPr bwMode="auto">
            <a:xfrm>
              <a:off x="4050244" y="1659421"/>
              <a:ext cx="2378502" cy="1213777"/>
            </a:xfrm>
            <a:custGeom>
              <a:avLst/>
              <a:gdLst>
                <a:gd fmla="*/ 799 w 799" name="T0"/>
                <a:gd fmla="*/ 140 h 408" name="T1"/>
                <a:gd fmla="*/ 727 w 799" name="T2"/>
                <a:gd fmla="*/ 68 h 408" name="T3"/>
                <a:gd fmla="*/ 212 w 799" name="T4"/>
                <a:gd fmla="*/ 68 h 408" name="T5"/>
                <a:gd fmla="*/ 212 w 799" name="T6"/>
                <a:gd fmla="*/ 23 h 408" name="T7"/>
                <a:gd fmla="*/ 188 w 799" name="T8"/>
                <a:gd fmla="*/ 12 h 408" name="T9"/>
                <a:gd fmla="*/ 13 w 799" name="T10"/>
                <a:gd fmla="*/ 171 h 408" name="T11"/>
                <a:gd fmla="*/ 13 w 799" name="T12"/>
                <a:gd fmla="*/ 214 h 408" name="T13"/>
                <a:gd fmla="*/ 188 w 799" name="T14"/>
                <a:gd fmla="*/ 373 h 408" name="T15"/>
                <a:gd fmla="*/ 212 w 799" name="T16"/>
                <a:gd fmla="*/ 362 h 408" name="T17"/>
                <a:gd fmla="*/ 212 w 799" name="T18"/>
                <a:gd fmla="*/ 322 h 408" name="T19"/>
                <a:gd fmla="*/ 677 w 799" name="T20"/>
                <a:gd fmla="*/ 322 h 408" name="T21"/>
                <a:gd fmla="*/ 707 w 799" name="T22"/>
                <a:gd fmla="*/ 322 h 408" name="T23"/>
                <a:gd fmla="*/ 799 w 799" name="T24"/>
                <a:gd fmla="*/ 408 h 408" name="T25"/>
                <a:gd fmla="*/ 799 w 799" name="T26"/>
                <a:gd fmla="*/ 257 h 408" name="T27"/>
                <a:gd fmla="*/ 799 w 799" name="T28"/>
                <a:gd fmla="*/ 257 h 408" name="T29"/>
                <a:gd fmla="*/ 799 w 799" name="T30"/>
                <a:gd fmla="*/ 250 h 408" name="T31"/>
                <a:gd fmla="*/ 799 w 799" name="T32"/>
                <a:gd fmla="*/ 140 h 408"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408" w="799">
                  <a:moveTo>
                    <a:pt x="799" y="140"/>
                  </a:moveTo>
                  <a:cubicBezTo>
                    <a:pt x="799" y="100"/>
                    <a:pt x="767" y="68"/>
                    <a:pt x="727" y="68"/>
                  </a:cubicBezTo>
                  <a:cubicBezTo>
                    <a:pt x="212" y="68"/>
                    <a:pt x="212" y="68"/>
                    <a:pt x="212" y="68"/>
                  </a:cubicBezTo>
                  <a:cubicBezTo>
                    <a:pt x="212" y="23"/>
                    <a:pt x="212" y="23"/>
                    <a:pt x="212" y="23"/>
                  </a:cubicBezTo>
                  <a:cubicBezTo>
                    <a:pt x="212" y="5"/>
                    <a:pt x="201" y="0"/>
                    <a:pt x="188" y="12"/>
                  </a:cubicBezTo>
                  <a:cubicBezTo>
                    <a:pt x="13" y="171"/>
                    <a:pt x="13" y="171"/>
                    <a:pt x="13" y="171"/>
                  </a:cubicBezTo>
                  <a:cubicBezTo>
                    <a:pt x="0" y="183"/>
                    <a:pt x="0" y="202"/>
                    <a:pt x="13" y="214"/>
                  </a:cubicBezTo>
                  <a:cubicBezTo>
                    <a:pt x="188" y="373"/>
                    <a:pt x="188" y="373"/>
                    <a:pt x="188" y="373"/>
                  </a:cubicBezTo>
                  <a:cubicBezTo>
                    <a:pt x="201" y="385"/>
                    <a:pt x="212" y="380"/>
                    <a:pt x="212" y="362"/>
                  </a:cubicBezTo>
                  <a:cubicBezTo>
                    <a:pt x="212" y="322"/>
                    <a:pt x="212" y="322"/>
                    <a:pt x="212" y="322"/>
                  </a:cubicBezTo>
                  <a:cubicBezTo>
                    <a:pt x="677" y="322"/>
                    <a:pt x="677" y="322"/>
                    <a:pt x="677" y="322"/>
                  </a:cubicBezTo>
                  <a:cubicBezTo>
                    <a:pt x="707" y="322"/>
                    <a:pt x="707" y="322"/>
                    <a:pt x="707" y="322"/>
                  </a:cubicBezTo>
                  <a:cubicBezTo>
                    <a:pt x="756" y="322"/>
                    <a:pt x="796" y="360"/>
                    <a:pt x="799" y="408"/>
                  </a:cubicBezTo>
                  <a:cubicBezTo>
                    <a:pt x="799" y="257"/>
                    <a:pt x="799" y="257"/>
                    <a:pt x="799" y="257"/>
                  </a:cubicBezTo>
                  <a:cubicBezTo>
                    <a:pt x="799" y="257"/>
                    <a:pt x="799" y="257"/>
                    <a:pt x="799" y="257"/>
                  </a:cubicBezTo>
                  <a:cubicBezTo>
                    <a:pt x="799" y="254"/>
                    <a:pt x="799" y="252"/>
                    <a:pt x="799" y="250"/>
                  </a:cubicBezTo>
                  <a:lnTo>
                    <a:pt x="799" y="140"/>
                  </a:lnTo>
                  <a:close/>
                </a:path>
              </a:pathLst>
            </a:custGeom>
            <a:solidFill>
              <a:schemeClr val="accent4"/>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101" name="组合 100"/>
          <p:cNvGrpSpPr/>
          <p:nvPr/>
        </p:nvGrpSpPr>
        <p:grpSpPr>
          <a:xfrm>
            <a:off x="3359712" y="3295884"/>
            <a:ext cx="3069033" cy="1601181"/>
            <a:chOff x="3359712" y="2561263"/>
            <a:chExt cx="3069033" cy="1601181"/>
          </a:xfrm>
        </p:grpSpPr>
        <p:sp>
          <p:nvSpPr>
            <p:cNvPr id="15" name="Freeform 3729"/>
            <p:cNvSpPr/>
            <p:nvPr/>
          </p:nvSpPr>
          <p:spPr bwMode="auto">
            <a:xfrm>
              <a:off x="3359712" y="2593967"/>
              <a:ext cx="3069033" cy="1568477"/>
            </a:xfrm>
            <a:custGeom>
              <a:avLst/>
              <a:gdLst>
                <a:gd fmla="*/ 1031 w 1031" name="T0"/>
                <a:gd fmla="*/ 181 h 527" name="T1"/>
                <a:gd fmla="*/ 938 w 1031" name="T2"/>
                <a:gd fmla="*/ 88 h 527" name="T3"/>
                <a:gd fmla="*/ 274 w 1031" name="T4"/>
                <a:gd fmla="*/ 88 h 527" name="T5"/>
                <a:gd fmla="*/ 274 w 1031" name="T6"/>
                <a:gd fmla="*/ 30 h 527" name="T7"/>
                <a:gd fmla="*/ 243 w 1031" name="T8"/>
                <a:gd fmla="*/ 16 h 527" name="T9"/>
                <a:gd fmla="*/ 17 w 1031" name="T10"/>
                <a:gd fmla="*/ 221 h 527" name="T11"/>
                <a:gd fmla="*/ 17 w 1031" name="T12"/>
                <a:gd fmla="*/ 277 h 527" name="T13"/>
                <a:gd fmla="*/ 243 w 1031" name="T14"/>
                <a:gd fmla="*/ 482 h 527" name="T15"/>
                <a:gd fmla="*/ 274 w 1031" name="T16"/>
                <a:gd fmla="*/ 468 h 527" name="T17"/>
                <a:gd fmla="*/ 274 w 1031" name="T18"/>
                <a:gd fmla="*/ 416 h 527" name="T19"/>
                <a:gd fmla="*/ 874 w 1031" name="T20"/>
                <a:gd fmla="*/ 416 h 527" name="T21"/>
                <a:gd fmla="*/ 912 w 1031" name="T22"/>
                <a:gd fmla="*/ 416 h 527" name="T23"/>
                <a:gd fmla="*/ 1031 w 1031" name="T24"/>
                <a:gd fmla="*/ 527 h 527" name="T25"/>
                <a:gd fmla="*/ 1031 w 1031" name="T26"/>
                <a:gd fmla="*/ 332 h 527" name="T27"/>
                <a:gd fmla="*/ 1031 w 1031" name="T28"/>
                <a:gd fmla="*/ 332 h 527" name="T29"/>
                <a:gd fmla="*/ 1031 w 1031" name="T30"/>
                <a:gd fmla="*/ 323 h 527" name="T31"/>
                <a:gd fmla="*/ 1031 w 1031" name="T32"/>
                <a:gd fmla="*/ 181 h 527"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527" w="1031">
                  <a:moveTo>
                    <a:pt x="1031" y="181"/>
                  </a:moveTo>
                  <a:cubicBezTo>
                    <a:pt x="1031" y="130"/>
                    <a:pt x="990" y="88"/>
                    <a:pt x="938" y="88"/>
                  </a:cubicBezTo>
                  <a:cubicBezTo>
                    <a:pt x="274" y="88"/>
                    <a:pt x="274" y="88"/>
                    <a:pt x="274" y="88"/>
                  </a:cubicBezTo>
                  <a:cubicBezTo>
                    <a:pt x="274" y="30"/>
                    <a:pt x="274" y="30"/>
                    <a:pt x="274" y="30"/>
                  </a:cubicBezTo>
                  <a:cubicBezTo>
                    <a:pt x="274" y="7"/>
                    <a:pt x="260" y="0"/>
                    <a:pt x="243" y="16"/>
                  </a:cubicBezTo>
                  <a:cubicBezTo>
                    <a:pt x="17" y="221"/>
                    <a:pt x="17" y="221"/>
                    <a:pt x="17" y="221"/>
                  </a:cubicBezTo>
                  <a:cubicBezTo>
                    <a:pt x="0" y="236"/>
                    <a:pt x="0" y="261"/>
                    <a:pt x="17" y="277"/>
                  </a:cubicBezTo>
                  <a:cubicBezTo>
                    <a:pt x="243" y="482"/>
                    <a:pt x="243" y="482"/>
                    <a:pt x="243" y="482"/>
                  </a:cubicBezTo>
                  <a:cubicBezTo>
                    <a:pt x="260" y="497"/>
                    <a:pt x="274" y="491"/>
                    <a:pt x="274" y="468"/>
                  </a:cubicBezTo>
                  <a:cubicBezTo>
                    <a:pt x="274" y="416"/>
                    <a:pt x="274" y="416"/>
                    <a:pt x="274" y="416"/>
                  </a:cubicBezTo>
                  <a:cubicBezTo>
                    <a:pt x="874" y="416"/>
                    <a:pt x="874" y="416"/>
                    <a:pt x="874" y="416"/>
                  </a:cubicBezTo>
                  <a:cubicBezTo>
                    <a:pt x="912" y="416"/>
                    <a:pt x="912" y="416"/>
                    <a:pt x="912" y="416"/>
                  </a:cubicBezTo>
                  <a:cubicBezTo>
                    <a:pt x="975" y="416"/>
                    <a:pt x="1027" y="465"/>
                    <a:pt x="1031" y="527"/>
                  </a:cubicBezTo>
                  <a:cubicBezTo>
                    <a:pt x="1031" y="332"/>
                    <a:pt x="1031" y="332"/>
                    <a:pt x="1031" y="332"/>
                  </a:cubicBezTo>
                  <a:cubicBezTo>
                    <a:pt x="1031" y="332"/>
                    <a:pt x="1031" y="332"/>
                    <a:pt x="1031" y="332"/>
                  </a:cubicBezTo>
                  <a:cubicBezTo>
                    <a:pt x="1031" y="329"/>
                    <a:pt x="1031" y="326"/>
                    <a:pt x="1031" y="323"/>
                  </a:cubicBezTo>
                  <a:lnTo>
                    <a:pt x="1031" y="181"/>
                  </a:lnTo>
                  <a:close/>
                </a:path>
              </a:pathLst>
            </a:custGeom>
            <a:solidFill>
              <a:schemeClr val="accent2">
                <a:lumMod val="75000"/>
              </a:schemeClr>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6" name="Freeform 3730"/>
            <p:cNvSpPr/>
            <p:nvPr/>
          </p:nvSpPr>
          <p:spPr bwMode="auto">
            <a:xfrm>
              <a:off x="3359712" y="2561263"/>
              <a:ext cx="3069033" cy="1565963"/>
            </a:xfrm>
            <a:custGeom>
              <a:avLst/>
              <a:gdLst>
                <a:gd fmla="*/ 1031 w 1031" name="T0"/>
                <a:gd fmla="*/ 180 h 526" name="T1"/>
                <a:gd fmla="*/ 938 w 1031" name="T2"/>
                <a:gd fmla="*/ 87 h 526" name="T3"/>
                <a:gd fmla="*/ 274 w 1031" name="T4"/>
                <a:gd fmla="*/ 87 h 526" name="T5"/>
                <a:gd fmla="*/ 274 w 1031" name="T6"/>
                <a:gd fmla="*/ 29 h 526" name="T7"/>
                <a:gd fmla="*/ 243 w 1031" name="T8"/>
                <a:gd fmla="*/ 15 h 526" name="T9"/>
                <a:gd fmla="*/ 17 w 1031" name="T10"/>
                <a:gd fmla="*/ 220 h 526" name="T11"/>
                <a:gd fmla="*/ 17 w 1031" name="T12"/>
                <a:gd fmla="*/ 276 h 526" name="T13"/>
                <a:gd fmla="*/ 243 w 1031" name="T14"/>
                <a:gd fmla="*/ 481 h 526" name="T15"/>
                <a:gd fmla="*/ 274 w 1031" name="T16"/>
                <a:gd fmla="*/ 467 h 526" name="T17"/>
                <a:gd fmla="*/ 274 w 1031" name="T18"/>
                <a:gd fmla="*/ 415 h 526" name="T19"/>
                <a:gd fmla="*/ 874 w 1031" name="T20"/>
                <a:gd fmla="*/ 415 h 526" name="T21"/>
                <a:gd fmla="*/ 912 w 1031" name="T22"/>
                <a:gd fmla="*/ 415 h 526" name="T23"/>
                <a:gd fmla="*/ 1031 w 1031" name="T24"/>
                <a:gd fmla="*/ 526 h 526" name="T25"/>
                <a:gd fmla="*/ 1031 w 1031" name="T26"/>
                <a:gd fmla="*/ 331 h 526" name="T27"/>
                <a:gd fmla="*/ 1031 w 1031" name="T28"/>
                <a:gd fmla="*/ 331 h 526" name="T29"/>
                <a:gd fmla="*/ 1031 w 1031" name="T30"/>
                <a:gd fmla="*/ 322 h 526" name="T31"/>
                <a:gd fmla="*/ 1031 w 1031" name="T32"/>
                <a:gd fmla="*/ 180 h 526"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526" w="1031">
                  <a:moveTo>
                    <a:pt x="1031" y="180"/>
                  </a:moveTo>
                  <a:cubicBezTo>
                    <a:pt x="1031" y="129"/>
                    <a:pt x="990" y="87"/>
                    <a:pt x="938" y="87"/>
                  </a:cubicBezTo>
                  <a:cubicBezTo>
                    <a:pt x="274" y="87"/>
                    <a:pt x="274" y="87"/>
                    <a:pt x="274" y="87"/>
                  </a:cubicBezTo>
                  <a:cubicBezTo>
                    <a:pt x="274" y="29"/>
                    <a:pt x="274" y="29"/>
                    <a:pt x="274" y="29"/>
                  </a:cubicBezTo>
                  <a:cubicBezTo>
                    <a:pt x="274" y="6"/>
                    <a:pt x="260" y="0"/>
                    <a:pt x="243" y="15"/>
                  </a:cubicBezTo>
                  <a:cubicBezTo>
                    <a:pt x="17" y="220"/>
                    <a:pt x="17" y="220"/>
                    <a:pt x="17" y="220"/>
                  </a:cubicBezTo>
                  <a:cubicBezTo>
                    <a:pt x="0" y="235"/>
                    <a:pt x="0" y="261"/>
                    <a:pt x="17" y="276"/>
                  </a:cubicBezTo>
                  <a:cubicBezTo>
                    <a:pt x="243" y="481"/>
                    <a:pt x="243" y="481"/>
                    <a:pt x="243" y="481"/>
                  </a:cubicBezTo>
                  <a:cubicBezTo>
                    <a:pt x="260" y="496"/>
                    <a:pt x="274" y="490"/>
                    <a:pt x="274" y="467"/>
                  </a:cubicBezTo>
                  <a:cubicBezTo>
                    <a:pt x="274" y="415"/>
                    <a:pt x="274" y="415"/>
                    <a:pt x="274" y="415"/>
                  </a:cubicBezTo>
                  <a:cubicBezTo>
                    <a:pt x="874" y="415"/>
                    <a:pt x="874" y="415"/>
                    <a:pt x="874" y="415"/>
                  </a:cubicBezTo>
                  <a:cubicBezTo>
                    <a:pt x="912" y="415"/>
                    <a:pt x="912" y="415"/>
                    <a:pt x="912" y="415"/>
                  </a:cubicBezTo>
                  <a:cubicBezTo>
                    <a:pt x="975" y="415"/>
                    <a:pt x="1027" y="464"/>
                    <a:pt x="1031" y="526"/>
                  </a:cubicBezTo>
                  <a:cubicBezTo>
                    <a:pt x="1031" y="331"/>
                    <a:pt x="1031" y="331"/>
                    <a:pt x="1031" y="331"/>
                  </a:cubicBezTo>
                  <a:cubicBezTo>
                    <a:pt x="1031" y="331"/>
                    <a:pt x="1031" y="331"/>
                    <a:pt x="1031" y="331"/>
                  </a:cubicBezTo>
                  <a:cubicBezTo>
                    <a:pt x="1031" y="328"/>
                    <a:pt x="1031" y="325"/>
                    <a:pt x="1031" y="322"/>
                  </a:cubicBezTo>
                  <a:lnTo>
                    <a:pt x="1031" y="180"/>
                  </a:lnTo>
                  <a:close/>
                </a:path>
              </a:pathLst>
            </a:custGeom>
            <a:solidFill>
              <a:schemeClr val="accent2"/>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97" name="组合 96"/>
          <p:cNvGrpSpPr/>
          <p:nvPr/>
        </p:nvGrpSpPr>
        <p:grpSpPr>
          <a:xfrm>
            <a:off x="6428745" y="4087043"/>
            <a:ext cx="2606163" cy="1360941"/>
            <a:chOff x="6428745" y="3352422"/>
            <a:chExt cx="2606163" cy="1360941"/>
          </a:xfrm>
        </p:grpSpPr>
        <p:sp>
          <p:nvSpPr>
            <p:cNvPr id="18" name="Freeform 3732"/>
            <p:cNvSpPr/>
            <p:nvPr/>
          </p:nvSpPr>
          <p:spPr bwMode="auto">
            <a:xfrm>
              <a:off x="6428745" y="3382609"/>
              <a:ext cx="2606163" cy="1330754"/>
            </a:xfrm>
            <a:custGeom>
              <a:avLst/>
              <a:gdLst>
                <a:gd fmla="*/ 0 w 876" name="T0"/>
                <a:gd fmla="*/ 154 h 447" name="T1"/>
                <a:gd fmla="*/ 79 w 876" name="T2"/>
                <a:gd fmla="*/ 75 h 447" name="T3"/>
                <a:gd fmla="*/ 643 w 876" name="T4"/>
                <a:gd fmla="*/ 75 h 447" name="T5"/>
                <a:gd fmla="*/ 643 w 876" name="T6"/>
                <a:gd fmla="*/ 25 h 447" name="T7"/>
                <a:gd fmla="*/ 670 w 876" name="T8"/>
                <a:gd fmla="*/ 13 h 447" name="T9"/>
                <a:gd fmla="*/ 862 w 876" name="T10"/>
                <a:gd fmla="*/ 187 h 447" name="T11"/>
                <a:gd fmla="*/ 862 w 876" name="T12"/>
                <a:gd fmla="*/ 235 h 447" name="T13"/>
                <a:gd fmla="*/ 670 w 876" name="T14"/>
                <a:gd fmla="*/ 409 h 447" name="T15"/>
                <a:gd fmla="*/ 643 w 876" name="T16"/>
                <a:gd fmla="*/ 397 h 447" name="T17"/>
                <a:gd fmla="*/ 643 w 876" name="T18"/>
                <a:gd fmla="*/ 353 h 447" name="T19"/>
                <a:gd fmla="*/ 134 w 876" name="T20"/>
                <a:gd fmla="*/ 353 h 447" name="T21"/>
                <a:gd fmla="*/ 101 w 876" name="T22"/>
                <a:gd fmla="*/ 353 h 447" name="T23"/>
                <a:gd fmla="*/ 0 w 876" name="T24"/>
                <a:gd fmla="*/ 447 h 447" name="T25"/>
                <a:gd fmla="*/ 0 w 876" name="T26"/>
                <a:gd fmla="*/ 282 h 447" name="T27"/>
                <a:gd fmla="*/ 1 w 876" name="T28"/>
                <a:gd fmla="*/ 282 h 447" name="T29"/>
                <a:gd fmla="*/ 0 w 876" name="T30"/>
                <a:gd fmla="*/ 274 h 447" name="T31"/>
                <a:gd fmla="*/ 0 w 876" name="T32"/>
                <a:gd fmla="*/ 154 h 447"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447" w="876">
                  <a:moveTo>
                    <a:pt x="0" y="154"/>
                  </a:moveTo>
                  <a:cubicBezTo>
                    <a:pt x="0" y="110"/>
                    <a:pt x="35" y="75"/>
                    <a:pt x="79" y="75"/>
                  </a:cubicBezTo>
                  <a:cubicBezTo>
                    <a:pt x="643" y="75"/>
                    <a:pt x="643" y="75"/>
                    <a:pt x="643" y="75"/>
                  </a:cubicBezTo>
                  <a:cubicBezTo>
                    <a:pt x="643" y="25"/>
                    <a:pt x="643" y="25"/>
                    <a:pt x="643" y="25"/>
                  </a:cubicBezTo>
                  <a:cubicBezTo>
                    <a:pt x="643" y="6"/>
                    <a:pt x="655" y="0"/>
                    <a:pt x="670" y="13"/>
                  </a:cubicBezTo>
                  <a:cubicBezTo>
                    <a:pt x="862" y="187"/>
                    <a:pt x="862" y="187"/>
                    <a:pt x="862" y="187"/>
                  </a:cubicBezTo>
                  <a:cubicBezTo>
                    <a:pt x="876" y="200"/>
                    <a:pt x="876" y="222"/>
                    <a:pt x="862" y="235"/>
                  </a:cubicBezTo>
                  <a:cubicBezTo>
                    <a:pt x="670" y="409"/>
                    <a:pt x="670" y="409"/>
                    <a:pt x="670" y="409"/>
                  </a:cubicBezTo>
                  <a:cubicBezTo>
                    <a:pt x="655" y="422"/>
                    <a:pt x="643" y="417"/>
                    <a:pt x="643" y="397"/>
                  </a:cubicBezTo>
                  <a:cubicBezTo>
                    <a:pt x="643" y="353"/>
                    <a:pt x="643" y="353"/>
                    <a:pt x="643" y="353"/>
                  </a:cubicBezTo>
                  <a:cubicBezTo>
                    <a:pt x="134" y="353"/>
                    <a:pt x="134" y="353"/>
                    <a:pt x="134" y="353"/>
                  </a:cubicBezTo>
                  <a:cubicBezTo>
                    <a:pt x="101" y="353"/>
                    <a:pt x="101" y="353"/>
                    <a:pt x="101" y="353"/>
                  </a:cubicBezTo>
                  <a:cubicBezTo>
                    <a:pt x="48" y="353"/>
                    <a:pt x="4" y="395"/>
                    <a:pt x="0" y="447"/>
                  </a:cubicBezTo>
                  <a:cubicBezTo>
                    <a:pt x="0" y="282"/>
                    <a:pt x="0" y="282"/>
                    <a:pt x="0" y="282"/>
                  </a:cubicBezTo>
                  <a:cubicBezTo>
                    <a:pt x="1" y="282"/>
                    <a:pt x="1" y="282"/>
                    <a:pt x="1" y="282"/>
                  </a:cubicBezTo>
                  <a:cubicBezTo>
                    <a:pt x="0" y="279"/>
                    <a:pt x="0" y="277"/>
                    <a:pt x="0" y="274"/>
                  </a:cubicBezTo>
                  <a:lnTo>
                    <a:pt x="0" y="154"/>
                  </a:lnTo>
                  <a:close/>
                </a:path>
              </a:pathLst>
            </a:custGeom>
            <a:solidFill>
              <a:schemeClr val="accent4">
                <a:lumMod val="75000"/>
              </a:schemeClr>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19" name="Freeform 3733"/>
            <p:cNvSpPr/>
            <p:nvPr/>
          </p:nvSpPr>
          <p:spPr bwMode="auto">
            <a:xfrm>
              <a:off x="6428745" y="3352422"/>
              <a:ext cx="2606163" cy="1330754"/>
            </a:xfrm>
            <a:custGeom>
              <a:avLst/>
              <a:gdLst>
                <a:gd fmla="*/ 0 w 876" name="T0"/>
                <a:gd fmla="*/ 154 h 447" name="T1"/>
                <a:gd fmla="*/ 79 w 876" name="T2"/>
                <a:gd fmla="*/ 75 h 447" name="T3"/>
                <a:gd fmla="*/ 643 w 876" name="T4"/>
                <a:gd fmla="*/ 75 h 447" name="T5"/>
                <a:gd fmla="*/ 643 w 876" name="T6"/>
                <a:gd fmla="*/ 25 h 447" name="T7"/>
                <a:gd fmla="*/ 670 w 876" name="T8"/>
                <a:gd fmla="*/ 13 h 447" name="T9"/>
                <a:gd fmla="*/ 862 w 876" name="T10"/>
                <a:gd fmla="*/ 187 h 447" name="T11"/>
                <a:gd fmla="*/ 862 w 876" name="T12"/>
                <a:gd fmla="*/ 235 h 447" name="T13"/>
                <a:gd fmla="*/ 670 w 876" name="T14"/>
                <a:gd fmla="*/ 409 h 447" name="T15"/>
                <a:gd fmla="*/ 643 w 876" name="T16"/>
                <a:gd fmla="*/ 397 h 447" name="T17"/>
                <a:gd fmla="*/ 643 w 876" name="T18"/>
                <a:gd fmla="*/ 353 h 447" name="T19"/>
                <a:gd fmla="*/ 134 w 876" name="T20"/>
                <a:gd fmla="*/ 353 h 447" name="T21"/>
                <a:gd fmla="*/ 101 w 876" name="T22"/>
                <a:gd fmla="*/ 353 h 447" name="T23"/>
                <a:gd fmla="*/ 0 w 876" name="T24"/>
                <a:gd fmla="*/ 447 h 447" name="T25"/>
                <a:gd fmla="*/ 0 w 876" name="T26"/>
                <a:gd fmla="*/ 281 h 447" name="T27"/>
                <a:gd fmla="*/ 1 w 876" name="T28"/>
                <a:gd fmla="*/ 281 h 447" name="T29"/>
                <a:gd fmla="*/ 0 w 876" name="T30"/>
                <a:gd fmla="*/ 274 h 447" name="T31"/>
                <a:gd fmla="*/ 0 w 876" name="T32"/>
                <a:gd fmla="*/ 154 h 447"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447" w="876">
                  <a:moveTo>
                    <a:pt x="0" y="154"/>
                  </a:moveTo>
                  <a:cubicBezTo>
                    <a:pt x="0" y="110"/>
                    <a:pt x="35" y="75"/>
                    <a:pt x="79" y="75"/>
                  </a:cubicBezTo>
                  <a:cubicBezTo>
                    <a:pt x="643" y="75"/>
                    <a:pt x="643" y="75"/>
                    <a:pt x="643" y="75"/>
                  </a:cubicBezTo>
                  <a:cubicBezTo>
                    <a:pt x="643" y="25"/>
                    <a:pt x="643" y="25"/>
                    <a:pt x="643" y="25"/>
                  </a:cubicBezTo>
                  <a:cubicBezTo>
                    <a:pt x="643" y="5"/>
                    <a:pt x="655" y="0"/>
                    <a:pt x="670" y="13"/>
                  </a:cubicBezTo>
                  <a:cubicBezTo>
                    <a:pt x="862" y="187"/>
                    <a:pt x="862" y="187"/>
                    <a:pt x="862" y="187"/>
                  </a:cubicBezTo>
                  <a:cubicBezTo>
                    <a:pt x="876" y="200"/>
                    <a:pt x="876" y="222"/>
                    <a:pt x="862" y="235"/>
                  </a:cubicBezTo>
                  <a:cubicBezTo>
                    <a:pt x="670" y="409"/>
                    <a:pt x="670" y="409"/>
                    <a:pt x="670" y="409"/>
                  </a:cubicBezTo>
                  <a:cubicBezTo>
                    <a:pt x="655" y="422"/>
                    <a:pt x="643" y="417"/>
                    <a:pt x="643" y="397"/>
                  </a:cubicBezTo>
                  <a:cubicBezTo>
                    <a:pt x="643" y="353"/>
                    <a:pt x="643" y="353"/>
                    <a:pt x="643" y="353"/>
                  </a:cubicBezTo>
                  <a:cubicBezTo>
                    <a:pt x="134" y="353"/>
                    <a:pt x="134" y="353"/>
                    <a:pt x="134" y="353"/>
                  </a:cubicBezTo>
                  <a:cubicBezTo>
                    <a:pt x="101" y="353"/>
                    <a:pt x="101" y="353"/>
                    <a:pt x="101" y="353"/>
                  </a:cubicBezTo>
                  <a:cubicBezTo>
                    <a:pt x="48" y="353"/>
                    <a:pt x="4" y="395"/>
                    <a:pt x="0" y="447"/>
                  </a:cubicBezTo>
                  <a:cubicBezTo>
                    <a:pt x="0" y="281"/>
                    <a:pt x="0" y="281"/>
                    <a:pt x="0" y="281"/>
                  </a:cubicBezTo>
                  <a:cubicBezTo>
                    <a:pt x="1" y="281"/>
                    <a:pt x="1" y="281"/>
                    <a:pt x="1" y="281"/>
                  </a:cubicBezTo>
                  <a:cubicBezTo>
                    <a:pt x="0" y="279"/>
                    <a:pt x="0" y="276"/>
                    <a:pt x="0" y="274"/>
                  </a:cubicBezTo>
                  <a:lnTo>
                    <a:pt x="0" y="154"/>
                  </a:lnTo>
                  <a:close/>
                </a:path>
              </a:pathLst>
            </a:custGeom>
            <a:solidFill>
              <a:schemeClr val="accent4"/>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95" name="组合 94"/>
          <p:cNvGrpSpPr/>
          <p:nvPr/>
        </p:nvGrpSpPr>
        <p:grpSpPr>
          <a:xfrm>
            <a:off x="6428745" y="1929915"/>
            <a:ext cx="2381016" cy="1241449"/>
            <a:chOff x="6428745" y="1195294"/>
            <a:chExt cx="2381016" cy="1241449"/>
          </a:xfrm>
        </p:grpSpPr>
        <p:sp>
          <p:nvSpPr>
            <p:cNvPr id="21" name="Freeform 3735"/>
            <p:cNvSpPr/>
            <p:nvPr/>
          </p:nvSpPr>
          <p:spPr bwMode="auto">
            <a:xfrm>
              <a:off x="6428745" y="1221707"/>
              <a:ext cx="2381016" cy="1215036"/>
            </a:xfrm>
            <a:custGeom>
              <a:avLst/>
              <a:gdLst>
                <a:gd fmla="*/ 0 w 800" name="T0"/>
                <a:gd fmla="*/ 140 h 408" name="T1"/>
                <a:gd fmla="*/ 72 w 800" name="T2"/>
                <a:gd fmla="*/ 68 h 408" name="T3"/>
                <a:gd fmla="*/ 587 w 800" name="T4"/>
                <a:gd fmla="*/ 68 h 408" name="T5"/>
                <a:gd fmla="*/ 587 w 800" name="T6"/>
                <a:gd fmla="*/ 23 h 408" name="T7"/>
                <a:gd fmla="*/ 611 w 800" name="T8"/>
                <a:gd fmla="*/ 12 h 408" name="T9"/>
                <a:gd fmla="*/ 786 w 800" name="T10"/>
                <a:gd fmla="*/ 171 h 408" name="T11"/>
                <a:gd fmla="*/ 786 w 800" name="T12"/>
                <a:gd fmla="*/ 214 h 408" name="T13"/>
                <a:gd fmla="*/ 611 w 800" name="T14"/>
                <a:gd fmla="*/ 373 h 408" name="T15"/>
                <a:gd fmla="*/ 587 w 800" name="T16"/>
                <a:gd fmla="*/ 362 h 408" name="T17"/>
                <a:gd fmla="*/ 587 w 800" name="T18"/>
                <a:gd fmla="*/ 322 h 408" name="T19"/>
                <a:gd fmla="*/ 122 w 800" name="T20"/>
                <a:gd fmla="*/ 322 h 408" name="T21"/>
                <a:gd fmla="*/ 92 w 800" name="T22"/>
                <a:gd fmla="*/ 322 h 408" name="T23"/>
                <a:gd fmla="*/ 0 w 800" name="T24"/>
                <a:gd fmla="*/ 408 h 408" name="T25"/>
                <a:gd fmla="*/ 0 w 800" name="T26"/>
                <a:gd fmla="*/ 257 h 408" name="T27"/>
                <a:gd fmla="*/ 0 w 800" name="T28"/>
                <a:gd fmla="*/ 257 h 408" name="T29"/>
                <a:gd fmla="*/ 0 w 800" name="T30"/>
                <a:gd fmla="*/ 250 h 408" name="T31"/>
                <a:gd fmla="*/ 0 w 800" name="T32"/>
                <a:gd fmla="*/ 140 h 408"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408" w="800">
                  <a:moveTo>
                    <a:pt x="0" y="140"/>
                  </a:moveTo>
                  <a:cubicBezTo>
                    <a:pt x="0" y="100"/>
                    <a:pt x="32" y="68"/>
                    <a:pt x="72" y="68"/>
                  </a:cubicBezTo>
                  <a:cubicBezTo>
                    <a:pt x="587" y="68"/>
                    <a:pt x="587" y="68"/>
                    <a:pt x="587" y="68"/>
                  </a:cubicBezTo>
                  <a:cubicBezTo>
                    <a:pt x="587" y="23"/>
                    <a:pt x="587" y="23"/>
                    <a:pt x="587" y="23"/>
                  </a:cubicBezTo>
                  <a:cubicBezTo>
                    <a:pt x="587" y="5"/>
                    <a:pt x="598" y="0"/>
                    <a:pt x="611" y="12"/>
                  </a:cubicBezTo>
                  <a:cubicBezTo>
                    <a:pt x="786" y="171"/>
                    <a:pt x="786" y="171"/>
                    <a:pt x="786" y="171"/>
                  </a:cubicBezTo>
                  <a:cubicBezTo>
                    <a:pt x="800" y="183"/>
                    <a:pt x="800" y="202"/>
                    <a:pt x="786" y="214"/>
                  </a:cubicBezTo>
                  <a:cubicBezTo>
                    <a:pt x="611" y="373"/>
                    <a:pt x="611" y="373"/>
                    <a:pt x="611" y="373"/>
                  </a:cubicBezTo>
                  <a:cubicBezTo>
                    <a:pt x="598" y="385"/>
                    <a:pt x="587" y="380"/>
                    <a:pt x="587" y="362"/>
                  </a:cubicBezTo>
                  <a:cubicBezTo>
                    <a:pt x="587" y="322"/>
                    <a:pt x="587" y="322"/>
                    <a:pt x="587" y="322"/>
                  </a:cubicBezTo>
                  <a:cubicBezTo>
                    <a:pt x="122" y="322"/>
                    <a:pt x="122" y="322"/>
                    <a:pt x="122" y="322"/>
                  </a:cubicBezTo>
                  <a:cubicBezTo>
                    <a:pt x="92" y="322"/>
                    <a:pt x="92" y="322"/>
                    <a:pt x="92" y="322"/>
                  </a:cubicBezTo>
                  <a:cubicBezTo>
                    <a:pt x="43" y="322"/>
                    <a:pt x="3" y="360"/>
                    <a:pt x="0" y="408"/>
                  </a:cubicBezTo>
                  <a:cubicBezTo>
                    <a:pt x="0" y="257"/>
                    <a:pt x="0" y="257"/>
                    <a:pt x="0" y="257"/>
                  </a:cubicBezTo>
                  <a:cubicBezTo>
                    <a:pt x="0" y="257"/>
                    <a:pt x="0" y="257"/>
                    <a:pt x="0" y="257"/>
                  </a:cubicBezTo>
                  <a:cubicBezTo>
                    <a:pt x="0" y="255"/>
                    <a:pt x="0" y="252"/>
                    <a:pt x="0" y="250"/>
                  </a:cubicBezTo>
                  <a:lnTo>
                    <a:pt x="0" y="140"/>
                  </a:lnTo>
                  <a:close/>
                </a:path>
              </a:pathLst>
            </a:custGeom>
            <a:solidFill>
              <a:schemeClr val="accent3">
                <a:lumMod val="75000"/>
              </a:schemeClr>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2" name="Freeform 3736"/>
            <p:cNvSpPr/>
            <p:nvPr/>
          </p:nvSpPr>
          <p:spPr bwMode="auto">
            <a:xfrm>
              <a:off x="6428745" y="1195294"/>
              <a:ext cx="2381016" cy="1213777"/>
            </a:xfrm>
            <a:custGeom>
              <a:avLst/>
              <a:gdLst>
                <a:gd fmla="*/ 0 w 800" name="T0"/>
                <a:gd fmla="*/ 140 h 408" name="T1"/>
                <a:gd fmla="*/ 72 w 800" name="T2"/>
                <a:gd fmla="*/ 68 h 408" name="T3"/>
                <a:gd fmla="*/ 587 w 800" name="T4"/>
                <a:gd fmla="*/ 68 h 408" name="T5"/>
                <a:gd fmla="*/ 587 w 800" name="T6"/>
                <a:gd fmla="*/ 23 h 408" name="T7"/>
                <a:gd fmla="*/ 611 w 800" name="T8"/>
                <a:gd fmla="*/ 12 h 408" name="T9"/>
                <a:gd fmla="*/ 786 w 800" name="T10"/>
                <a:gd fmla="*/ 171 h 408" name="T11"/>
                <a:gd fmla="*/ 786 w 800" name="T12"/>
                <a:gd fmla="*/ 214 h 408" name="T13"/>
                <a:gd fmla="*/ 611 w 800" name="T14"/>
                <a:gd fmla="*/ 373 h 408" name="T15"/>
                <a:gd fmla="*/ 587 w 800" name="T16"/>
                <a:gd fmla="*/ 362 h 408" name="T17"/>
                <a:gd fmla="*/ 587 w 800" name="T18"/>
                <a:gd fmla="*/ 322 h 408" name="T19"/>
                <a:gd fmla="*/ 122 w 800" name="T20"/>
                <a:gd fmla="*/ 322 h 408" name="T21"/>
                <a:gd fmla="*/ 92 w 800" name="T22"/>
                <a:gd fmla="*/ 322 h 408" name="T23"/>
                <a:gd fmla="*/ 0 w 800" name="T24"/>
                <a:gd fmla="*/ 408 h 408" name="T25"/>
                <a:gd fmla="*/ 0 w 800" name="T26"/>
                <a:gd fmla="*/ 257 h 408" name="T27"/>
                <a:gd fmla="*/ 0 w 800" name="T28"/>
                <a:gd fmla="*/ 257 h 408" name="T29"/>
                <a:gd fmla="*/ 0 w 800" name="T30"/>
                <a:gd fmla="*/ 250 h 408" name="T31"/>
                <a:gd fmla="*/ 0 w 800" name="T32"/>
                <a:gd fmla="*/ 140 h 408"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408" w="800">
                  <a:moveTo>
                    <a:pt x="0" y="140"/>
                  </a:moveTo>
                  <a:cubicBezTo>
                    <a:pt x="0" y="100"/>
                    <a:pt x="32" y="68"/>
                    <a:pt x="72" y="68"/>
                  </a:cubicBezTo>
                  <a:cubicBezTo>
                    <a:pt x="587" y="68"/>
                    <a:pt x="587" y="68"/>
                    <a:pt x="587" y="68"/>
                  </a:cubicBezTo>
                  <a:cubicBezTo>
                    <a:pt x="587" y="23"/>
                    <a:pt x="587" y="23"/>
                    <a:pt x="587" y="23"/>
                  </a:cubicBezTo>
                  <a:cubicBezTo>
                    <a:pt x="587" y="5"/>
                    <a:pt x="598" y="0"/>
                    <a:pt x="611" y="12"/>
                  </a:cubicBezTo>
                  <a:cubicBezTo>
                    <a:pt x="786" y="171"/>
                    <a:pt x="786" y="171"/>
                    <a:pt x="786" y="171"/>
                  </a:cubicBezTo>
                  <a:cubicBezTo>
                    <a:pt x="800" y="183"/>
                    <a:pt x="800" y="202"/>
                    <a:pt x="786" y="214"/>
                  </a:cubicBezTo>
                  <a:cubicBezTo>
                    <a:pt x="611" y="373"/>
                    <a:pt x="611" y="373"/>
                    <a:pt x="611" y="373"/>
                  </a:cubicBezTo>
                  <a:cubicBezTo>
                    <a:pt x="598" y="385"/>
                    <a:pt x="587" y="380"/>
                    <a:pt x="587" y="362"/>
                  </a:cubicBezTo>
                  <a:cubicBezTo>
                    <a:pt x="587" y="322"/>
                    <a:pt x="587" y="322"/>
                    <a:pt x="587" y="322"/>
                  </a:cubicBezTo>
                  <a:cubicBezTo>
                    <a:pt x="122" y="322"/>
                    <a:pt x="122" y="322"/>
                    <a:pt x="122" y="322"/>
                  </a:cubicBezTo>
                  <a:cubicBezTo>
                    <a:pt x="92" y="322"/>
                    <a:pt x="92" y="322"/>
                    <a:pt x="92" y="322"/>
                  </a:cubicBezTo>
                  <a:cubicBezTo>
                    <a:pt x="43" y="322"/>
                    <a:pt x="3" y="360"/>
                    <a:pt x="0" y="408"/>
                  </a:cubicBezTo>
                  <a:cubicBezTo>
                    <a:pt x="0" y="257"/>
                    <a:pt x="0" y="257"/>
                    <a:pt x="0" y="257"/>
                  </a:cubicBezTo>
                  <a:cubicBezTo>
                    <a:pt x="0" y="257"/>
                    <a:pt x="0" y="257"/>
                    <a:pt x="0" y="257"/>
                  </a:cubicBezTo>
                  <a:cubicBezTo>
                    <a:pt x="0" y="254"/>
                    <a:pt x="0" y="252"/>
                    <a:pt x="0" y="250"/>
                  </a:cubicBezTo>
                  <a:lnTo>
                    <a:pt x="0" y="140"/>
                  </a:lnTo>
                  <a:close/>
                </a:path>
              </a:pathLst>
            </a:custGeom>
            <a:solidFill>
              <a:schemeClr val="accent3"/>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96" name="组合 95"/>
          <p:cNvGrpSpPr/>
          <p:nvPr/>
        </p:nvGrpSpPr>
        <p:grpSpPr>
          <a:xfrm>
            <a:off x="6428747" y="2831757"/>
            <a:ext cx="3070292" cy="1601181"/>
            <a:chOff x="6428747" y="2097136"/>
            <a:chExt cx="3070292" cy="1601181"/>
          </a:xfrm>
        </p:grpSpPr>
        <p:sp>
          <p:nvSpPr>
            <p:cNvPr id="27" name="Freeform 3741"/>
            <p:cNvSpPr/>
            <p:nvPr/>
          </p:nvSpPr>
          <p:spPr bwMode="auto">
            <a:xfrm>
              <a:off x="6428747" y="2129840"/>
              <a:ext cx="3070292" cy="1568477"/>
            </a:xfrm>
            <a:custGeom>
              <a:avLst/>
              <a:gdLst>
                <a:gd fmla="*/ 0 w 1032" name="T0"/>
                <a:gd fmla="*/ 181 h 527" name="T1"/>
                <a:gd fmla="*/ 93 w 1032" name="T2"/>
                <a:gd fmla="*/ 88 h 527" name="T3"/>
                <a:gd fmla="*/ 757 w 1032" name="T4"/>
                <a:gd fmla="*/ 88 h 527" name="T5"/>
                <a:gd fmla="*/ 757 w 1032" name="T6"/>
                <a:gd fmla="*/ 30 h 527" name="T7"/>
                <a:gd fmla="*/ 788 w 1032" name="T8"/>
                <a:gd fmla="*/ 16 h 527" name="T9"/>
                <a:gd fmla="*/ 1014 w 1032" name="T10"/>
                <a:gd fmla="*/ 221 h 527" name="T11"/>
                <a:gd fmla="*/ 1014 w 1032" name="T12"/>
                <a:gd fmla="*/ 277 h 527" name="T13"/>
                <a:gd fmla="*/ 788 w 1032" name="T14"/>
                <a:gd fmla="*/ 482 h 527" name="T15"/>
                <a:gd fmla="*/ 757 w 1032" name="T16"/>
                <a:gd fmla="*/ 468 h 527" name="T17"/>
                <a:gd fmla="*/ 757 w 1032" name="T18"/>
                <a:gd fmla="*/ 416 h 527" name="T19"/>
                <a:gd fmla="*/ 157 w 1032" name="T20"/>
                <a:gd fmla="*/ 416 h 527" name="T21"/>
                <a:gd fmla="*/ 119 w 1032" name="T22"/>
                <a:gd fmla="*/ 416 h 527" name="T23"/>
                <a:gd fmla="*/ 0 w 1032" name="T24"/>
                <a:gd fmla="*/ 527 h 527" name="T25"/>
                <a:gd fmla="*/ 0 w 1032" name="T26"/>
                <a:gd fmla="*/ 332 h 527" name="T27"/>
                <a:gd fmla="*/ 1 w 1032" name="T28"/>
                <a:gd fmla="*/ 332 h 527" name="T29"/>
                <a:gd fmla="*/ 0 w 1032" name="T30"/>
                <a:gd fmla="*/ 323 h 527" name="T31"/>
                <a:gd fmla="*/ 0 w 1032" name="T32"/>
                <a:gd fmla="*/ 181 h 527"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527" w="1032">
                  <a:moveTo>
                    <a:pt x="0" y="181"/>
                  </a:moveTo>
                  <a:cubicBezTo>
                    <a:pt x="0" y="130"/>
                    <a:pt x="42" y="88"/>
                    <a:pt x="93" y="88"/>
                  </a:cubicBezTo>
                  <a:cubicBezTo>
                    <a:pt x="757" y="88"/>
                    <a:pt x="757" y="88"/>
                    <a:pt x="757" y="88"/>
                  </a:cubicBezTo>
                  <a:cubicBezTo>
                    <a:pt x="757" y="30"/>
                    <a:pt x="757" y="30"/>
                    <a:pt x="757" y="30"/>
                  </a:cubicBezTo>
                  <a:cubicBezTo>
                    <a:pt x="757" y="7"/>
                    <a:pt x="771" y="0"/>
                    <a:pt x="788" y="16"/>
                  </a:cubicBezTo>
                  <a:cubicBezTo>
                    <a:pt x="1014" y="221"/>
                    <a:pt x="1014" y="221"/>
                    <a:pt x="1014" y="221"/>
                  </a:cubicBezTo>
                  <a:cubicBezTo>
                    <a:pt x="1032" y="236"/>
                    <a:pt x="1032" y="261"/>
                    <a:pt x="1014" y="277"/>
                  </a:cubicBezTo>
                  <a:cubicBezTo>
                    <a:pt x="788" y="482"/>
                    <a:pt x="788" y="482"/>
                    <a:pt x="788" y="482"/>
                  </a:cubicBezTo>
                  <a:cubicBezTo>
                    <a:pt x="771" y="497"/>
                    <a:pt x="757" y="491"/>
                    <a:pt x="757" y="468"/>
                  </a:cubicBezTo>
                  <a:cubicBezTo>
                    <a:pt x="757" y="416"/>
                    <a:pt x="757" y="416"/>
                    <a:pt x="757" y="416"/>
                  </a:cubicBezTo>
                  <a:cubicBezTo>
                    <a:pt x="157" y="416"/>
                    <a:pt x="157" y="416"/>
                    <a:pt x="157" y="416"/>
                  </a:cubicBezTo>
                  <a:cubicBezTo>
                    <a:pt x="119" y="416"/>
                    <a:pt x="119" y="416"/>
                    <a:pt x="119" y="416"/>
                  </a:cubicBezTo>
                  <a:cubicBezTo>
                    <a:pt x="56" y="416"/>
                    <a:pt x="4" y="465"/>
                    <a:pt x="0" y="527"/>
                  </a:cubicBezTo>
                  <a:cubicBezTo>
                    <a:pt x="0" y="332"/>
                    <a:pt x="0" y="332"/>
                    <a:pt x="0" y="332"/>
                  </a:cubicBezTo>
                  <a:cubicBezTo>
                    <a:pt x="1" y="332"/>
                    <a:pt x="1" y="332"/>
                    <a:pt x="1" y="332"/>
                  </a:cubicBezTo>
                  <a:cubicBezTo>
                    <a:pt x="0" y="329"/>
                    <a:pt x="0" y="326"/>
                    <a:pt x="0" y="323"/>
                  </a:cubicBezTo>
                  <a:lnTo>
                    <a:pt x="0" y="181"/>
                  </a:lnTo>
                  <a:close/>
                </a:path>
              </a:pathLst>
            </a:custGeom>
            <a:solidFill>
              <a:schemeClr val="accent1">
                <a:lumMod val="75000"/>
              </a:schemeClr>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28" name="Freeform 3742"/>
            <p:cNvSpPr/>
            <p:nvPr/>
          </p:nvSpPr>
          <p:spPr bwMode="auto">
            <a:xfrm>
              <a:off x="6428747" y="2097136"/>
              <a:ext cx="3070292" cy="1565963"/>
            </a:xfrm>
            <a:custGeom>
              <a:avLst/>
              <a:gdLst>
                <a:gd fmla="*/ 0 w 1032" name="T0"/>
                <a:gd fmla="*/ 180 h 526" name="T1"/>
                <a:gd fmla="*/ 93 w 1032" name="T2"/>
                <a:gd fmla="*/ 87 h 526" name="T3"/>
                <a:gd fmla="*/ 757 w 1032" name="T4"/>
                <a:gd fmla="*/ 87 h 526" name="T5"/>
                <a:gd fmla="*/ 757 w 1032" name="T6"/>
                <a:gd fmla="*/ 29 h 526" name="T7"/>
                <a:gd fmla="*/ 788 w 1032" name="T8"/>
                <a:gd fmla="*/ 15 h 526" name="T9"/>
                <a:gd fmla="*/ 1014 w 1032" name="T10"/>
                <a:gd fmla="*/ 220 h 526" name="T11"/>
                <a:gd fmla="*/ 1014 w 1032" name="T12"/>
                <a:gd fmla="*/ 276 h 526" name="T13"/>
                <a:gd fmla="*/ 788 w 1032" name="T14"/>
                <a:gd fmla="*/ 481 h 526" name="T15"/>
                <a:gd fmla="*/ 757 w 1032" name="T16"/>
                <a:gd fmla="*/ 467 h 526" name="T17"/>
                <a:gd fmla="*/ 757 w 1032" name="T18"/>
                <a:gd fmla="*/ 415 h 526" name="T19"/>
                <a:gd fmla="*/ 157 w 1032" name="T20"/>
                <a:gd fmla="*/ 415 h 526" name="T21"/>
                <a:gd fmla="*/ 119 w 1032" name="T22"/>
                <a:gd fmla="*/ 415 h 526" name="T23"/>
                <a:gd fmla="*/ 0 w 1032" name="T24"/>
                <a:gd fmla="*/ 526 h 526" name="T25"/>
                <a:gd fmla="*/ 0 w 1032" name="T26"/>
                <a:gd fmla="*/ 331 h 526" name="T27"/>
                <a:gd fmla="*/ 1 w 1032" name="T28"/>
                <a:gd fmla="*/ 331 h 526" name="T29"/>
                <a:gd fmla="*/ 0 w 1032" name="T30"/>
                <a:gd fmla="*/ 322 h 526" name="T31"/>
                <a:gd fmla="*/ 0 w 1032" name="T32"/>
                <a:gd fmla="*/ 180 h 526" name="T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b="b" l="0" r="r" t="0"/>
              <a:pathLst>
                <a:path h="526" w="1032">
                  <a:moveTo>
                    <a:pt x="0" y="180"/>
                  </a:moveTo>
                  <a:cubicBezTo>
                    <a:pt x="0" y="129"/>
                    <a:pt x="42" y="87"/>
                    <a:pt x="93" y="87"/>
                  </a:cubicBezTo>
                  <a:cubicBezTo>
                    <a:pt x="757" y="87"/>
                    <a:pt x="757" y="87"/>
                    <a:pt x="757" y="87"/>
                  </a:cubicBezTo>
                  <a:cubicBezTo>
                    <a:pt x="757" y="29"/>
                    <a:pt x="757" y="29"/>
                    <a:pt x="757" y="29"/>
                  </a:cubicBezTo>
                  <a:cubicBezTo>
                    <a:pt x="757" y="6"/>
                    <a:pt x="771" y="0"/>
                    <a:pt x="788" y="15"/>
                  </a:cubicBezTo>
                  <a:cubicBezTo>
                    <a:pt x="1014" y="220"/>
                    <a:pt x="1014" y="220"/>
                    <a:pt x="1014" y="220"/>
                  </a:cubicBezTo>
                  <a:cubicBezTo>
                    <a:pt x="1032" y="235"/>
                    <a:pt x="1032" y="261"/>
                    <a:pt x="1014" y="276"/>
                  </a:cubicBezTo>
                  <a:cubicBezTo>
                    <a:pt x="788" y="481"/>
                    <a:pt x="788" y="481"/>
                    <a:pt x="788" y="481"/>
                  </a:cubicBezTo>
                  <a:cubicBezTo>
                    <a:pt x="771" y="496"/>
                    <a:pt x="757" y="490"/>
                    <a:pt x="757" y="467"/>
                  </a:cubicBezTo>
                  <a:cubicBezTo>
                    <a:pt x="757" y="415"/>
                    <a:pt x="757" y="415"/>
                    <a:pt x="757" y="415"/>
                  </a:cubicBezTo>
                  <a:cubicBezTo>
                    <a:pt x="157" y="415"/>
                    <a:pt x="157" y="415"/>
                    <a:pt x="157" y="415"/>
                  </a:cubicBezTo>
                  <a:cubicBezTo>
                    <a:pt x="119" y="415"/>
                    <a:pt x="119" y="415"/>
                    <a:pt x="119" y="415"/>
                  </a:cubicBezTo>
                  <a:cubicBezTo>
                    <a:pt x="56" y="415"/>
                    <a:pt x="4" y="464"/>
                    <a:pt x="0" y="526"/>
                  </a:cubicBezTo>
                  <a:cubicBezTo>
                    <a:pt x="0" y="331"/>
                    <a:pt x="0" y="331"/>
                    <a:pt x="0" y="331"/>
                  </a:cubicBezTo>
                  <a:cubicBezTo>
                    <a:pt x="1" y="331"/>
                    <a:pt x="1" y="331"/>
                    <a:pt x="1" y="331"/>
                  </a:cubicBezTo>
                  <a:cubicBezTo>
                    <a:pt x="0" y="328"/>
                    <a:pt x="0" y="325"/>
                    <a:pt x="0" y="322"/>
                  </a:cubicBezTo>
                  <a:lnTo>
                    <a:pt x="0" y="180"/>
                  </a:lnTo>
                  <a:close/>
                </a:path>
              </a:pathLst>
            </a:custGeom>
            <a:solidFill>
              <a:schemeClr val="accent1"/>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102" name="组合 101"/>
          <p:cNvGrpSpPr/>
          <p:nvPr/>
        </p:nvGrpSpPr>
        <p:grpSpPr>
          <a:xfrm>
            <a:off x="4261556" y="2688368"/>
            <a:ext cx="586135" cy="586135"/>
            <a:chOff x="4261556" y="2688368"/>
            <a:chExt cx="586135" cy="586135"/>
          </a:xfrm>
        </p:grpSpPr>
        <p:sp>
          <p:nvSpPr>
            <p:cNvPr id="11" name="Oval 3725"/>
            <p:cNvSpPr>
              <a:spLocks noChangeArrowheads="1"/>
            </p:cNvSpPr>
            <p:nvPr/>
          </p:nvSpPr>
          <p:spPr bwMode="auto">
            <a:xfrm>
              <a:off x="4261556" y="2688368"/>
              <a:ext cx="586135" cy="586135"/>
            </a:xfrm>
            <a:prstGeom prst="ellipse">
              <a:avLst/>
            </a:prstGeom>
            <a:solidFill>
              <a:schemeClr val="bg1"/>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nvGrpSpPr>
            <p:cNvPr id="74" name="组合 73"/>
            <p:cNvGrpSpPr/>
            <p:nvPr/>
          </p:nvGrpSpPr>
          <p:grpSpPr>
            <a:xfrm>
              <a:off x="4392367" y="2733020"/>
              <a:ext cx="324513" cy="496831"/>
              <a:chOff x="4383563" y="2507028"/>
              <a:chExt cx="324513" cy="496831"/>
            </a:xfrm>
          </p:grpSpPr>
          <p:sp>
            <p:nvSpPr>
              <p:cNvPr id="30" name="Oval 3744"/>
              <p:cNvSpPr>
                <a:spLocks noChangeArrowheads="1"/>
              </p:cNvSpPr>
              <p:nvPr/>
            </p:nvSpPr>
            <p:spPr bwMode="auto">
              <a:xfrm>
                <a:off x="4529467" y="2714566"/>
                <a:ext cx="56601" cy="60374"/>
              </a:xfrm>
              <a:prstGeom prst="ellipse">
                <a:avLst/>
              </a:prstGeom>
              <a:solidFill>
                <a:schemeClr val="accent4"/>
              </a:solidFill>
              <a:ln>
                <a:noFill/>
              </a:ln>
            </p:spPr>
            <p:txBody>
              <a:bodyPr anchor="t" anchorCtr="0" bIns="48216" compatLnSpc="1" lIns="96430" numCol="1" rIns="96430" tIns="48216" vert="horz" wrap="square">
                <a:normAutofit fontScale="25000" lnSpcReduction="2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1" name="Oval 3745"/>
              <p:cNvSpPr>
                <a:spLocks noChangeArrowheads="1"/>
              </p:cNvSpPr>
              <p:nvPr/>
            </p:nvSpPr>
            <p:spPr bwMode="auto">
              <a:xfrm>
                <a:off x="4518146" y="2598847"/>
                <a:ext cx="41508" cy="41508"/>
              </a:xfrm>
              <a:prstGeom prst="ellipse">
                <a:avLst/>
              </a:prstGeom>
              <a:solidFill>
                <a:schemeClr val="accent4"/>
              </a:solidFill>
              <a:ln>
                <a:noFill/>
              </a:ln>
            </p:spPr>
            <p:txBody>
              <a:bodyPr anchor="t" anchorCtr="0" bIns="48216" compatLnSpc="1" lIns="96430" numCol="1" rIns="96430" tIns="48216" vert="horz" wrap="square">
                <a:normAutofit fontScale="25000" lnSpcReduction="2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2" name="Oval 3746"/>
              <p:cNvSpPr>
                <a:spLocks noChangeArrowheads="1"/>
              </p:cNvSpPr>
              <p:nvPr/>
            </p:nvSpPr>
            <p:spPr bwMode="auto">
              <a:xfrm>
                <a:off x="4538272" y="2522121"/>
                <a:ext cx="23899" cy="23899"/>
              </a:xfrm>
              <a:prstGeom prst="ellipse">
                <a:avLst/>
              </a:prstGeom>
              <a:solidFill>
                <a:schemeClr val="accent4"/>
              </a:solidFill>
              <a:ln>
                <a:noFill/>
              </a:ln>
            </p:spPr>
            <p:txBody>
              <a:bodyPr anchor="t" anchorCtr="0" bIns="48216" compatLnSpc="1" lIns="96430" numCol="1" rIns="96430" tIns="48216" vert="horz" wrap="square">
                <a:normAutofit fontScale="25000" lnSpcReduction="2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33" name="Freeform 3747"/>
              <p:cNvSpPr>
                <a:spLocks noEditPoints="1"/>
              </p:cNvSpPr>
              <p:nvPr/>
            </p:nvSpPr>
            <p:spPr bwMode="auto">
              <a:xfrm>
                <a:off x="4383563" y="2507028"/>
                <a:ext cx="324513" cy="496831"/>
              </a:xfrm>
              <a:custGeom>
                <a:avLst/>
                <a:gdLst>
                  <a:gd fmla="*/ 75 w 109" name="T0"/>
                  <a:gd fmla="*/ 61 h 167" name="T1"/>
                  <a:gd fmla="*/ 75 w 109" name="T2"/>
                  <a:gd fmla="*/ 10 h 167" name="T3"/>
                  <a:gd fmla="*/ 75 w 109" name="T4"/>
                  <a:gd fmla="*/ 10 h 167" name="T5"/>
                  <a:gd fmla="*/ 76 w 109" name="T6"/>
                  <a:gd fmla="*/ 9 h 167" name="T7"/>
                  <a:gd fmla="*/ 76 w 109" name="T8"/>
                  <a:gd fmla="*/ 1 h 167" name="T9"/>
                  <a:gd fmla="*/ 75 w 109" name="T10"/>
                  <a:gd fmla="*/ 0 h 167" name="T11"/>
                  <a:gd fmla="*/ 74 w 109" name="T12"/>
                  <a:gd fmla="*/ 0 h 167" name="T13"/>
                  <a:gd fmla="*/ 35 w 109" name="T14"/>
                  <a:gd fmla="*/ 0 h 167" name="T15"/>
                  <a:gd fmla="*/ 34 w 109" name="T16"/>
                  <a:gd fmla="*/ 0 h 167" name="T17"/>
                  <a:gd fmla="*/ 33 w 109" name="T18"/>
                  <a:gd fmla="*/ 1 h 167" name="T19"/>
                  <a:gd fmla="*/ 33 w 109" name="T20"/>
                  <a:gd fmla="*/ 9 h 167" name="T21"/>
                  <a:gd fmla="*/ 34 w 109" name="T22"/>
                  <a:gd fmla="*/ 10 h 167" name="T23"/>
                  <a:gd fmla="*/ 35 w 109" name="T24"/>
                  <a:gd fmla="*/ 10 h 167" name="T25"/>
                  <a:gd fmla="*/ 35 w 109" name="T26"/>
                  <a:gd fmla="*/ 61 h 167" name="T27"/>
                  <a:gd fmla="*/ 0 w 109" name="T28"/>
                  <a:gd fmla="*/ 112 h 167" name="T29"/>
                  <a:gd fmla="*/ 55 w 109" name="T30"/>
                  <a:gd fmla="*/ 167 h 167" name="T31"/>
                  <a:gd fmla="*/ 109 w 109" name="T32"/>
                  <a:gd fmla="*/ 112 h 167" name="T33"/>
                  <a:gd fmla="*/ 75 w 109" name="T34"/>
                  <a:gd fmla="*/ 61 h 167" name="T35"/>
                  <a:gd fmla="*/ 42 w 109" name="T36"/>
                  <a:gd fmla="*/ 138 h 167" name="T37"/>
                  <a:gd fmla="*/ 35 w 109" name="T38"/>
                  <a:gd fmla="*/ 131 h 167" name="T39"/>
                  <a:gd fmla="*/ 42 w 109" name="T40"/>
                  <a:gd fmla="*/ 124 h 167" name="T41"/>
                  <a:gd fmla="*/ 49 w 109" name="T42"/>
                  <a:gd fmla="*/ 131 h 167" name="T43"/>
                  <a:gd fmla="*/ 42 w 109" name="T44"/>
                  <a:gd fmla="*/ 138 h 167" name="T45"/>
                  <a:gd fmla="*/ 47 w 109" name="T46"/>
                  <a:gd fmla="*/ 108 h 167" name="T47"/>
                  <a:gd fmla="*/ 51 w 109" name="T48"/>
                  <a:gd fmla="*/ 104 h 167" name="T49"/>
                  <a:gd fmla="*/ 55 w 109" name="T50"/>
                  <a:gd fmla="*/ 108 h 167" name="T51"/>
                  <a:gd fmla="*/ 51 w 109" name="T52"/>
                  <a:gd fmla="*/ 112 h 167" name="T53"/>
                  <a:gd fmla="*/ 47 w 109" name="T54"/>
                  <a:gd fmla="*/ 108 h 167" name="T55"/>
                  <a:gd fmla="*/ 59 w 109" name="T56"/>
                  <a:gd fmla="*/ 155 h 167" name="T57"/>
                  <a:gd fmla="*/ 52 w 109" name="T58"/>
                  <a:gd fmla="*/ 148 h 167" name="T59"/>
                  <a:gd fmla="*/ 59 w 109" name="T60"/>
                  <a:gd fmla="*/ 141 h 167" name="T61"/>
                  <a:gd fmla="*/ 66 w 109" name="T62"/>
                  <a:gd fmla="*/ 148 h 167" name="T63"/>
                  <a:gd fmla="*/ 59 w 109" name="T64"/>
                  <a:gd fmla="*/ 155 h 167" name="T65"/>
                  <a:gd fmla="*/ 70 w 109" name="T66"/>
                  <a:gd fmla="*/ 110 h 167" name="T67"/>
                  <a:gd fmla="*/ 66 w 109" name="T68"/>
                  <a:gd fmla="*/ 106 h 167" name="T69"/>
                  <a:gd fmla="*/ 70 w 109" name="T70"/>
                  <a:gd fmla="*/ 102 h 167" name="T71"/>
                  <a:gd fmla="*/ 74 w 109" name="T72"/>
                  <a:gd fmla="*/ 106 h 167" name="T73"/>
                  <a:gd fmla="*/ 70 w 109" name="T74"/>
                  <a:gd fmla="*/ 110 h 167" name="T75"/>
                  <a:gd fmla="*/ 9 w 109" name="T76"/>
                  <a:gd fmla="*/ 97 h 167" name="T77"/>
                  <a:gd fmla="*/ 41 w 109" name="T78"/>
                  <a:gd fmla="*/ 66 h 167" name="T79"/>
                  <a:gd fmla="*/ 41 w 109" name="T80"/>
                  <a:gd fmla="*/ 5 h 167" name="T81"/>
                  <a:gd fmla="*/ 42 w 109" name="T82"/>
                  <a:gd fmla="*/ 5 h 167" name="T83"/>
                  <a:gd fmla="*/ 68 w 109" name="T84"/>
                  <a:gd fmla="*/ 5 h 167" name="T85"/>
                  <a:gd fmla="*/ 68 w 109" name="T86"/>
                  <a:gd fmla="*/ 5 h 167" name="T87"/>
                  <a:gd fmla="*/ 68 w 109" name="T88"/>
                  <a:gd fmla="*/ 66 h 167" name="T89"/>
                  <a:gd fmla="*/ 100 w 109" name="T90"/>
                  <a:gd fmla="*/ 97 h 167" name="T91"/>
                  <a:gd fmla="*/ 9 w 109" name="T92"/>
                  <a:gd fmla="*/ 97 h 167" name="T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b="b" l="0" r="r" t="0"/>
                <a:pathLst>
                  <a:path h="167" w="109">
                    <a:moveTo>
                      <a:pt x="75" y="61"/>
                    </a:moveTo>
                    <a:cubicBezTo>
                      <a:pt x="75" y="10"/>
                      <a:pt x="75" y="10"/>
                      <a:pt x="75" y="10"/>
                    </a:cubicBezTo>
                    <a:cubicBezTo>
                      <a:pt x="75" y="10"/>
                      <a:pt x="75" y="10"/>
                      <a:pt x="75" y="10"/>
                    </a:cubicBezTo>
                    <a:cubicBezTo>
                      <a:pt x="76" y="10"/>
                      <a:pt x="76" y="10"/>
                      <a:pt x="76" y="9"/>
                    </a:cubicBezTo>
                    <a:cubicBezTo>
                      <a:pt x="76" y="1"/>
                      <a:pt x="76" y="1"/>
                      <a:pt x="76" y="1"/>
                    </a:cubicBezTo>
                    <a:cubicBezTo>
                      <a:pt x="76" y="0"/>
                      <a:pt x="76" y="0"/>
                      <a:pt x="75" y="0"/>
                    </a:cubicBezTo>
                    <a:cubicBezTo>
                      <a:pt x="74" y="0"/>
                      <a:pt x="74" y="0"/>
                      <a:pt x="74" y="0"/>
                    </a:cubicBezTo>
                    <a:cubicBezTo>
                      <a:pt x="35" y="0"/>
                      <a:pt x="35" y="0"/>
                      <a:pt x="35" y="0"/>
                    </a:cubicBezTo>
                    <a:cubicBezTo>
                      <a:pt x="34" y="0"/>
                      <a:pt x="34" y="0"/>
                      <a:pt x="34" y="0"/>
                    </a:cubicBezTo>
                    <a:cubicBezTo>
                      <a:pt x="34" y="0"/>
                      <a:pt x="33" y="0"/>
                      <a:pt x="33" y="1"/>
                    </a:cubicBezTo>
                    <a:cubicBezTo>
                      <a:pt x="33" y="9"/>
                      <a:pt x="33" y="9"/>
                      <a:pt x="33" y="9"/>
                    </a:cubicBezTo>
                    <a:cubicBezTo>
                      <a:pt x="33" y="10"/>
                      <a:pt x="34" y="10"/>
                      <a:pt x="34" y="10"/>
                    </a:cubicBezTo>
                    <a:cubicBezTo>
                      <a:pt x="35" y="10"/>
                      <a:pt x="35" y="10"/>
                      <a:pt x="35" y="10"/>
                    </a:cubicBezTo>
                    <a:cubicBezTo>
                      <a:pt x="35" y="61"/>
                      <a:pt x="35" y="61"/>
                      <a:pt x="35" y="61"/>
                    </a:cubicBezTo>
                    <a:cubicBezTo>
                      <a:pt x="15" y="69"/>
                      <a:pt x="0" y="89"/>
                      <a:pt x="0" y="112"/>
                    </a:cubicBezTo>
                    <a:cubicBezTo>
                      <a:pt x="0" y="142"/>
                      <a:pt x="25" y="167"/>
                      <a:pt x="55" y="167"/>
                    </a:cubicBezTo>
                    <a:cubicBezTo>
                      <a:pt x="85" y="167"/>
                      <a:pt x="109" y="142"/>
                      <a:pt x="109" y="112"/>
                    </a:cubicBezTo>
                    <a:cubicBezTo>
                      <a:pt x="109" y="89"/>
                      <a:pt x="95" y="69"/>
                      <a:pt x="75" y="61"/>
                    </a:cubicBezTo>
                    <a:close/>
                    <a:moveTo>
                      <a:pt x="42" y="138"/>
                    </a:moveTo>
                    <a:cubicBezTo>
                      <a:pt x="38" y="138"/>
                      <a:pt x="35" y="135"/>
                      <a:pt x="35" y="131"/>
                    </a:cubicBezTo>
                    <a:cubicBezTo>
                      <a:pt x="35" y="127"/>
                      <a:pt x="38" y="124"/>
                      <a:pt x="42" y="124"/>
                    </a:cubicBezTo>
                    <a:cubicBezTo>
                      <a:pt x="46" y="124"/>
                      <a:pt x="49" y="127"/>
                      <a:pt x="49" y="131"/>
                    </a:cubicBezTo>
                    <a:cubicBezTo>
                      <a:pt x="49" y="135"/>
                      <a:pt x="46" y="138"/>
                      <a:pt x="42" y="138"/>
                    </a:cubicBezTo>
                    <a:close/>
                    <a:moveTo>
                      <a:pt x="47" y="108"/>
                    </a:moveTo>
                    <a:cubicBezTo>
                      <a:pt x="47" y="106"/>
                      <a:pt x="48" y="104"/>
                      <a:pt x="51" y="104"/>
                    </a:cubicBezTo>
                    <a:cubicBezTo>
                      <a:pt x="53" y="104"/>
                      <a:pt x="55" y="106"/>
                      <a:pt x="55" y="108"/>
                    </a:cubicBezTo>
                    <a:cubicBezTo>
                      <a:pt x="55" y="110"/>
                      <a:pt x="53" y="112"/>
                      <a:pt x="51" y="112"/>
                    </a:cubicBezTo>
                    <a:cubicBezTo>
                      <a:pt x="48" y="112"/>
                      <a:pt x="47" y="110"/>
                      <a:pt x="47" y="108"/>
                    </a:cubicBezTo>
                    <a:close/>
                    <a:moveTo>
                      <a:pt x="59" y="155"/>
                    </a:moveTo>
                    <a:cubicBezTo>
                      <a:pt x="55" y="155"/>
                      <a:pt x="52" y="151"/>
                      <a:pt x="52" y="148"/>
                    </a:cubicBezTo>
                    <a:cubicBezTo>
                      <a:pt x="52" y="144"/>
                      <a:pt x="55" y="141"/>
                      <a:pt x="59" y="141"/>
                    </a:cubicBezTo>
                    <a:cubicBezTo>
                      <a:pt x="63" y="141"/>
                      <a:pt x="66" y="144"/>
                      <a:pt x="66" y="148"/>
                    </a:cubicBezTo>
                    <a:cubicBezTo>
                      <a:pt x="66" y="151"/>
                      <a:pt x="63" y="155"/>
                      <a:pt x="59" y="155"/>
                    </a:cubicBezTo>
                    <a:close/>
                    <a:moveTo>
                      <a:pt x="70" y="110"/>
                    </a:moveTo>
                    <a:cubicBezTo>
                      <a:pt x="68" y="110"/>
                      <a:pt x="66" y="108"/>
                      <a:pt x="66" y="106"/>
                    </a:cubicBezTo>
                    <a:cubicBezTo>
                      <a:pt x="66" y="104"/>
                      <a:pt x="68" y="102"/>
                      <a:pt x="70" y="102"/>
                    </a:cubicBezTo>
                    <a:cubicBezTo>
                      <a:pt x="72" y="102"/>
                      <a:pt x="74" y="104"/>
                      <a:pt x="74" y="106"/>
                    </a:cubicBezTo>
                    <a:cubicBezTo>
                      <a:pt x="74" y="108"/>
                      <a:pt x="72" y="110"/>
                      <a:pt x="70" y="110"/>
                    </a:cubicBezTo>
                    <a:close/>
                    <a:moveTo>
                      <a:pt x="9" y="97"/>
                    </a:moveTo>
                    <a:cubicBezTo>
                      <a:pt x="14" y="82"/>
                      <a:pt x="26" y="70"/>
                      <a:pt x="41" y="66"/>
                    </a:cubicBezTo>
                    <a:cubicBezTo>
                      <a:pt x="41" y="5"/>
                      <a:pt x="41" y="5"/>
                      <a:pt x="41" y="5"/>
                    </a:cubicBezTo>
                    <a:cubicBezTo>
                      <a:pt x="41" y="5"/>
                      <a:pt x="41" y="5"/>
                      <a:pt x="42" y="5"/>
                    </a:cubicBezTo>
                    <a:cubicBezTo>
                      <a:pt x="68" y="5"/>
                      <a:pt x="68" y="5"/>
                      <a:pt x="68" y="5"/>
                    </a:cubicBezTo>
                    <a:cubicBezTo>
                      <a:pt x="68" y="5"/>
                      <a:pt x="68" y="5"/>
                      <a:pt x="68" y="5"/>
                    </a:cubicBezTo>
                    <a:cubicBezTo>
                      <a:pt x="68" y="66"/>
                      <a:pt x="68" y="66"/>
                      <a:pt x="68" y="66"/>
                    </a:cubicBezTo>
                    <a:cubicBezTo>
                      <a:pt x="83" y="70"/>
                      <a:pt x="95" y="82"/>
                      <a:pt x="100" y="97"/>
                    </a:cubicBezTo>
                    <a:lnTo>
                      <a:pt x="9" y="97"/>
                    </a:lnTo>
                    <a:close/>
                  </a:path>
                </a:pathLst>
              </a:custGeom>
              <a:solidFill>
                <a:schemeClr val="accent4"/>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grpSp>
        <p:nvGrpSpPr>
          <p:cNvPr id="103" name="组合 102"/>
          <p:cNvGrpSpPr/>
          <p:nvPr/>
        </p:nvGrpSpPr>
        <p:grpSpPr>
          <a:xfrm>
            <a:off x="8008544" y="2224241"/>
            <a:ext cx="589908" cy="586135"/>
            <a:chOff x="8008544" y="2224241"/>
            <a:chExt cx="589908" cy="586135"/>
          </a:xfrm>
        </p:grpSpPr>
        <p:sp>
          <p:nvSpPr>
            <p:cNvPr id="23" name="Oval 3737"/>
            <p:cNvSpPr>
              <a:spLocks noChangeArrowheads="1"/>
            </p:cNvSpPr>
            <p:nvPr/>
          </p:nvSpPr>
          <p:spPr bwMode="auto">
            <a:xfrm>
              <a:off x="8008544" y="2224241"/>
              <a:ext cx="589908" cy="586135"/>
            </a:xfrm>
            <a:prstGeom prst="ellipse">
              <a:avLst/>
            </a:prstGeom>
            <a:solidFill>
              <a:schemeClr val="bg1"/>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1" name="Freeform 3765"/>
            <p:cNvSpPr>
              <a:spLocks noEditPoints="1"/>
            </p:cNvSpPr>
            <p:nvPr/>
          </p:nvSpPr>
          <p:spPr bwMode="auto">
            <a:xfrm>
              <a:off x="8208534" y="2244994"/>
              <a:ext cx="189928" cy="544628"/>
            </a:xfrm>
            <a:custGeom>
              <a:avLst/>
              <a:gdLst>
                <a:gd fmla="*/ 32 w 64" name="T0"/>
                <a:gd fmla="*/ 28 h 183" name="T1"/>
                <a:gd fmla="*/ 46 w 64" name="T2"/>
                <a:gd fmla="*/ 14 h 183" name="T3"/>
                <a:gd fmla="*/ 32 w 64" name="T4"/>
                <a:gd fmla="*/ 0 h 183" name="T5"/>
                <a:gd fmla="*/ 19 w 64" name="T6"/>
                <a:gd fmla="*/ 14 h 183" name="T7"/>
                <a:gd fmla="*/ 32 w 64" name="T8"/>
                <a:gd fmla="*/ 28 h 183" name="T9"/>
                <a:gd fmla="*/ 64 w 64" name="T10"/>
                <a:gd fmla="*/ 45 h 183" name="T11"/>
                <a:gd fmla="*/ 51 w 64" name="T12"/>
                <a:gd fmla="*/ 33 h 183" name="T13"/>
                <a:gd fmla="*/ 13 w 64" name="T14"/>
                <a:gd fmla="*/ 33 h 183" name="T15"/>
                <a:gd fmla="*/ 0 w 64" name="T16"/>
                <a:gd fmla="*/ 45 h 183" name="T17"/>
                <a:gd fmla="*/ 0 w 64" name="T18"/>
                <a:gd fmla="*/ 96 h 183" name="T19"/>
                <a:gd fmla="*/ 5 w 64" name="T20"/>
                <a:gd fmla="*/ 102 h 183" name="T21"/>
                <a:gd fmla="*/ 11 w 64" name="T22"/>
                <a:gd fmla="*/ 96 h 183" name="T23"/>
                <a:gd fmla="*/ 11 w 64" name="T24"/>
                <a:gd fmla="*/ 50 h 183" name="T25"/>
                <a:gd fmla="*/ 13 w 64" name="T26"/>
                <a:gd fmla="*/ 50 h 183" name="T27"/>
                <a:gd fmla="*/ 13 w 64" name="T28"/>
                <a:gd fmla="*/ 174 h 183" name="T29"/>
                <a:gd fmla="*/ 22 w 64" name="T30"/>
                <a:gd fmla="*/ 183 h 183" name="T31"/>
                <a:gd fmla="*/ 30 w 64" name="T32"/>
                <a:gd fmla="*/ 174 h 183" name="T33"/>
                <a:gd fmla="*/ 30 w 64" name="T34"/>
                <a:gd fmla="*/ 106 h 183" name="T35"/>
                <a:gd fmla="*/ 34 w 64" name="T36"/>
                <a:gd fmla="*/ 106 h 183" name="T37"/>
                <a:gd fmla="*/ 34 w 64" name="T38"/>
                <a:gd fmla="*/ 174 h 183" name="T39"/>
                <a:gd fmla="*/ 43 w 64" name="T40"/>
                <a:gd fmla="*/ 183 h 183" name="T41"/>
                <a:gd fmla="*/ 51 w 64" name="T42"/>
                <a:gd fmla="*/ 174 h 183" name="T43"/>
                <a:gd fmla="*/ 51 w 64" name="T44"/>
                <a:gd fmla="*/ 50 h 183" name="T45"/>
                <a:gd fmla="*/ 53 w 64" name="T46"/>
                <a:gd fmla="*/ 50 h 183" name="T47"/>
                <a:gd fmla="*/ 53 w 64" name="T48"/>
                <a:gd fmla="*/ 96 h 183" name="T49"/>
                <a:gd fmla="*/ 59 w 64" name="T50"/>
                <a:gd fmla="*/ 102 h 183" name="T51"/>
                <a:gd fmla="*/ 64 w 64" name="T52"/>
                <a:gd fmla="*/ 96 h 183" name="T53"/>
                <a:gd fmla="*/ 64 w 64" name="T54"/>
                <a:gd fmla="*/ 45 h 183" name="T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b="b" l="0" r="r" t="0"/>
              <a:pathLst>
                <a:path h="183" w="64">
                  <a:moveTo>
                    <a:pt x="32" y="28"/>
                  </a:moveTo>
                  <a:cubicBezTo>
                    <a:pt x="40" y="28"/>
                    <a:pt x="46" y="21"/>
                    <a:pt x="46" y="14"/>
                  </a:cubicBezTo>
                  <a:cubicBezTo>
                    <a:pt x="46" y="6"/>
                    <a:pt x="40" y="0"/>
                    <a:pt x="32" y="0"/>
                  </a:cubicBezTo>
                  <a:cubicBezTo>
                    <a:pt x="25" y="0"/>
                    <a:pt x="19" y="6"/>
                    <a:pt x="19" y="14"/>
                  </a:cubicBezTo>
                  <a:cubicBezTo>
                    <a:pt x="19" y="21"/>
                    <a:pt x="25" y="28"/>
                    <a:pt x="32" y="28"/>
                  </a:cubicBezTo>
                  <a:moveTo>
                    <a:pt x="64" y="45"/>
                  </a:moveTo>
                  <a:cubicBezTo>
                    <a:pt x="64" y="38"/>
                    <a:pt x="58" y="33"/>
                    <a:pt x="51" y="33"/>
                  </a:cubicBezTo>
                  <a:cubicBezTo>
                    <a:pt x="13" y="33"/>
                    <a:pt x="13" y="33"/>
                    <a:pt x="13" y="33"/>
                  </a:cubicBezTo>
                  <a:cubicBezTo>
                    <a:pt x="6" y="33"/>
                    <a:pt x="0" y="38"/>
                    <a:pt x="0" y="45"/>
                  </a:cubicBezTo>
                  <a:cubicBezTo>
                    <a:pt x="0" y="96"/>
                    <a:pt x="0" y="96"/>
                    <a:pt x="0" y="96"/>
                  </a:cubicBezTo>
                  <a:cubicBezTo>
                    <a:pt x="0" y="99"/>
                    <a:pt x="2" y="102"/>
                    <a:pt x="5" y="102"/>
                  </a:cubicBezTo>
                  <a:cubicBezTo>
                    <a:pt x="9" y="102"/>
                    <a:pt x="11" y="99"/>
                    <a:pt x="11" y="96"/>
                  </a:cubicBezTo>
                  <a:cubicBezTo>
                    <a:pt x="11" y="50"/>
                    <a:pt x="11" y="50"/>
                    <a:pt x="11" y="50"/>
                  </a:cubicBezTo>
                  <a:cubicBezTo>
                    <a:pt x="13" y="50"/>
                    <a:pt x="13" y="50"/>
                    <a:pt x="13" y="50"/>
                  </a:cubicBezTo>
                  <a:cubicBezTo>
                    <a:pt x="13" y="174"/>
                    <a:pt x="13" y="174"/>
                    <a:pt x="13" y="174"/>
                  </a:cubicBezTo>
                  <a:cubicBezTo>
                    <a:pt x="13" y="179"/>
                    <a:pt x="17" y="183"/>
                    <a:pt x="22" y="183"/>
                  </a:cubicBezTo>
                  <a:cubicBezTo>
                    <a:pt x="26" y="183"/>
                    <a:pt x="30" y="179"/>
                    <a:pt x="30" y="174"/>
                  </a:cubicBezTo>
                  <a:cubicBezTo>
                    <a:pt x="30" y="106"/>
                    <a:pt x="30" y="106"/>
                    <a:pt x="30" y="106"/>
                  </a:cubicBezTo>
                  <a:cubicBezTo>
                    <a:pt x="34" y="106"/>
                    <a:pt x="34" y="106"/>
                    <a:pt x="34" y="106"/>
                  </a:cubicBezTo>
                  <a:cubicBezTo>
                    <a:pt x="34" y="174"/>
                    <a:pt x="34" y="174"/>
                    <a:pt x="34" y="174"/>
                  </a:cubicBezTo>
                  <a:cubicBezTo>
                    <a:pt x="34" y="179"/>
                    <a:pt x="38" y="183"/>
                    <a:pt x="43" y="183"/>
                  </a:cubicBezTo>
                  <a:cubicBezTo>
                    <a:pt x="47" y="183"/>
                    <a:pt x="51" y="179"/>
                    <a:pt x="51" y="174"/>
                  </a:cubicBezTo>
                  <a:cubicBezTo>
                    <a:pt x="51" y="50"/>
                    <a:pt x="51" y="50"/>
                    <a:pt x="51" y="50"/>
                  </a:cubicBezTo>
                  <a:cubicBezTo>
                    <a:pt x="53" y="50"/>
                    <a:pt x="53" y="50"/>
                    <a:pt x="53" y="50"/>
                  </a:cubicBezTo>
                  <a:cubicBezTo>
                    <a:pt x="53" y="96"/>
                    <a:pt x="53" y="96"/>
                    <a:pt x="53" y="96"/>
                  </a:cubicBezTo>
                  <a:cubicBezTo>
                    <a:pt x="53" y="99"/>
                    <a:pt x="56" y="102"/>
                    <a:pt x="59" y="102"/>
                  </a:cubicBezTo>
                  <a:cubicBezTo>
                    <a:pt x="62" y="102"/>
                    <a:pt x="64" y="99"/>
                    <a:pt x="64" y="96"/>
                  </a:cubicBezTo>
                  <a:lnTo>
                    <a:pt x="64" y="45"/>
                  </a:lnTo>
                  <a:close/>
                </a:path>
              </a:pathLst>
            </a:custGeom>
            <a:solidFill>
              <a:schemeClr val="accent3"/>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nvGrpSpPr>
          <p:cNvPr id="106" name="组合 105"/>
          <p:cNvGrpSpPr/>
          <p:nvPr/>
        </p:nvGrpSpPr>
        <p:grpSpPr>
          <a:xfrm>
            <a:off x="8160737" y="4409039"/>
            <a:ext cx="642736" cy="642736"/>
            <a:chOff x="8160737" y="4409039"/>
            <a:chExt cx="642736" cy="642736"/>
          </a:xfrm>
        </p:grpSpPr>
        <p:sp>
          <p:nvSpPr>
            <p:cNvPr id="20" name="Oval 3734"/>
            <p:cNvSpPr>
              <a:spLocks noChangeArrowheads="1"/>
            </p:cNvSpPr>
            <p:nvPr/>
          </p:nvSpPr>
          <p:spPr bwMode="auto">
            <a:xfrm>
              <a:off x="8160737" y="4409039"/>
              <a:ext cx="642736" cy="642736"/>
            </a:xfrm>
            <a:prstGeom prst="ellipse">
              <a:avLst/>
            </a:prstGeom>
            <a:solidFill>
              <a:schemeClr val="bg1"/>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nvGrpSpPr>
            <p:cNvPr id="92" name="组合 91"/>
            <p:cNvGrpSpPr/>
            <p:nvPr/>
          </p:nvGrpSpPr>
          <p:grpSpPr>
            <a:xfrm>
              <a:off x="8288405" y="4480104"/>
              <a:ext cx="387401" cy="500606"/>
              <a:chOff x="8285261" y="4274238"/>
              <a:chExt cx="387401" cy="500606"/>
            </a:xfrm>
          </p:grpSpPr>
          <p:sp>
            <p:nvSpPr>
              <p:cNvPr id="52" name="Freeform 3766"/>
              <p:cNvSpPr/>
              <p:nvPr/>
            </p:nvSpPr>
            <p:spPr bwMode="auto">
              <a:xfrm>
                <a:off x="8291548" y="4274238"/>
                <a:ext cx="381114" cy="384887"/>
              </a:xfrm>
              <a:custGeom>
                <a:avLst/>
                <a:gdLst>
                  <a:gd fmla="*/ 94 w 128" name="T0"/>
                  <a:gd fmla="*/ 7 h 129" name="T1"/>
                  <a:gd fmla="*/ 120 w 128" name="T2"/>
                  <a:gd fmla="*/ 58 h 129" name="T3"/>
                  <a:gd fmla="*/ 57 w 128" name="T4"/>
                  <a:gd fmla="*/ 121 h 129" name="T5"/>
                  <a:gd fmla="*/ 7 w 128" name="T6"/>
                  <a:gd fmla="*/ 96 h 129" name="T7"/>
                  <a:gd fmla="*/ 0 w 128" name="T8"/>
                  <a:gd fmla="*/ 101 h 129" name="T9"/>
                  <a:gd fmla="*/ 57 w 128" name="T10"/>
                  <a:gd fmla="*/ 129 h 129" name="T11"/>
                  <a:gd fmla="*/ 128 w 128" name="T12"/>
                  <a:gd fmla="*/ 58 h 129" name="T13"/>
                  <a:gd fmla="*/ 99 w 128" name="T14"/>
                  <a:gd fmla="*/ 0 h 129" name="T15"/>
                  <a:gd fmla="*/ 94 w 128" name="T16"/>
                  <a:gd fmla="*/ 7 h 129"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29" w="128">
                    <a:moveTo>
                      <a:pt x="94" y="7"/>
                    </a:moveTo>
                    <a:cubicBezTo>
                      <a:pt x="110" y="18"/>
                      <a:pt x="120" y="37"/>
                      <a:pt x="120" y="58"/>
                    </a:cubicBezTo>
                    <a:cubicBezTo>
                      <a:pt x="120" y="93"/>
                      <a:pt x="92" y="121"/>
                      <a:pt x="57" y="121"/>
                    </a:cubicBezTo>
                    <a:cubicBezTo>
                      <a:pt x="37" y="121"/>
                      <a:pt x="18" y="111"/>
                      <a:pt x="7" y="96"/>
                    </a:cubicBezTo>
                    <a:cubicBezTo>
                      <a:pt x="0" y="101"/>
                      <a:pt x="0" y="101"/>
                      <a:pt x="0" y="101"/>
                    </a:cubicBezTo>
                    <a:cubicBezTo>
                      <a:pt x="13" y="118"/>
                      <a:pt x="34" y="129"/>
                      <a:pt x="57" y="129"/>
                    </a:cubicBezTo>
                    <a:cubicBezTo>
                      <a:pt x="97" y="129"/>
                      <a:pt x="128" y="97"/>
                      <a:pt x="128" y="58"/>
                    </a:cubicBezTo>
                    <a:cubicBezTo>
                      <a:pt x="128" y="34"/>
                      <a:pt x="117" y="13"/>
                      <a:pt x="99" y="0"/>
                    </a:cubicBezTo>
                    <a:lnTo>
                      <a:pt x="94" y="7"/>
                    </a:lnTo>
                    <a:close/>
                  </a:path>
                </a:pathLst>
              </a:custGeom>
              <a:solidFill>
                <a:schemeClr val="accent4"/>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3" name="Freeform 3767"/>
              <p:cNvSpPr>
                <a:spLocks noEditPoints="1"/>
              </p:cNvSpPr>
              <p:nvPr/>
            </p:nvSpPr>
            <p:spPr bwMode="auto">
              <a:xfrm>
                <a:off x="8294064" y="4284301"/>
                <a:ext cx="339606" cy="335833"/>
              </a:xfrm>
              <a:custGeom>
                <a:avLst/>
                <a:gdLst>
                  <a:gd fmla="*/ 57 w 114" name="T0"/>
                  <a:gd fmla="*/ 0 h 113" name="T1"/>
                  <a:gd fmla="*/ 0 w 114" name="T2"/>
                  <a:gd fmla="*/ 56 h 113" name="T3"/>
                  <a:gd fmla="*/ 57 w 114" name="T4"/>
                  <a:gd fmla="*/ 113 h 113" name="T5"/>
                  <a:gd fmla="*/ 114 w 114" name="T6"/>
                  <a:gd fmla="*/ 56 h 113" name="T7"/>
                  <a:gd fmla="*/ 57 w 114" name="T8"/>
                  <a:gd fmla="*/ 0 h 113" name="T9"/>
                  <a:gd fmla="*/ 57 w 114" name="T10"/>
                  <a:gd fmla="*/ 110 h 113" name="T11"/>
                  <a:gd fmla="*/ 3 w 114" name="T12"/>
                  <a:gd fmla="*/ 56 h 113" name="T13"/>
                  <a:gd fmla="*/ 57 w 114" name="T14"/>
                  <a:gd fmla="*/ 2 h 113" name="T15"/>
                  <a:gd fmla="*/ 111 w 114" name="T16"/>
                  <a:gd fmla="*/ 56 h 113" name="T17"/>
                  <a:gd fmla="*/ 57 w 114" name="T18"/>
                  <a:gd fmla="*/ 110 h 113" name="T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b="b" l="0" r="r" t="0"/>
                <a:pathLst>
                  <a:path h="113" w="114">
                    <a:moveTo>
                      <a:pt x="57" y="0"/>
                    </a:moveTo>
                    <a:cubicBezTo>
                      <a:pt x="26" y="0"/>
                      <a:pt x="0" y="25"/>
                      <a:pt x="0" y="56"/>
                    </a:cubicBezTo>
                    <a:cubicBezTo>
                      <a:pt x="0" y="87"/>
                      <a:pt x="26" y="113"/>
                      <a:pt x="57" y="113"/>
                    </a:cubicBezTo>
                    <a:cubicBezTo>
                      <a:pt x="88" y="113"/>
                      <a:pt x="114" y="87"/>
                      <a:pt x="114" y="56"/>
                    </a:cubicBezTo>
                    <a:cubicBezTo>
                      <a:pt x="114" y="25"/>
                      <a:pt x="88" y="0"/>
                      <a:pt x="57" y="0"/>
                    </a:cubicBezTo>
                    <a:close/>
                    <a:moveTo>
                      <a:pt x="57" y="110"/>
                    </a:moveTo>
                    <a:cubicBezTo>
                      <a:pt x="27" y="110"/>
                      <a:pt x="3" y="86"/>
                      <a:pt x="3" y="56"/>
                    </a:cubicBezTo>
                    <a:cubicBezTo>
                      <a:pt x="3" y="26"/>
                      <a:pt x="27" y="2"/>
                      <a:pt x="57" y="2"/>
                    </a:cubicBezTo>
                    <a:cubicBezTo>
                      <a:pt x="87" y="2"/>
                      <a:pt x="111" y="26"/>
                      <a:pt x="111" y="56"/>
                    </a:cubicBezTo>
                    <a:cubicBezTo>
                      <a:pt x="111" y="86"/>
                      <a:pt x="87" y="110"/>
                      <a:pt x="57" y="110"/>
                    </a:cubicBezTo>
                    <a:close/>
                  </a:path>
                </a:pathLst>
              </a:custGeom>
              <a:solidFill>
                <a:schemeClr val="accent4"/>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4" name="Freeform 3768"/>
              <p:cNvSpPr/>
              <p:nvPr/>
            </p:nvSpPr>
            <p:spPr bwMode="auto">
              <a:xfrm>
                <a:off x="8285261" y="4289332"/>
                <a:ext cx="378597" cy="330800"/>
              </a:xfrm>
              <a:custGeom>
                <a:avLst/>
                <a:gdLst>
                  <a:gd fmla="*/ 37 w 127" name="T0"/>
                  <a:gd fmla="*/ 8 h 111" name="T1"/>
                  <a:gd fmla="*/ 35 w 127" name="T2"/>
                  <a:gd fmla="*/ 13 h 111" name="T3"/>
                  <a:gd fmla="*/ 32 w 127" name="T4"/>
                  <a:gd fmla="*/ 16 h 111" name="T5"/>
                  <a:gd fmla="*/ 30 w 127" name="T6"/>
                  <a:gd fmla="*/ 14 h 111" name="T7"/>
                  <a:gd fmla="*/ 30 w 127" name="T8"/>
                  <a:gd fmla="*/ 18 h 111" name="T9"/>
                  <a:gd fmla="*/ 24 w 127" name="T10"/>
                  <a:gd fmla="*/ 19 h 111" name="T11"/>
                  <a:gd fmla="*/ 20 w 127" name="T12"/>
                  <a:gd fmla="*/ 23 h 111" name="T13"/>
                  <a:gd fmla="*/ 16 w 127" name="T14"/>
                  <a:gd fmla="*/ 30 h 111" name="T15"/>
                  <a:gd fmla="*/ 12 w 127" name="T16"/>
                  <a:gd fmla="*/ 34 h 111" name="T17"/>
                  <a:gd fmla="*/ 15 w 127" name="T18"/>
                  <a:gd fmla="*/ 37 h 111" name="T19"/>
                  <a:gd fmla="*/ 16 w 127" name="T20"/>
                  <a:gd fmla="*/ 39 h 111" name="T21"/>
                  <a:gd fmla="*/ 13 w 127" name="T22"/>
                  <a:gd fmla="*/ 36 h 111" name="T23"/>
                  <a:gd fmla="*/ 11 w 127" name="T24"/>
                  <a:gd fmla="*/ 33 h 111" name="T25"/>
                  <a:gd fmla="*/ 10 w 127" name="T26"/>
                  <a:gd fmla="*/ 38 h 111" name="T27"/>
                  <a:gd fmla="*/ 10 w 127" name="T28"/>
                  <a:gd fmla="*/ 46 h 111" name="T29"/>
                  <a:gd fmla="*/ 14 w 127" name="T30"/>
                  <a:gd fmla="*/ 44 h 111" name="T31"/>
                  <a:gd fmla="*/ 18 w 127" name="T32"/>
                  <a:gd fmla="*/ 49 h 111" name="T33"/>
                  <a:gd fmla="*/ 23 w 127" name="T34"/>
                  <a:gd fmla="*/ 54 h 111" name="T35"/>
                  <a:gd fmla="*/ 28 w 127" name="T36"/>
                  <a:gd fmla="*/ 59 h 111" name="T37"/>
                  <a:gd fmla="*/ 35 w 127" name="T38"/>
                  <a:gd fmla="*/ 65 h 111" name="T39"/>
                  <a:gd fmla="*/ 33 w 127" name="T40"/>
                  <a:gd fmla="*/ 75 h 111" name="T41"/>
                  <a:gd fmla="*/ 28 w 127" name="T42"/>
                  <a:gd fmla="*/ 86 h 111" name="T43"/>
                  <a:gd fmla="*/ 29 w 127" name="T44"/>
                  <a:gd fmla="*/ 94 h 111" name="T45"/>
                  <a:gd fmla="*/ 26 w 127" name="T46"/>
                  <a:gd fmla="*/ 95 h 111" name="T47"/>
                  <a:gd fmla="*/ 18 w 127" name="T48"/>
                  <a:gd fmla="*/ 82 h 111" name="T49"/>
                  <a:gd fmla="*/ 10 w 127" name="T50"/>
                  <a:gd fmla="*/ 63 h 111" name="T51"/>
                  <a:gd fmla="*/ 7 w 127" name="T52"/>
                  <a:gd fmla="*/ 48 h 111" name="T53"/>
                  <a:gd fmla="*/ 41 w 127" name="T54"/>
                  <a:gd fmla="*/ 102 h 111" name="T55"/>
                  <a:gd fmla="*/ 50 w 127" name="T56"/>
                  <a:gd fmla="*/ 101 h 111" name="T57"/>
                  <a:gd fmla="*/ 62 w 127" name="T58"/>
                  <a:gd fmla="*/ 99 h 111" name="T59"/>
                  <a:gd fmla="*/ 61 w 127" name="T60"/>
                  <a:gd fmla="*/ 104 h 111" name="T61"/>
                  <a:gd fmla="*/ 68 w 127" name="T62"/>
                  <a:gd fmla="*/ 104 h 111" name="T63"/>
                  <a:gd fmla="*/ 78 w 127" name="T64"/>
                  <a:gd fmla="*/ 102 h 111" name="T65"/>
                  <a:gd fmla="*/ 77 w 127" name="T66"/>
                  <a:gd fmla="*/ 1 h 111" name="T67"/>
                  <a:gd fmla="*/ 110 w 127" name="T68"/>
                  <a:gd fmla="*/ 35 h 111" name="T69"/>
                  <a:gd fmla="*/ 106 w 127" name="T70"/>
                  <a:gd fmla="*/ 32 h 111" name="T71"/>
                  <a:gd fmla="*/ 101 w 127" name="T72"/>
                  <a:gd fmla="*/ 41 h 111" name="T73"/>
                  <a:gd fmla="*/ 95 w 127" name="T74"/>
                  <a:gd fmla="*/ 33 h 111" name="T75"/>
                  <a:gd fmla="*/ 98 w 127" name="T76"/>
                  <a:gd fmla="*/ 41 h 111" name="T77"/>
                  <a:gd fmla="*/ 104 w 127" name="T78"/>
                  <a:gd fmla="*/ 44 h 111" name="T79"/>
                  <a:gd fmla="*/ 101 w 127" name="T80"/>
                  <a:gd fmla="*/ 56 h 111" name="T81"/>
                  <a:gd fmla="*/ 98 w 127" name="T82"/>
                  <a:gd fmla="*/ 68 h 111" name="T83"/>
                  <a:gd fmla="*/ 94 w 127" name="T84"/>
                  <a:gd fmla="*/ 76 h 111" name="T85"/>
                  <a:gd fmla="*/ 82 w 127" name="T86"/>
                  <a:gd fmla="*/ 86 h 111" name="T87"/>
                  <a:gd fmla="*/ 79 w 127" name="T88"/>
                  <a:gd fmla="*/ 77 h 111" name="T89"/>
                  <a:gd fmla="*/ 80 w 127" name="T90"/>
                  <a:gd fmla="*/ 67 h 111" name="T91"/>
                  <a:gd fmla="*/ 76 w 127" name="T92"/>
                  <a:gd fmla="*/ 56 h 111" name="T93"/>
                  <a:gd fmla="*/ 70 w 127" name="T94"/>
                  <a:gd fmla="*/ 50 h 111" name="T95"/>
                  <a:gd fmla="*/ 56 w 127" name="T96"/>
                  <a:gd fmla="*/ 50 h 111" name="T97"/>
                  <a:gd fmla="*/ 50 w 127" name="T98"/>
                  <a:gd fmla="*/ 42 h 111" name="T99"/>
                  <a:gd fmla="*/ 56 w 127" name="T100"/>
                  <a:gd fmla="*/ 27 h 111" name="T101"/>
                  <a:gd fmla="*/ 67 w 127" name="T102"/>
                  <a:gd fmla="*/ 23 h 111" name="T103"/>
                  <a:gd fmla="*/ 73 w 127" name="T104"/>
                  <a:gd fmla="*/ 26 h 111" name="T105"/>
                  <a:gd fmla="*/ 82 w 127" name="T106"/>
                  <a:gd fmla="*/ 26 h 111" name="T107"/>
                  <a:gd fmla="*/ 91 w 127" name="T108"/>
                  <a:gd fmla="*/ 24 h 111" name="T109"/>
                  <a:gd fmla="*/ 83 w 127" name="T110"/>
                  <a:gd fmla="*/ 21 h 111" name="T111"/>
                  <a:gd fmla="*/ 82 w 127" name="T112"/>
                  <a:gd fmla="*/ 18 h 111" name="T113"/>
                  <a:gd fmla="*/ 71 w 127" name="T114"/>
                  <a:gd fmla="*/ 18 h 111" name="T115"/>
                  <a:gd fmla="*/ 62 w 127" name="T116"/>
                  <a:gd fmla="*/ 21 h 111" name="T117"/>
                  <a:gd fmla="*/ 60 w 127" name="T118"/>
                  <a:gd fmla="*/ 11 h 111" name="T119"/>
                  <a:gd fmla="*/ 54 w 127" name="T120"/>
                  <a:gd fmla="*/ 6 h 111" name="T121"/>
                  <a:gd fmla="*/ 61 w 127" name="T122"/>
                  <a:gd fmla="*/ 2 h 111" name="T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b="b" l="0" r="r" t="0"/>
                <a:pathLst>
                  <a:path h="111" w="127">
                    <a:moveTo>
                      <a:pt x="52" y="0"/>
                    </a:moveTo>
                    <a:cubicBezTo>
                      <a:pt x="52" y="0"/>
                      <a:pt x="33" y="3"/>
                      <a:pt x="20" y="17"/>
                    </a:cubicBezTo>
                    <a:cubicBezTo>
                      <a:pt x="20" y="17"/>
                      <a:pt x="30" y="7"/>
                      <a:pt x="36" y="7"/>
                    </a:cubicBezTo>
                    <a:cubicBezTo>
                      <a:pt x="37" y="8"/>
                      <a:pt x="37" y="8"/>
                      <a:pt x="37" y="8"/>
                    </a:cubicBezTo>
                    <a:cubicBezTo>
                      <a:pt x="37" y="8"/>
                      <a:pt x="37" y="8"/>
                      <a:pt x="37" y="8"/>
                    </a:cubicBezTo>
                    <a:cubicBezTo>
                      <a:pt x="37" y="9"/>
                      <a:pt x="36" y="10"/>
                      <a:pt x="36" y="10"/>
                    </a:cubicBezTo>
                    <a:cubicBezTo>
                      <a:pt x="36" y="10"/>
                      <a:pt x="36" y="11"/>
                      <a:pt x="36" y="11"/>
                    </a:cubicBezTo>
                    <a:cubicBezTo>
                      <a:pt x="36" y="12"/>
                      <a:pt x="36" y="12"/>
                      <a:pt x="36" y="12"/>
                    </a:cubicBezTo>
                    <a:cubicBezTo>
                      <a:pt x="36" y="12"/>
                      <a:pt x="35" y="12"/>
                      <a:pt x="35" y="12"/>
                    </a:cubicBezTo>
                    <a:cubicBezTo>
                      <a:pt x="35" y="12"/>
                      <a:pt x="35" y="12"/>
                      <a:pt x="35" y="13"/>
                    </a:cubicBezTo>
                    <a:cubicBezTo>
                      <a:pt x="35" y="13"/>
                      <a:pt x="35" y="14"/>
                      <a:pt x="35" y="14"/>
                    </a:cubicBezTo>
                    <a:cubicBezTo>
                      <a:pt x="35" y="15"/>
                      <a:pt x="35" y="15"/>
                      <a:pt x="35" y="15"/>
                    </a:cubicBezTo>
                    <a:cubicBezTo>
                      <a:pt x="35" y="16"/>
                      <a:pt x="35" y="16"/>
                      <a:pt x="35" y="16"/>
                    </a:cubicBezTo>
                    <a:cubicBezTo>
                      <a:pt x="34" y="16"/>
                      <a:pt x="34" y="16"/>
                      <a:pt x="34" y="16"/>
                    </a:cubicBezTo>
                    <a:cubicBezTo>
                      <a:pt x="34" y="16"/>
                      <a:pt x="33" y="16"/>
                      <a:pt x="32" y="16"/>
                    </a:cubicBezTo>
                    <a:cubicBezTo>
                      <a:pt x="32" y="16"/>
                      <a:pt x="32" y="15"/>
                      <a:pt x="32" y="15"/>
                    </a:cubicBezTo>
                    <a:cubicBezTo>
                      <a:pt x="33" y="14"/>
                      <a:pt x="33" y="14"/>
                      <a:pt x="33" y="14"/>
                    </a:cubicBezTo>
                    <a:cubicBezTo>
                      <a:pt x="33" y="14"/>
                      <a:pt x="33" y="14"/>
                      <a:pt x="33" y="14"/>
                    </a:cubicBezTo>
                    <a:cubicBezTo>
                      <a:pt x="32" y="14"/>
                      <a:pt x="32" y="13"/>
                      <a:pt x="32" y="13"/>
                    </a:cubicBezTo>
                    <a:cubicBezTo>
                      <a:pt x="31" y="13"/>
                      <a:pt x="30" y="14"/>
                      <a:pt x="30" y="14"/>
                    </a:cubicBezTo>
                    <a:cubicBezTo>
                      <a:pt x="29" y="15"/>
                      <a:pt x="29" y="15"/>
                      <a:pt x="29" y="15"/>
                    </a:cubicBezTo>
                    <a:cubicBezTo>
                      <a:pt x="29" y="15"/>
                      <a:pt x="29" y="16"/>
                      <a:pt x="29" y="16"/>
                    </a:cubicBezTo>
                    <a:cubicBezTo>
                      <a:pt x="29" y="16"/>
                      <a:pt x="30" y="16"/>
                      <a:pt x="30" y="16"/>
                    </a:cubicBezTo>
                    <a:cubicBezTo>
                      <a:pt x="30" y="16"/>
                      <a:pt x="30" y="17"/>
                      <a:pt x="30" y="17"/>
                    </a:cubicBezTo>
                    <a:cubicBezTo>
                      <a:pt x="30" y="17"/>
                      <a:pt x="30" y="18"/>
                      <a:pt x="30" y="18"/>
                    </a:cubicBezTo>
                    <a:cubicBezTo>
                      <a:pt x="30" y="18"/>
                      <a:pt x="29" y="18"/>
                      <a:pt x="29" y="18"/>
                    </a:cubicBezTo>
                    <a:cubicBezTo>
                      <a:pt x="28" y="18"/>
                      <a:pt x="28" y="18"/>
                      <a:pt x="27" y="18"/>
                    </a:cubicBezTo>
                    <a:cubicBezTo>
                      <a:pt x="27" y="18"/>
                      <a:pt x="26" y="17"/>
                      <a:pt x="26" y="18"/>
                    </a:cubicBezTo>
                    <a:cubicBezTo>
                      <a:pt x="26" y="18"/>
                      <a:pt x="26" y="18"/>
                      <a:pt x="25" y="18"/>
                    </a:cubicBezTo>
                    <a:cubicBezTo>
                      <a:pt x="25" y="18"/>
                      <a:pt x="24" y="19"/>
                      <a:pt x="24" y="19"/>
                    </a:cubicBezTo>
                    <a:cubicBezTo>
                      <a:pt x="24" y="19"/>
                      <a:pt x="24" y="19"/>
                      <a:pt x="24" y="19"/>
                    </a:cubicBezTo>
                    <a:cubicBezTo>
                      <a:pt x="24" y="20"/>
                      <a:pt x="23" y="21"/>
                      <a:pt x="23" y="21"/>
                    </a:cubicBezTo>
                    <a:cubicBezTo>
                      <a:pt x="23" y="21"/>
                      <a:pt x="23" y="21"/>
                      <a:pt x="22" y="21"/>
                    </a:cubicBezTo>
                    <a:cubicBezTo>
                      <a:pt x="21" y="21"/>
                      <a:pt x="21" y="22"/>
                      <a:pt x="21" y="22"/>
                    </a:cubicBezTo>
                    <a:cubicBezTo>
                      <a:pt x="20" y="23"/>
                      <a:pt x="20" y="23"/>
                      <a:pt x="20" y="23"/>
                    </a:cubicBezTo>
                    <a:cubicBezTo>
                      <a:pt x="20" y="23"/>
                      <a:pt x="20" y="23"/>
                      <a:pt x="19" y="24"/>
                    </a:cubicBezTo>
                    <a:cubicBezTo>
                      <a:pt x="19" y="24"/>
                      <a:pt x="17" y="25"/>
                      <a:pt x="17" y="25"/>
                    </a:cubicBezTo>
                    <a:cubicBezTo>
                      <a:pt x="17" y="25"/>
                      <a:pt x="17" y="26"/>
                      <a:pt x="16" y="27"/>
                    </a:cubicBezTo>
                    <a:cubicBezTo>
                      <a:pt x="16" y="27"/>
                      <a:pt x="16" y="28"/>
                      <a:pt x="16" y="28"/>
                    </a:cubicBezTo>
                    <a:cubicBezTo>
                      <a:pt x="16" y="28"/>
                      <a:pt x="16" y="29"/>
                      <a:pt x="16" y="30"/>
                    </a:cubicBezTo>
                    <a:cubicBezTo>
                      <a:pt x="15" y="30"/>
                      <a:pt x="15" y="31"/>
                      <a:pt x="15" y="31"/>
                    </a:cubicBezTo>
                    <a:cubicBezTo>
                      <a:pt x="15" y="31"/>
                      <a:pt x="14" y="32"/>
                      <a:pt x="14" y="32"/>
                    </a:cubicBezTo>
                    <a:cubicBezTo>
                      <a:pt x="14" y="32"/>
                      <a:pt x="13" y="32"/>
                      <a:pt x="12" y="32"/>
                    </a:cubicBezTo>
                    <a:cubicBezTo>
                      <a:pt x="12" y="33"/>
                      <a:pt x="12" y="33"/>
                      <a:pt x="12" y="33"/>
                    </a:cubicBezTo>
                    <a:cubicBezTo>
                      <a:pt x="12" y="34"/>
                      <a:pt x="12" y="34"/>
                      <a:pt x="12" y="34"/>
                    </a:cubicBezTo>
                    <a:cubicBezTo>
                      <a:pt x="13" y="34"/>
                      <a:pt x="13" y="34"/>
                      <a:pt x="13" y="34"/>
                    </a:cubicBezTo>
                    <a:cubicBezTo>
                      <a:pt x="13" y="34"/>
                      <a:pt x="13" y="35"/>
                      <a:pt x="13" y="35"/>
                    </a:cubicBezTo>
                    <a:cubicBezTo>
                      <a:pt x="13" y="36"/>
                      <a:pt x="13" y="37"/>
                      <a:pt x="13" y="37"/>
                    </a:cubicBezTo>
                    <a:cubicBezTo>
                      <a:pt x="14" y="37"/>
                      <a:pt x="14" y="37"/>
                      <a:pt x="14" y="37"/>
                    </a:cubicBezTo>
                    <a:cubicBezTo>
                      <a:pt x="15" y="37"/>
                      <a:pt x="15" y="37"/>
                      <a:pt x="15" y="37"/>
                    </a:cubicBezTo>
                    <a:cubicBezTo>
                      <a:pt x="16" y="38"/>
                      <a:pt x="16" y="38"/>
                      <a:pt x="16" y="38"/>
                    </a:cubicBezTo>
                    <a:cubicBezTo>
                      <a:pt x="17" y="38"/>
                      <a:pt x="17" y="38"/>
                      <a:pt x="17" y="38"/>
                    </a:cubicBezTo>
                    <a:cubicBezTo>
                      <a:pt x="17" y="38"/>
                      <a:pt x="17" y="39"/>
                      <a:pt x="16" y="39"/>
                    </a:cubicBezTo>
                    <a:cubicBezTo>
                      <a:pt x="16" y="39"/>
                      <a:pt x="16" y="39"/>
                      <a:pt x="16" y="39"/>
                    </a:cubicBezTo>
                    <a:cubicBezTo>
                      <a:pt x="16" y="39"/>
                      <a:pt x="16" y="39"/>
                      <a:pt x="16" y="39"/>
                    </a:cubicBezTo>
                    <a:cubicBezTo>
                      <a:pt x="15" y="38"/>
                      <a:pt x="15" y="38"/>
                      <a:pt x="15" y="38"/>
                    </a:cubicBezTo>
                    <a:cubicBezTo>
                      <a:pt x="15" y="38"/>
                      <a:pt x="14" y="38"/>
                      <a:pt x="14" y="38"/>
                    </a:cubicBezTo>
                    <a:cubicBezTo>
                      <a:pt x="14" y="38"/>
                      <a:pt x="13" y="38"/>
                      <a:pt x="13" y="38"/>
                    </a:cubicBezTo>
                    <a:cubicBezTo>
                      <a:pt x="13" y="37"/>
                      <a:pt x="13" y="38"/>
                      <a:pt x="13" y="37"/>
                    </a:cubicBezTo>
                    <a:cubicBezTo>
                      <a:pt x="13" y="37"/>
                      <a:pt x="13" y="37"/>
                      <a:pt x="13" y="36"/>
                    </a:cubicBezTo>
                    <a:cubicBezTo>
                      <a:pt x="13" y="36"/>
                      <a:pt x="12" y="36"/>
                      <a:pt x="12" y="36"/>
                    </a:cubicBezTo>
                    <a:cubicBezTo>
                      <a:pt x="12" y="36"/>
                      <a:pt x="12" y="36"/>
                      <a:pt x="12" y="36"/>
                    </a:cubicBezTo>
                    <a:cubicBezTo>
                      <a:pt x="11" y="35"/>
                      <a:pt x="11" y="35"/>
                      <a:pt x="11" y="35"/>
                    </a:cubicBezTo>
                    <a:cubicBezTo>
                      <a:pt x="11" y="35"/>
                      <a:pt x="11" y="35"/>
                      <a:pt x="11" y="35"/>
                    </a:cubicBezTo>
                    <a:cubicBezTo>
                      <a:pt x="11" y="34"/>
                      <a:pt x="11" y="34"/>
                      <a:pt x="11" y="33"/>
                    </a:cubicBezTo>
                    <a:cubicBezTo>
                      <a:pt x="11" y="33"/>
                      <a:pt x="11" y="33"/>
                      <a:pt x="11" y="32"/>
                    </a:cubicBezTo>
                    <a:cubicBezTo>
                      <a:pt x="11" y="32"/>
                      <a:pt x="11" y="30"/>
                      <a:pt x="11" y="30"/>
                    </a:cubicBezTo>
                    <a:cubicBezTo>
                      <a:pt x="11" y="30"/>
                      <a:pt x="10" y="34"/>
                      <a:pt x="9" y="36"/>
                    </a:cubicBezTo>
                    <a:cubicBezTo>
                      <a:pt x="9" y="36"/>
                      <a:pt x="10" y="36"/>
                      <a:pt x="10" y="37"/>
                    </a:cubicBezTo>
                    <a:cubicBezTo>
                      <a:pt x="10" y="37"/>
                      <a:pt x="10" y="38"/>
                      <a:pt x="10" y="38"/>
                    </a:cubicBezTo>
                    <a:cubicBezTo>
                      <a:pt x="10" y="39"/>
                      <a:pt x="10" y="38"/>
                      <a:pt x="10" y="40"/>
                    </a:cubicBezTo>
                    <a:cubicBezTo>
                      <a:pt x="10" y="41"/>
                      <a:pt x="10" y="42"/>
                      <a:pt x="10" y="42"/>
                    </a:cubicBezTo>
                    <a:cubicBezTo>
                      <a:pt x="10" y="42"/>
                      <a:pt x="9" y="43"/>
                      <a:pt x="9" y="44"/>
                    </a:cubicBezTo>
                    <a:cubicBezTo>
                      <a:pt x="9" y="44"/>
                      <a:pt x="10" y="45"/>
                      <a:pt x="10" y="46"/>
                    </a:cubicBezTo>
                    <a:cubicBezTo>
                      <a:pt x="10" y="46"/>
                      <a:pt x="10" y="46"/>
                      <a:pt x="10" y="46"/>
                    </a:cubicBezTo>
                    <a:cubicBezTo>
                      <a:pt x="10" y="47"/>
                      <a:pt x="10" y="48"/>
                      <a:pt x="10" y="47"/>
                    </a:cubicBezTo>
                    <a:cubicBezTo>
                      <a:pt x="11" y="45"/>
                      <a:pt x="11" y="45"/>
                      <a:pt x="11" y="45"/>
                    </a:cubicBezTo>
                    <a:cubicBezTo>
                      <a:pt x="12" y="45"/>
                      <a:pt x="12" y="45"/>
                      <a:pt x="12" y="45"/>
                    </a:cubicBezTo>
                    <a:cubicBezTo>
                      <a:pt x="12" y="45"/>
                      <a:pt x="12" y="44"/>
                      <a:pt x="13" y="44"/>
                    </a:cubicBezTo>
                    <a:cubicBezTo>
                      <a:pt x="14" y="44"/>
                      <a:pt x="14" y="44"/>
                      <a:pt x="14" y="44"/>
                    </a:cubicBezTo>
                    <a:cubicBezTo>
                      <a:pt x="14" y="45"/>
                      <a:pt x="14" y="46"/>
                      <a:pt x="14" y="46"/>
                    </a:cubicBezTo>
                    <a:cubicBezTo>
                      <a:pt x="14" y="46"/>
                      <a:pt x="16" y="45"/>
                      <a:pt x="16" y="45"/>
                    </a:cubicBezTo>
                    <a:cubicBezTo>
                      <a:pt x="16" y="45"/>
                      <a:pt x="17" y="45"/>
                      <a:pt x="17" y="46"/>
                    </a:cubicBezTo>
                    <a:cubicBezTo>
                      <a:pt x="17" y="47"/>
                      <a:pt x="17" y="47"/>
                      <a:pt x="18" y="48"/>
                    </a:cubicBezTo>
                    <a:cubicBezTo>
                      <a:pt x="18" y="48"/>
                      <a:pt x="18" y="49"/>
                      <a:pt x="18" y="49"/>
                    </a:cubicBezTo>
                    <a:cubicBezTo>
                      <a:pt x="18" y="50"/>
                      <a:pt x="20" y="50"/>
                      <a:pt x="20" y="50"/>
                    </a:cubicBezTo>
                    <a:cubicBezTo>
                      <a:pt x="20" y="50"/>
                      <a:pt x="21" y="50"/>
                      <a:pt x="22" y="50"/>
                    </a:cubicBezTo>
                    <a:cubicBezTo>
                      <a:pt x="22" y="50"/>
                      <a:pt x="22" y="51"/>
                      <a:pt x="22" y="51"/>
                    </a:cubicBezTo>
                    <a:cubicBezTo>
                      <a:pt x="23" y="51"/>
                      <a:pt x="23" y="53"/>
                      <a:pt x="23" y="53"/>
                    </a:cubicBezTo>
                    <a:cubicBezTo>
                      <a:pt x="23" y="53"/>
                      <a:pt x="24" y="54"/>
                      <a:pt x="23" y="54"/>
                    </a:cubicBezTo>
                    <a:cubicBezTo>
                      <a:pt x="23" y="55"/>
                      <a:pt x="23" y="55"/>
                      <a:pt x="24" y="55"/>
                    </a:cubicBezTo>
                    <a:cubicBezTo>
                      <a:pt x="24" y="55"/>
                      <a:pt x="25" y="56"/>
                      <a:pt x="25" y="56"/>
                    </a:cubicBezTo>
                    <a:cubicBezTo>
                      <a:pt x="25" y="56"/>
                      <a:pt x="25" y="57"/>
                      <a:pt x="26" y="57"/>
                    </a:cubicBezTo>
                    <a:cubicBezTo>
                      <a:pt x="27" y="57"/>
                      <a:pt x="27" y="58"/>
                      <a:pt x="28" y="58"/>
                    </a:cubicBezTo>
                    <a:cubicBezTo>
                      <a:pt x="28" y="58"/>
                      <a:pt x="27" y="59"/>
                      <a:pt x="28" y="59"/>
                    </a:cubicBezTo>
                    <a:cubicBezTo>
                      <a:pt x="29" y="59"/>
                      <a:pt x="30" y="58"/>
                      <a:pt x="31" y="59"/>
                    </a:cubicBezTo>
                    <a:cubicBezTo>
                      <a:pt x="31" y="59"/>
                      <a:pt x="31" y="60"/>
                      <a:pt x="32" y="61"/>
                    </a:cubicBezTo>
                    <a:cubicBezTo>
                      <a:pt x="34" y="61"/>
                      <a:pt x="34" y="62"/>
                      <a:pt x="35" y="62"/>
                    </a:cubicBezTo>
                    <a:cubicBezTo>
                      <a:pt x="35" y="62"/>
                      <a:pt x="36" y="62"/>
                      <a:pt x="35" y="63"/>
                    </a:cubicBezTo>
                    <a:cubicBezTo>
                      <a:pt x="35" y="64"/>
                      <a:pt x="35" y="65"/>
                      <a:pt x="35" y="65"/>
                    </a:cubicBezTo>
                    <a:cubicBezTo>
                      <a:pt x="34" y="66"/>
                      <a:pt x="33" y="67"/>
                      <a:pt x="33" y="67"/>
                    </a:cubicBezTo>
                    <a:cubicBezTo>
                      <a:pt x="33" y="68"/>
                      <a:pt x="32" y="69"/>
                      <a:pt x="33" y="69"/>
                    </a:cubicBezTo>
                    <a:cubicBezTo>
                      <a:pt x="33" y="70"/>
                      <a:pt x="33" y="71"/>
                      <a:pt x="33" y="71"/>
                    </a:cubicBezTo>
                    <a:cubicBezTo>
                      <a:pt x="33" y="72"/>
                      <a:pt x="34" y="73"/>
                      <a:pt x="33" y="73"/>
                    </a:cubicBezTo>
                    <a:cubicBezTo>
                      <a:pt x="33" y="74"/>
                      <a:pt x="33" y="75"/>
                      <a:pt x="33" y="75"/>
                    </a:cubicBezTo>
                    <a:cubicBezTo>
                      <a:pt x="33" y="75"/>
                      <a:pt x="34" y="76"/>
                      <a:pt x="33" y="76"/>
                    </a:cubicBezTo>
                    <a:cubicBezTo>
                      <a:pt x="32" y="77"/>
                      <a:pt x="31" y="78"/>
                      <a:pt x="31" y="78"/>
                    </a:cubicBezTo>
                    <a:cubicBezTo>
                      <a:pt x="30" y="78"/>
                      <a:pt x="29" y="79"/>
                      <a:pt x="29" y="79"/>
                    </a:cubicBezTo>
                    <a:cubicBezTo>
                      <a:pt x="29" y="79"/>
                      <a:pt x="29" y="81"/>
                      <a:pt x="29" y="82"/>
                    </a:cubicBezTo>
                    <a:cubicBezTo>
                      <a:pt x="29" y="82"/>
                      <a:pt x="27" y="86"/>
                      <a:pt x="28" y="86"/>
                    </a:cubicBezTo>
                    <a:cubicBezTo>
                      <a:pt x="28" y="87"/>
                      <a:pt x="28" y="88"/>
                      <a:pt x="28" y="89"/>
                    </a:cubicBezTo>
                    <a:cubicBezTo>
                      <a:pt x="28" y="89"/>
                      <a:pt x="28" y="89"/>
                      <a:pt x="28" y="89"/>
                    </a:cubicBezTo>
                    <a:cubicBezTo>
                      <a:pt x="27" y="90"/>
                      <a:pt x="26" y="89"/>
                      <a:pt x="27" y="91"/>
                    </a:cubicBezTo>
                    <a:cubicBezTo>
                      <a:pt x="28" y="92"/>
                      <a:pt x="28" y="92"/>
                      <a:pt x="29" y="93"/>
                    </a:cubicBezTo>
                    <a:cubicBezTo>
                      <a:pt x="29" y="94"/>
                      <a:pt x="29" y="94"/>
                      <a:pt x="29" y="94"/>
                    </a:cubicBezTo>
                    <a:cubicBezTo>
                      <a:pt x="30" y="95"/>
                      <a:pt x="30" y="96"/>
                      <a:pt x="31" y="96"/>
                    </a:cubicBezTo>
                    <a:cubicBezTo>
                      <a:pt x="31" y="97"/>
                      <a:pt x="32" y="97"/>
                      <a:pt x="32" y="98"/>
                    </a:cubicBezTo>
                    <a:cubicBezTo>
                      <a:pt x="32" y="98"/>
                      <a:pt x="33" y="100"/>
                      <a:pt x="32" y="99"/>
                    </a:cubicBezTo>
                    <a:cubicBezTo>
                      <a:pt x="30" y="98"/>
                      <a:pt x="32" y="99"/>
                      <a:pt x="30" y="97"/>
                    </a:cubicBezTo>
                    <a:cubicBezTo>
                      <a:pt x="28" y="95"/>
                      <a:pt x="27" y="96"/>
                      <a:pt x="26" y="95"/>
                    </a:cubicBezTo>
                    <a:cubicBezTo>
                      <a:pt x="25" y="94"/>
                      <a:pt x="27" y="98"/>
                      <a:pt x="25" y="93"/>
                    </a:cubicBezTo>
                    <a:cubicBezTo>
                      <a:pt x="23" y="89"/>
                      <a:pt x="23" y="90"/>
                      <a:pt x="22" y="89"/>
                    </a:cubicBezTo>
                    <a:cubicBezTo>
                      <a:pt x="22" y="88"/>
                      <a:pt x="22" y="89"/>
                      <a:pt x="21" y="87"/>
                    </a:cubicBezTo>
                    <a:cubicBezTo>
                      <a:pt x="20" y="84"/>
                      <a:pt x="21" y="86"/>
                      <a:pt x="20" y="84"/>
                    </a:cubicBezTo>
                    <a:cubicBezTo>
                      <a:pt x="19" y="83"/>
                      <a:pt x="19" y="85"/>
                      <a:pt x="18" y="82"/>
                    </a:cubicBezTo>
                    <a:cubicBezTo>
                      <a:pt x="18" y="80"/>
                      <a:pt x="18" y="82"/>
                      <a:pt x="17" y="79"/>
                    </a:cubicBezTo>
                    <a:cubicBezTo>
                      <a:pt x="16" y="76"/>
                      <a:pt x="18" y="76"/>
                      <a:pt x="16" y="74"/>
                    </a:cubicBezTo>
                    <a:cubicBezTo>
                      <a:pt x="14" y="73"/>
                      <a:pt x="15" y="74"/>
                      <a:pt x="14" y="73"/>
                    </a:cubicBezTo>
                    <a:cubicBezTo>
                      <a:pt x="13" y="72"/>
                      <a:pt x="14" y="73"/>
                      <a:pt x="13" y="70"/>
                    </a:cubicBezTo>
                    <a:cubicBezTo>
                      <a:pt x="11" y="68"/>
                      <a:pt x="10" y="67"/>
                      <a:pt x="10" y="63"/>
                    </a:cubicBezTo>
                    <a:cubicBezTo>
                      <a:pt x="10" y="59"/>
                      <a:pt x="10" y="58"/>
                      <a:pt x="10" y="58"/>
                    </a:cubicBezTo>
                    <a:cubicBezTo>
                      <a:pt x="10" y="58"/>
                      <a:pt x="8" y="56"/>
                      <a:pt x="8" y="54"/>
                    </a:cubicBezTo>
                    <a:cubicBezTo>
                      <a:pt x="9" y="51"/>
                      <a:pt x="9" y="52"/>
                      <a:pt x="9" y="51"/>
                    </a:cubicBezTo>
                    <a:cubicBezTo>
                      <a:pt x="9" y="51"/>
                      <a:pt x="8" y="51"/>
                      <a:pt x="8" y="50"/>
                    </a:cubicBezTo>
                    <a:cubicBezTo>
                      <a:pt x="7" y="49"/>
                      <a:pt x="7" y="49"/>
                      <a:pt x="7" y="48"/>
                    </a:cubicBezTo>
                    <a:cubicBezTo>
                      <a:pt x="7" y="48"/>
                      <a:pt x="6" y="46"/>
                      <a:pt x="6" y="46"/>
                    </a:cubicBezTo>
                    <a:cubicBezTo>
                      <a:pt x="6" y="47"/>
                      <a:pt x="6" y="47"/>
                      <a:pt x="6" y="47"/>
                    </a:cubicBezTo>
                    <a:cubicBezTo>
                      <a:pt x="6" y="47"/>
                      <a:pt x="0" y="101"/>
                      <a:pt x="55" y="110"/>
                    </a:cubicBezTo>
                    <a:cubicBezTo>
                      <a:pt x="55" y="110"/>
                      <a:pt x="42" y="107"/>
                      <a:pt x="41" y="104"/>
                    </a:cubicBezTo>
                    <a:cubicBezTo>
                      <a:pt x="41" y="104"/>
                      <a:pt x="41" y="102"/>
                      <a:pt x="41" y="102"/>
                    </a:cubicBezTo>
                    <a:cubicBezTo>
                      <a:pt x="42" y="102"/>
                      <a:pt x="43" y="102"/>
                      <a:pt x="44" y="102"/>
                    </a:cubicBezTo>
                    <a:cubicBezTo>
                      <a:pt x="44" y="101"/>
                      <a:pt x="45" y="100"/>
                      <a:pt x="45" y="100"/>
                    </a:cubicBezTo>
                    <a:cubicBezTo>
                      <a:pt x="45" y="101"/>
                      <a:pt x="45" y="101"/>
                      <a:pt x="45" y="101"/>
                    </a:cubicBezTo>
                    <a:cubicBezTo>
                      <a:pt x="45" y="101"/>
                      <a:pt x="45" y="101"/>
                      <a:pt x="47" y="101"/>
                    </a:cubicBezTo>
                    <a:cubicBezTo>
                      <a:pt x="49" y="101"/>
                      <a:pt x="49" y="101"/>
                      <a:pt x="50" y="101"/>
                    </a:cubicBezTo>
                    <a:cubicBezTo>
                      <a:pt x="51" y="100"/>
                      <a:pt x="52" y="98"/>
                      <a:pt x="53" y="99"/>
                    </a:cubicBezTo>
                    <a:cubicBezTo>
                      <a:pt x="53" y="101"/>
                      <a:pt x="52" y="100"/>
                      <a:pt x="53" y="101"/>
                    </a:cubicBezTo>
                    <a:cubicBezTo>
                      <a:pt x="55" y="101"/>
                      <a:pt x="57" y="100"/>
                      <a:pt x="57" y="100"/>
                    </a:cubicBezTo>
                    <a:cubicBezTo>
                      <a:pt x="57" y="100"/>
                      <a:pt x="61" y="101"/>
                      <a:pt x="61" y="100"/>
                    </a:cubicBezTo>
                    <a:cubicBezTo>
                      <a:pt x="61" y="100"/>
                      <a:pt x="61" y="99"/>
                      <a:pt x="62" y="99"/>
                    </a:cubicBezTo>
                    <a:cubicBezTo>
                      <a:pt x="63" y="99"/>
                      <a:pt x="63" y="100"/>
                      <a:pt x="63" y="100"/>
                    </a:cubicBezTo>
                    <a:cubicBezTo>
                      <a:pt x="61" y="102"/>
                      <a:pt x="61" y="102"/>
                      <a:pt x="61" y="102"/>
                    </a:cubicBezTo>
                    <a:cubicBezTo>
                      <a:pt x="59" y="103"/>
                      <a:pt x="59" y="103"/>
                      <a:pt x="59" y="103"/>
                    </a:cubicBezTo>
                    <a:cubicBezTo>
                      <a:pt x="59" y="103"/>
                      <a:pt x="58" y="103"/>
                      <a:pt x="59" y="104"/>
                    </a:cubicBezTo>
                    <a:cubicBezTo>
                      <a:pt x="60" y="104"/>
                      <a:pt x="60" y="104"/>
                      <a:pt x="61" y="104"/>
                    </a:cubicBezTo>
                    <a:cubicBezTo>
                      <a:pt x="62" y="104"/>
                      <a:pt x="64" y="106"/>
                      <a:pt x="65" y="105"/>
                    </a:cubicBezTo>
                    <a:cubicBezTo>
                      <a:pt x="65" y="104"/>
                      <a:pt x="65" y="104"/>
                      <a:pt x="66" y="103"/>
                    </a:cubicBezTo>
                    <a:cubicBezTo>
                      <a:pt x="66" y="102"/>
                      <a:pt x="66" y="102"/>
                      <a:pt x="67" y="102"/>
                    </a:cubicBezTo>
                    <a:cubicBezTo>
                      <a:pt x="68" y="102"/>
                      <a:pt x="69" y="102"/>
                      <a:pt x="69" y="102"/>
                    </a:cubicBezTo>
                    <a:cubicBezTo>
                      <a:pt x="68" y="104"/>
                      <a:pt x="68" y="104"/>
                      <a:pt x="68" y="104"/>
                    </a:cubicBezTo>
                    <a:cubicBezTo>
                      <a:pt x="68" y="104"/>
                      <a:pt x="69" y="103"/>
                      <a:pt x="70" y="103"/>
                    </a:cubicBezTo>
                    <a:cubicBezTo>
                      <a:pt x="71" y="103"/>
                      <a:pt x="71" y="104"/>
                      <a:pt x="72" y="104"/>
                    </a:cubicBezTo>
                    <a:cubicBezTo>
                      <a:pt x="73" y="103"/>
                      <a:pt x="73" y="103"/>
                      <a:pt x="74" y="103"/>
                    </a:cubicBezTo>
                    <a:cubicBezTo>
                      <a:pt x="75" y="102"/>
                      <a:pt x="76" y="102"/>
                      <a:pt x="76" y="102"/>
                    </a:cubicBezTo>
                    <a:cubicBezTo>
                      <a:pt x="77" y="102"/>
                      <a:pt x="77" y="102"/>
                      <a:pt x="78" y="102"/>
                    </a:cubicBezTo>
                    <a:cubicBezTo>
                      <a:pt x="78" y="102"/>
                      <a:pt x="80" y="104"/>
                      <a:pt x="80" y="104"/>
                    </a:cubicBezTo>
                    <a:cubicBezTo>
                      <a:pt x="81" y="103"/>
                      <a:pt x="83" y="103"/>
                      <a:pt x="83" y="103"/>
                    </a:cubicBezTo>
                    <a:cubicBezTo>
                      <a:pt x="83" y="103"/>
                      <a:pt x="77" y="109"/>
                      <a:pt x="63" y="110"/>
                    </a:cubicBezTo>
                    <a:cubicBezTo>
                      <a:pt x="63" y="110"/>
                      <a:pt x="94" y="111"/>
                      <a:pt x="110" y="82"/>
                    </a:cubicBezTo>
                    <a:cubicBezTo>
                      <a:pt x="127" y="52"/>
                      <a:pt x="116" y="14"/>
                      <a:pt x="77" y="1"/>
                    </a:cubicBezTo>
                    <a:cubicBezTo>
                      <a:pt x="77" y="1"/>
                      <a:pt x="106" y="12"/>
                      <a:pt x="114" y="40"/>
                    </a:cubicBezTo>
                    <a:cubicBezTo>
                      <a:pt x="113" y="40"/>
                      <a:pt x="113" y="40"/>
                      <a:pt x="113" y="40"/>
                    </a:cubicBezTo>
                    <a:cubicBezTo>
                      <a:pt x="112" y="40"/>
                      <a:pt x="112" y="40"/>
                      <a:pt x="112" y="39"/>
                    </a:cubicBezTo>
                    <a:cubicBezTo>
                      <a:pt x="111" y="37"/>
                      <a:pt x="112" y="38"/>
                      <a:pt x="111" y="37"/>
                    </a:cubicBezTo>
                    <a:cubicBezTo>
                      <a:pt x="111" y="36"/>
                      <a:pt x="111" y="36"/>
                      <a:pt x="110" y="35"/>
                    </a:cubicBezTo>
                    <a:cubicBezTo>
                      <a:pt x="110" y="35"/>
                      <a:pt x="109" y="35"/>
                      <a:pt x="109" y="34"/>
                    </a:cubicBezTo>
                    <a:cubicBezTo>
                      <a:pt x="108" y="34"/>
                      <a:pt x="108" y="32"/>
                      <a:pt x="107" y="31"/>
                    </a:cubicBezTo>
                    <a:cubicBezTo>
                      <a:pt x="107" y="31"/>
                      <a:pt x="106" y="31"/>
                      <a:pt x="105" y="31"/>
                    </a:cubicBezTo>
                    <a:cubicBezTo>
                      <a:pt x="105" y="31"/>
                      <a:pt x="105" y="30"/>
                      <a:pt x="105" y="31"/>
                    </a:cubicBezTo>
                    <a:cubicBezTo>
                      <a:pt x="105" y="31"/>
                      <a:pt x="106" y="32"/>
                      <a:pt x="106" y="32"/>
                    </a:cubicBezTo>
                    <a:cubicBezTo>
                      <a:pt x="106" y="34"/>
                      <a:pt x="106" y="34"/>
                      <a:pt x="106" y="34"/>
                    </a:cubicBezTo>
                    <a:cubicBezTo>
                      <a:pt x="106" y="34"/>
                      <a:pt x="106" y="36"/>
                      <a:pt x="106" y="37"/>
                    </a:cubicBezTo>
                    <a:cubicBezTo>
                      <a:pt x="106" y="37"/>
                      <a:pt x="106" y="39"/>
                      <a:pt x="106" y="39"/>
                    </a:cubicBezTo>
                    <a:cubicBezTo>
                      <a:pt x="106" y="39"/>
                      <a:pt x="105" y="40"/>
                      <a:pt x="105" y="41"/>
                    </a:cubicBezTo>
                    <a:cubicBezTo>
                      <a:pt x="104" y="41"/>
                      <a:pt x="101" y="41"/>
                      <a:pt x="101" y="41"/>
                    </a:cubicBezTo>
                    <a:cubicBezTo>
                      <a:pt x="101" y="41"/>
                      <a:pt x="101" y="40"/>
                      <a:pt x="100" y="39"/>
                    </a:cubicBezTo>
                    <a:cubicBezTo>
                      <a:pt x="100" y="38"/>
                      <a:pt x="98" y="38"/>
                      <a:pt x="98" y="38"/>
                    </a:cubicBezTo>
                    <a:cubicBezTo>
                      <a:pt x="97" y="37"/>
                      <a:pt x="98" y="37"/>
                      <a:pt x="97" y="36"/>
                    </a:cubicBezTo>
                    <a:cubicBezTo>
                      <a:pt x="96" y="35"/>
                      <a:pt x="97" y="35"/>
                      <a:pt x="96" y="34"/>
                    </a:cubicBezTo>
                    <a:cubicBezTo>
                      <a:pt x="95" y="33"/>
                      <a:pt x="95" y="33"/>
                      <a:pt x="95" y="33"/>
                    </a:cubicBezTo>
                    <a:cubicBezTo>
                      <a:pt x="95" y="33"/>
                      <a:pt x="93" y="32"/>
                      <a:pt x="94" y="34"/>
                    </a:cubicBezTo>
                    <a:cubicBezTo>
                      <a:pt x="94" y="35"/>
                      <a:pt x="93" y="36"/>
                      <a:pt x="94" y="36"/>
                    </a:cubicBezTo>
                    <a:cubicBezTo>
                      <a:pt x="95" y="37"/>
                      <a:pt x="95" y="36"/>
                      <a:pt x="96" y="37"/>
                    </a:cubicBezTo>
                    <a:cubicBezTo>
                      <a:pt x="96" y="38"/>
                      <a:pt x="96" y="39"/>
                      <a:pt x="97" y="39"/>
                    </a:cubicBezTo>
                    <a:cubicBezTo>
                      <a:pt x="97" y="40"/>
                      <a:pt x="97" y="41"/>
                      <a:pt x="98" y="41"/>
                    </a:cubicBezTo>
                    <a:cubicBezTo>
                      <a:pt x="98" y="42"/>
                      <a:pt x="100" y="41"/>
                      <a:pt x="100" y="42"/>
                    </a:cubicBezTo>
                    <a:cubicBezTo>
                      <a:pt x="99" y="43"/>
                      <a:pt x="99" y="44"/>
                      <a:pt x="100" y="44"/>
                    </a:cubicBezTo>
                    <a:cubicBezTo>
                      <a:pt x="100" y="44"/>
                      <a:pt x="101" y="45"/>
                      <a:pt x="101" y="44"/>
                    </a:cubicBezTo>
                    <a:cubicBezTo>
                      <a:pt x="102" y="44"/>
                      <a:pt x="101" y="45"/>
                      <a:pt x="102" y="44"/>
                    </a:cubicBezTo>
                    <a:cubicBezTo>
                      <a:pt x="103" y="44"/>
                      <a:pt x="104" y="44"/>
                      <a:pt x="104" y="44"/>
                    </a:cubicBezTo>
                    <a:cubicBezTo>
                      <a:pt x="104" y="44"/>
                      <a:pt x="105" y="45"/>
                      <a:pt x="105" y="45"/>
                    </a:cubicBezTo>
                    <a:cubicBezTo>
                      <a:pt x="105" y="45"/>
                      <a:pt x="105" y="48"/>
                      <a:pt x="105" y="48"/>
                    </a:cubicBezTo>
                    <a:cubicBezTo>
                      <a:pt x="104" y="50"/>
                      <a:pt x="104" y="50"/>
                      <a:pt x="104" y="50"/>
                    </a:cubicBezTo>
                    <a:cubicBezTo>
                      <a:pt x="104" y="50"/>
                      <a:pt x="104" y="54"/>
                      <a:pt x="103" y="54"/>
                    </a:cubicBezTo>
                    <a:cubicBezTo>
                      <a:pt x="103" y="54"/>
                      <a:pt x="102" y="55"/>
                      <a:pt x="101" y="56"/>
                    </a:cubicBezTo>
                    <a:cubicBezTo>
                      <a:pt x="101" y="56"/>
                      <a:pt x="101" y="59"/>
                      <a:pt x="101" y="59"/>
                    </a:cubicBezTo>
                    <a:cubicBezTo>
                      <a:pt x="100" y="60"/>
                      <a:pt x="100" y="60"/>
                      <a:pt x="100" y="60"/>
                    </a:cubicBezTo>
                    <a:cubicBezTo>
                      <a:pt x="100" y="60"/>
                      <a:pt x="100" y="62"/>
                      <a:pt x="100" y="62"/>
                    </a:cubicBezTo>
                    <a:cubicBezTo>
                      <a:pt x="100" y="63"/>
                      <a:pt x="100" y="65"/>
                      <a:pt x="100" y="66"/>
                    </a:cubicBezTo>
                    <a:cubicBezTo>
                      <a:pt x="100" y="67"/>
                      <a:pt x="98" y="68"/>
                      <a:pt x="98" y="68"/>
                    </a:cubicBezTo>
                    <a:cubicBezTo>
                      <a:pt x="98" y="68"/>
                      <a:pt x="100" y="70"/>
                      <a:pt x="99" y="70"/>
                    </a:cubicBezTo>
                    <a:cubicBezTo>
                      <a:pt x="98" y="70"/>
                      <a:pt x="97" y="72"/>
                      <a:pt x="97" y="72"/>
                    </a:cubicBezTo>
                    <a:cubicBezTo>
                      <a:pt x="97" y="73"/>
                      <a:pt x="97" y="74"/>
                      <a:pt x="96" y="74"/>
                    </a:cubicBezTo>
                    <a:cubicBezTo>
                      <a:pt x="95" y="74"/>
                      <a:pt x="94" y="74"/>
                      <a:pt x="94" y="74"/>
                    </a:cubicBezTo>
                    <a:cubicBezTo>
                      <a:pt x="94" y="75"/>
                      <a:pt x="94" y="76"/>
                      <a:pt x="94" y="76"/>
                    </a:cubicBezTo>
                    <a:cubicBezTo>
                      <a:pt x="92" y="79"/>
                      <a:pt x="92" y="79"/>
                      <a:pt x="92" y="79"/>
                    </a:cubicBezTo>
                    <a:cubicBezTo>
                      <a:pt x="90" y="81"/>
                      <a:pt x="90" y="81"/>
                      <a:pt x="90" y="81"/>
                    </a:cubicBezTo>
                    <a:cubicBezTo>
                      <a:pt x="90" y="81"/>
                      <a:pt x="90" y="83"/>
                      <a:pt x="89" y="83"/>
                    </a:cubicBezTo>
                    <a:cubicBezTo>
                      <a:pt x="88" y="83"/>
                      <a:pt x="86" y="84"/>
                      <a:pt x="85" y="85"/>
                    </a:cubicBezTo>
                    <a:cubicBezTo>
                      <a:pt x="85" y="85"/>
                      <a:pt x="83" y="86"/>
                      <a:pt x="82" y="86"/>
                    </a:cubicBezTo>
                    <a:cubicBezTo>
                      <a:pt x="82" y="86"/>
                      <a:pt x="83" y="88"/>
                      <a:pt x="82" y="86"/>
                    </a:cubicBezTo>
                    <a:cubicBezTo>
                      <a:pt x="81" y="84"/>
                      <a:pt x="82" y="85"/>
                      <a:pt x="81" y="83"/>
                    </a:cubicBezTo>
                    <a:cubicBezTo>
                      <a:pt x="80" y="81"/>
                      <a:pt x="80" y="83"/>
                      <a:pt x="80" y="81"/>
                    </a:cubicBezTo>
                    <a:cubicBezTo>
                      <a:pt x="80" y="79"/>
                      <a:pt x="80" y="81"/>
                      <a:pt x="80" y="79"/>
                    </a:cubicBezTo>
                    <a:cubicBezTo>
                      <a:pt x="80" y="78"/>
                      <a:pt x="80" y="79"/>
                      <a:pt x="79" y="77"/>
                    </a:cubicBezTo>
                    <a:cubicBezTo>
                      <a:pt x="79" y="76"/>
                      <a:pt x="79" y="76"/>
                      <a:pt x="78" y="75"/>
                    </a:cubicBezTo>
                    <a:cubicBezTo>
                      <a:pt x="77" y="74"/>
                      <a:pt x="76" y="75"/>
                      <a:pt x="76" y="73"/>
                    </a:cubicBezTo>
                    <a:cubicBezTo>
                      <a:pt x="77" y="72"/>
                      <a:pt x="77" y="73"/>
                      <a:pt x="77" y="72"/>
                    </a:cubicBezTo>
                    <a:cubicBezTo>
                      <a:pt x="77" y="70"/>
                      <a:pt x="77" y="70"/>
                      <a:pt x="78" y="69"/>
                    </a:cubicBezTo>
                    <a:cubicBezTo>
                      <a:pt x="79" y="68"/>
                      <a:pt x="80" y="68"/>
                      <a:pt x="80" y="67"/>
                    </a:cubicBezTo>
                    <a:cubicBezTo>
                      <a:pt x="80" y="66"/>
                      <a:pt x="80" y="66"/>
                      <a:pt x="79" y="65"/>
                    </a:cubicBezTo>
                    <a:cubicBezTo>
                      <a:pt x="79" y="64"/>
                      <a:pt x="78" y="63"/>
                      <a:pt x="78" y="63"/>
                    </a:cubicBezTo>
                    <a:cubicBezTo>
                      <a:pt x="78" y="63"/>
                      <a:pt x="78" y="63"/>
                      <a:pt x="77" y="62"/>
                    </a:cubicBezTo>
                    <a:cubicBezTo>
                      <a:pt x="76" y="61"/>
                      <a:pt x="76" y="60"/>
                      <a:pt x="76" y="60"/>
                    </a:cubicBezTo>
                    <a:cubicBezTo>
                      <a:pt x="76" y="60"/>
                      <a:pt x="76" y="57"/>
                      <a:pt x="76" y="56"/>
                    </a:cubicBezTo>
                    <a:cubicBezTo>
                      <a:pt x="76" y="55"/>
                      <a:pt x="75" y="57"/>
                      <a:pt x="76" y="55"/>
                    </a:cubicBezTo>
                    <a:cubicBezTo>
                      <a:pt x="76" y="53"/>
                      <a:pt x="76" y="52"/>
                      <a:pt x="76" y="52"/>
                    </a:cubicBezTo>
                    <a:cubicBezTo>
                      <a:pt x="76" y="52"/>
                      <a:pt x="74" y="51"/>
                      <a:pt x="73" y="51"/>
                    </a:cubicBezTo>
                    <a:cubicBezTo>
                      <a:pt x="73" y="51"/>
                      <a:pt x="73" y="52"/>
                      <a:pt x="72" y="52"/>
                    </a:cubicBezTo>
                    <a:cubicBezTo>
                      <a:pt x="70" y="51"/>
                      <a:pt x="71" y="50"/>
                      <a:pt x="70" y="50"/>
                    </a:cubicBezTo>
                    <a:cubicBezTo>
                      <a:pt x="70" y="49"/>
                      <a:pt x="69" y="49"/>
                      <a:pt x="68" y="50"/>
                    </a:cubicBezTo>
                    <a:cubicBezTo>
                      <a:pt x="68" y="50"/>
                      <a:pt x="66" y="50"/>
                      <a:pt x="65" y="51"/>
                    </a:cubicBezTo>
                    <a:cubicBezTo>
                      <a:pt x="64" y="51"/>
                      <a:pt x="64" y="51"/>
                      <a:pt x="62" y="51"/>
                    </a:cubicBezTo>
                    <a:cubicBezTo>
                      <a:pt x="61" y="51"/>
                      <a:pt x="59" y="52"/>
                      <a:pt x="58" y="51"/>
                    </a:cubicBezTo>
                    <a:cubicBezTo>
                      <a:pt x="56" y="51"/>
                      <a:pt x="56" y="51"/>
                      <a:pt x="56" y="50"/>
                    </a:cubicBezTo>
                    <a:cubicBezTo>
                      <a:pt x="55" y="49"/>
                      <a:pt x="56" y="49"/>
                      <a:pt x="55" y="48"/>
                    </a:cubicBezTo>
                    <a:cubicBezTo>
                      <a:pt x="53" y="48"/>
                      <a:pt x="53" y="48"/>
                      <a:pt x="53" y="47"/>
                    </a:cubicBezTo>
                    <a:cubicBezTo>
                      <a:pt x="53" y="46"/>
                      <a:pt x="53" y="46"/>
                      <a:pt x="53" y="45"/>
                    </a:cubicBezTo>
                    <a:cubicBezTo>
                      <a:pt x="52" y="44"/>
                      <a:pt x="53" y="46"/>
                      <a:pt x="52" y="44"/>
                    </a:cubicBezTo>
                    <a:cubicBezTo>
                      <a:pt x="50" y="42"/>
                      <a:pt x="50" y="44"/>
                      <a:pt x="50" y="42"/>
                    </a:cubicBezTo>
                    <a:cubicBezTo>
                      <a:pt x="51" y="41"/>
                      <a:pt x="51" y="42"/>
                      <a:pt x="51" y="40"/>
                    </a:cubicBezTo>
                    <a:cubicBezTo>
                      <a:pt x="51" y="39"/>
                      <a:pt x="53" y="41"/>
                      <a:pt x="52" y="38"/>
                    </a:cubicBezTo>
                    <a:cubicBezTo>
                      <a:pt x="51" y="35"/>
                      <a:pt x="50" y="35"/>
                      <a:pt x="52" y="33"/>
                    </a:cubicBezTo>
                    <a:cubicBezTo>
                      <a:pt x="53" y="31"/>
                      <a:pt x="55" y="30"/>
                      <a:pt x="55" y="30"/>
                    </a:cubicBezTo>
                    <a:cubicBezTo>
                      <a:pt x="55" y="29"/>
                      <a:pt x="56" y="28"/>
                      <a:pt x="56" y="27"/>
                    </a:cubicBezTo>
                    <a:cubicBezTo>
                      <a:pt x="57" y="27"/>
                      <a:pt x="56" y="27"/>
                      <a:pt x="58" y="27"/>
                    </a:cubicBezTo>
                    <a:cubicBezTo>
                      <a:pt x="59" y="27"/>
                      <a:pt x="60" y="26"/>
                      <a:pt x="61" y="26"/>
                    </a:cubicBezTo>
                    <a:cubicBezTo>
                      <a:pt x="62" y="25"/>
                      <a:pt x="63" y="24"/>
                      <a:pt x="63" y="23"/>
                    </a:cubicBezTo>
                    <a:cubicBezTo>
                      <a:pt x="64" y="23"/>
                      <a:pt x="63" y="24"/>
                      <a:pt x="65" y="23"/>
                    </a:cubicBezTo>
                    <a:cubicBezTo>
                      <a:pt x="66" y="23"/>
                      <a:pt x="66" y="23"/>
                      <a:pt x="67" y="23"/>
                    </a:cubicBezTo>
                    <a:cubicBezTo>
                      <a:pt x="68" y="23"/>
                      <a:pt x="66" y="23"/>
                      <a:pt x="68" y="23"/>
                    </a:cubicBezTo>
                    <a:cubicBezTo>
                      <a:pt x="70" y="22"/>
                      <a:pt x="70" y="22"/>
                      <a:pt x="70" y="22"/>
                    </a:cubicBezTo>
                    <a:cubicBezTo>
                      <a:pt x="71" y="22"/>
                      <a:pt x="71" y="23"/>
                      <a:pt x="72" y="23"/>
                    </a:cubicBezTo>
                    <a:cubicBezTo>
                      <a:pt x="72" y="23"/>
                      <a:pt x="72" y="21"/>
                      <a:pt x="72" y="23"/>
                    </a:cubicBezTo>
                    <a:cubicBezTo>
                      <a:pt x="73" y="25"/>
                      <a:pt x="72" y="26"/>
                      <a:pt x="73" y="26"/>
                    </a:cubicBezTo>
                    <a:cubicBezTo>
                      <a:pt x="75" y="26"/>
                      <a:pt x="73" y="26"/>
                      <a:pt x="75" y="26"/>
                    </a:cubicBezTo>
                    <a:cubicBezTo>
                      <a:pt x="76" y="26"/>
                      <a:pt x="76" y="26"/>
                      <a:pt x="77" y="27"/>
                    </a:cubicBezTo>
                    <a:cubicBezTo>
                      <a:pt x="77" y="27"/>
                      <a:pt x="78" y="27"/>
                      <a:pt x="79" y="27"/>
                    </a:cubicBezTo>
                    <a:cubicBezTo>
                      <a:pt x="80" y="27"/>
                      <a:pt x="79" y="29"/>
                      <a:pt x="80" y="27"/>
                    </a:cubicBezTo>
                    <a:cubicBezTo>
                      <a:pt x="82" y="26"/>
                      <a:pt x="79" y="26"/>
                      <a:pt x="82" y="26"/>
                    </a:cubicBezTo>
                    <a:cubicBezTo>
                      <a:pt x="85" y="26"/>
                      <a:pt x="85" y="27"/>
                      <a:pt x="86" y="26"/>
                    </a:cubicBezTo>
                    <a:cubicBezTo>
                      <a:pt x="86" y="26"/>
                      <a:pt x="86" y="27"/>
                      <a:pt x="88" y="26"/>
                    </a:cubicBezTo>
                    <a:cubicBezTo>
                      <a:pt x="89" y="25"/>
                      <a:pt x="89" y="25"/>
                      <a:pt x="90" y="26"/>
                    </a:cubicBezTo>
                    <a:cubicBezTo>
                      <a:pt x="90" y="26"/>
                      <a:pt x="90" y="27"/>
                      <a:pt x="91" y="26"/>
                    </a:cubicBezTo>
                    <a:cubicBezTo>
                      <a:pt x="91" y="25"/>
                      <a:pt x="92" y="25"/>
                      <a:pt x="91" y="24"/>
                    </a:cubicBezTo>
                    <a:cubicBezTo>
                      <a:pt x="89" y="24"/>
                      <a:pt x="89" y="24"/>
                      <a:pt x="88" y="23"/>
                    </a:cubicBezTo>
                    <a:cubicBezTo>
                      <a:pt x="88" y="22"/>
                      <a:pt x="90" y="23"/>
                      <a:pt x="88" y="22"/>
                    </a:cubicBezTo>
                    <a:cubicBezTo>
                      <a:pt x="87" y="22"/>
                      <a:pt x="87" y="22"/>
                      <a:pt x="86" y="22"/>
                    </a:cubicBezTo>
                    <a:cubicBezTo>
                      <a:pt x="84" y="21"/>
                      <a:pt x="83" y="23"/>
                      <a:pt x="83" y="22"/>
                    </a:cubicBezTo>
                    <a:cubicBezTo>
                      <a:pt x="83" y="21"/>
                      <a:pt x="80" y="23"/>
                      <a:pt x="83" y="21"/>
                    </a:cubicBezTo>
                    <a:cubicBezTo>
                      <a:pt x="85" y="19"/>
                      <a:pt x="84" y="18"/>
                      <a:pt x="85" y="18"/>
                    </a:cubicBezTo>
                    <a:cubicBezTo>
                      <a:pt x="87" y="19"/>
                      <a:pt x="86" y="20"/>
                      <a:pt x="87" y="19"/>
                    </a:cubicBezTo>
                    <a:cubicBezTo>
                      <a:pt x="88" y="18"/>
                      <a:pt x="90" y="18"/>
                      <a:pt x="88" y="17"/>
                    </a:cubicBezTo>
                    <a:cubicBezTo>
                      <a:pt x="86" y="16"/>
                      <a:pt x="88" y="16"/>
                      <a:pt x="86" y="15"/>
                    </a:cubicBezTo>
                    <a:cubicBezTo>
                      <a:pt x="84" y="14"/>
                      <a:pt x="83" y="18"/>
                      <a:pt x="82" y="18"/>
                    </a:cubicBezTo>
                    <a:cubicBezTo>
                      <a:pt x="81" y="17"/>
                      <a:pt x="81" y="17"/>
                      <a:pt x="80" y="17"/>
                    </a:cubicBezTo>
                    <a:cubicBezTo>
                      <a:pt x="80" y="17"/>
                      <a:pt x="80" y="19"/>
                      <a:pt x="80" y="20"/>
                    </a:cubicBezTo>
                    <a:cubicBezTo>
                      <a:pt x="79" y="21"/>
                      <a:pt x="80" y="21"/>
                      <a:pt x="79" y="20"/>
                    </a:cubicBezTo>
                    <a:cubicBezTo>
                      <a:pt x="77" y="20"/>
                      <a:pt x="81" y="20"/>
                      <a:pt x="77" y="18"/>
                    </a:cubicBezTo>
                    <a:cubicBezTo>
                      <a:pt x="73" y="17"/>
                      <a:pt x="72" y="17"/>
                      <a:pt x="71" y="18"/>
                    </a:cubicBezTo>
                    <a:cubicBezTo>
                      <a:pt x="71" y="18"/>
                      <a:pt x="70" y="18"/>
                      <a:pt x="70" y="19"/>
                    </a:cubicBezTo>
                    <a:cubicBezTo>
                      <a:pt x="69" y="19"/>
                      <a:pt x="71" y="20"/>
                      <a:pt x="69" y="19"/>
                    </a:cubicBezTo>
                    <a:cubicBezTo>
                      <a:pt x="68" y="18"/>
                      <a:pt x="66" y="20"/>
                      <a:pt x="66" y="20"/>
                    </a:cubicBezTo>
                    <a:cubicBezTo>
                      <a:pt x="66" y="20"/>
                      <a:pt x="66" y="19"/>
                      <a:pt x="65" y="20"/>
                    </a:cubicBezTo>
                    <a:cubicBezTo>
                      <a:pt x="64" y="20"/>
                      <a:pt x="63" y="21"/>
                      <a:pt x="62" y="21"/>
                    </a:cubicBezTo>
                    <a:cubicBezTo>
                      <a:pt x="61" y="20"/>
                      <a:pt x="60" y="21"/>
                      <a:pt x="61" y="19"/>
                    </a:cubicBezTo>
                    <a:cubicBezTo>
                      <a:pt x="63" y="17"/>
                      <a:pt x="62" y="18"/>
                      <a:pt x="64" y="17"/>
                    </a:cubicBezTo>
                    <a:cubicBezTo>
                      <a:pt x="66" y="16"/>
                      <a:pt x="69" y="16"/>
                      <a:pt x="66" y="16"/>
                    </a:cubicBezTo>
                    <a:cubicBezTo>
                      <a:pt x="63" y="15"/>
                      <a:pt x="68" y="15"/>
                      <a:pt x="64" y="13"/>
                    </a:cubicBezTo>
                    <a:cubicBezTo>
                      <a:pt x="60" y="11"/>
                      <a:pt x="60" y="14"/>
                      <a:pt x="60" y="11"/>
                    </a:cubicBezTo>
                    <a:cubicBezTo>
                      <a:pt x="61" y="9"/>
                      <a:pt x="60" y="9"/>
                      <a:pt x="59" y="9"/>
                    </a:cubicBezTo>
                    <a:cubicBezTo>
                      <a:pt x="59" y="9"/>
                      <a:pt x="56" y="10"/>
                      <a:pt x="55" y="10"/>
                    </a:cubicBezTo>
                    <a:cubicBezTo>
                      <a:pt x="54" y="10"/>
                      <a:pt x="55" y="11"/>
                      <a:pt x="54" y="10"/>
                    </a:cubicBezTo>
                    <a:cubicBezTo>
                      <a:pt x="52" y="9"/>
                      <a:pt x="51" y="10"/>
                      <a:pt x="52" y="9"/>
                    </a:cubicBezTo>
                    <a:cubicBezTo>
                      <a:pt x="53" y="7"/>
                      <a:pt x="53" y="7"/>
                      <a:pt x="54" y="6"/>
                    </a:cubicBezTo>
                    <a:cubicBezTo>
                      <a:pt x="55" y="5"/>
                      <a:pt x="55" y="2"/>
                      <a:pt x="57" y="3"/>
                    </a:cubicBezTo>
                    <a:cubicBezTo>
                      <a:pt x="60" y="4"/>
                      <a:pt x="59" y="4"/>
                      <a:pt x="61" y="4"/>
                    </a:cubicBezTo>
                    <a:cubicBezTo>
                      <a:pt x="63" y="4"/>
                      <a:pt x="64" y="4"/>
                      <a:pt x="64" y="3"/>
                    </a:cubicBezTo>
                    <a:cubicBezTo>
                      <a:pt x="64" y="3"/>
                      <a:pt x="62" y="2"/>
                      <a:pt x="62" y="2"/>
                    </a:cubicBezTo>
                    <a:cubicBezTo>
                      <a:pt x="62" y="2"/>
                      <a:pt x="61" y="2"/>
                      <a:pt x="61" y="2"/>
                    </a:cubicBezTo>
                    <a:cubicBezTo>
                      <a:pt x="61" y="1"/>
                      <a:pt x="62" y="0"/>
                      <a:pt x="62" y="0"/>
                    </a:cubicBezTo>
                    <a:cubicBezTo>
                      <a:pt x="61" y="0"/>
                      <a:pt x="61" y="0"/>
                      <a:pt x="61" y="0"/>
                    </a:cubicBezTo>
                    <a:cubicBezTo>
                      <a:pt x="61" y="0"/>
                      <a:pt x="54" y="0"/>
                      <a:pt x="52" y="0"/>
                    </a:cubicBezTo>
                    <a:close/>
                  </a:path>
                </a:pathLst>
              </a:custGeom>
              <a:solidFill>
                <a:schemeClr val="accent4"/>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5" name="Freeform 3769"/>
              <p:cNvSpPr/>
              <p:nvPr/>
            </p:nvSpPr>
            <p:spPr bwMode="auto">
              <a:xfrm>
                <a:off x="8374565" y="4646548"/>
                <a:ext cx="110687" cy="128296"/>
              </a:xfrm>
              <a:custGeom>
                <a:avLst/>
                <a:gdLst>
                  <a:gd fmla="*/ 26 w 37" name="T0"/>
                  <a:gd fmla="*/ 2 h 43" name="T1"/>
                  <a:gd fmla="*/ 26 w 37" name="T2"/>
                  <a:gd fmla="*/ 16 h 43" name="T3"/>
                  <a:gd fmla="*/ 15 w 37" name="T4"/>
                  <a:gd fmla="*/ 25 h 43" name="T5"/>
                  <a:gd fmla="*/ 1 w 37" name="T6"/>
                  <a:gd fmla="*/ 35 h 43" name="T7"/>
                  <a:gd fmla="*/ 37 w 37" name="T8"/>
                  <a:gd fmla="*/ 43 h 43" name="T9"/>
                  <a:gd fmla="*/ 37 w 37" name="T10"/>
                  <a:gd fmla="*/ 0 h 43" name="T11"/>
                  <a:gd fmla="*/ 26 w 37" name="T12"/>
                  <a:gd fmla="*/ 2 h 43" name="T13"/>
                </a:gdLst>
                <a:ahLst/>
                <a:cxnLst>
                  <a:cxn ang="0">
                    <a:pos x="T0" y="T1"/>
                  </a:cxn>
                  <a:cxn ang="0">
                    <a:pos x="T2" y="T3"/>
                  </a:cxn>
                  <a:cxn ang="0">
                    <a:pos x="T4" y="T5"/>
                  </a:cxn>
                  <a:cxn ang="0">
                    <a:pos x="T6" y="T7"/>
                  </a:cxn>
                  <a:cxn ang="0">
                    <a:pos x="T8" y="T9"/>
                  </a:cxn>
                  <a:cxn ang="0">
                    <a:pos x="T10" y="T11"/>
                  </a:cxn>
                  <a:cxn ang="0">
                    <a:pos x="T12" y="T13"/>
                  </a:cxn>
                </a:cxnLst>
                <a:rect b="b" l="0" r="r" t="0"/>
                <a:pathLst>
                  <a:path h="43" w="37">
                    <a:moveTo>
                      <a:pt x="26" y="2"/>
                    </a:moveTo>
                    <a:cubicBezTo>
                      <a:pt x="26" y="16"/>
                      <a:pt x="26" y="16"/>
                      <a:pt x="26" y="16"/>
                    </a:cubicBezTo>
                    <a:cubicBezTo>
                      <a:pt x="26" y="16"/>
                      <a:pt x="22" y="22"/>
                      <a:pt x="15" y="25"/>
                    </a:cubicBezTo>
                    <a:cubicBezTo>
                      <a:pt x="7" y="27"/>
                      <a:pt x="0" y="31"/>
                      <a:pt x="1" y="35"/>
                    </a:cubicBezTo>
                    <a:cubicBezTo>
                      <a:pt x="2" y="39"/>
                      <a:pt x="11" y="43"/>
                      <a:pt x="37" y="43"/>
                    </a:cubicBezTo>
                    <a:cubicBezTo>
                      <a:pt x="37" y="0"/>
                      <a:pt x="37" y="0"/>
                      <a:pt x="37" y="0"/>
                    </a:cubicBezTo>
                    <a:lnTo>
                      <a:pt x="26" y="2"/>
                    </a:lnTo>
                    <a:close/>
                  </a:path>
                </a:pathLst>
              </a:custGeom>
              <a:solidFill>
                <a:schemeClr val="accent4"/>
              </a:solidFill>
              <a:ln>
                <a:noFill/>
              </a:ln>
            </p:spPr>
            <p:txBody>
              <a:bodyPr anchor="t" anchorCtr="0" bIns="48216" compatLnSpc="1" lIns="96430" numCol="1" rIns="96430" tIns="48216" vert="horz" wrap="square">
                <a:normAutofit fontScale="25000" lnSpcReduction="2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6" name="Freeform 3770"/>
              <p:cNvSpPr/>
              <p:nvPr/>
            </p:nvSpPr>
            <p:spPr bwMode="auto">
              <a:xfrm>
                <a:off x="8472672" y="4646548"/>
                <a:ext cx="101882" cy="128296"/>
              </a:xfrm>
              <a:custGeom>
                <a:avLst/>
                <a:gdLst>
                  <a:gd fmla="*/ 8 w 34" name="T0"/>
                  <a:gd fmla="*/ 2 h 43" name="T1"/>
                  <a:gd fmla="*/ 8 w 34" name="T2"/>
                  <a:gd fmla="*/ 16 h 43" name="T3"/>
                  <a:gd fmla="*/ 18 w 34" name="T4"/>
                  <a:gd fmla="*/ 25 h 43" name="T5"/>
                  <a:gd fmla="*/ 34 w 34" name="T6"/>
                  <a:gd fmla="*/ 35 h 43" name="T7"/>
                  <a:gd fmla="*/ 0 w 34" name="T8"/>
                  <a:gd fmla="*/ 43 h 43" name="T9"/>
                  <a:gd fmla="*/ 0 w 34" name="T10"/>
                  <a:gd fmla="*/ 0 h 43" name="T11"/>
                  <a:gd fmla="*/ 8 w 34" name="T12"/>
                  <a:gd fmla="*/ 2 h 43" name="T13"/>
                </a:gdLst>
                <a:ahLst/>
                <a:cxnLst>
                  <a:cxn ang="0">
                    <a:pos x="T0" y="T1"/>
                  </a:cxn>
                  <a:cxn ang="0">
                    <a:pos x="T2" y="T3"/>
                  </a:cxn>
                  <a:cxn ang="0">
                    <a:pos x="T4" y="T5"/>
                  </a:cxn>
                  <a:cxn ang="0">
                    <a:pos x="T6" y="T7"/>
                  </a:cxn>
                  <a:cxn ang="0">
                    <a:pos x="T8" y="T9"/>
                  </a:cxn>
                  <a:cxn ang="0">
                    <a:pos x="T10" y="T11"/>
                  </a:cxn>
                  <a:cxn ang="0">
                    <a:pos x="T12" y="T13"/>
                  </a:cxn>
                </a:cxnLst>
                <a:rect b="b" l="0" r="r" t="0"/>
                <a:pathLst>
                  <a:path h="43" w="34">
                    <a:moveTo>
                      <a:pt x="8" y="2"/>
                    </a:moveTo>
                    <a:cubicBezTo>
                      <a:pt x="8" y="16"/>
                      <a:pt x="8" y="16"/>
                      <a:pt x="8" y="16"/>
                    </a:cubicBezTo>
                    <a:cubicBezTo>
                      <a:pt x="8" y="16"/>
                      <a:pt x="10" y="22"/>
                      <a:pt x="18" y="25"/>
                    </a:cubicBezTo>
                    <a:cubicBezTo>
                      <a:pt x="25" y="27"/>
                      <a:pt x="34" y="31"/>
                      <a:pt x="34" y="35"/>
                    </a:cubicBezTo>
                    <a:cubicBezTo>
                      <a:pt x="33" y="39"/>
                      <a:pt x="19" y="43"/>
                      <a:pt x="0" y="43"/>
                    </a:cubicBezTo>
                    <a:cubicBezTo>
                      <a:pt x="0" y="0"/>
                      <a:pt x="0" y="0"/>
                      <a:pt x="0" y="0"/>
                    </a:cubicBezTo>
                    <a:lnTo>
                      <a:pt x="8" y="2"/>
                    </a:lnTo>
                    <a:close/>
                  </a:path>
                </a:pathLst>
              </a:custGeom>
              <a:solidFill>
                <a:schemeClr val="accent4"/>
              </a:solidFill>
              <a:ln>
                <a:noFill/>
              </a:ln>
            </p:spPr>
            <p:txBody>
              <a:bodyPr anchor="t" anchorCtr="0" bIns="48216" compatLnSpc="1" lIns="96430" numCol="1" rIns="96430" tIns="48216" vert="horz" wrap="square">
                <a:normAutofit fontScale="25000" lnSpcReduction="2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7" name="Freeform 3771"/>
              <p:cNvSpPr/>
              <p:nvPr/>
            </p:nvSpPr>
            <p:spPr bwMode="auto">
              <a:xfrm>
                <a:off x="8291548" y="4274238"/>
                <a:ext cx="381114" cy="384887"/>
              </a:xfrm>
              <a:custGeom>
                <a:avLst/>
                <a:gdLst>
                  <a:gd fmla="*/ 94 w 128" name="T0"/>
                  <a:gd fmla="*/ 7 h 129" name="T1"/>
                  <a:gd fmla="*/ 120 w 128" name="T2"/>
                  <a:gd fmla="*/ 58 h 129" name="T3"/>
                  <a:gd fmla="*/ 57 w 128" name="T4"/>
                  <a:gd fmla="*/ 121 h 129" name="T5"/>
                  <a:gd fmla="*/ 7 w 128" name="T6"/>
                  <a:gd fmla="*/ 96 h 129" name="T7"/>
                  <a:gd fmla="*/ 0 w 128" name="T8"/>
                  <a:gd fmla="*/ 101 h 129" name="T9"/>
                  <a:gd fmla="*/ 57 w 128" name="T10"/>
                  <a:gd fmla="*/ 129 h 129" name="T11"/>
                  <a:gd fmla="*/ 128 w 128" name="T12"/>
                  <a:gd fmla="*/ 58 h 129" name="T13"/>
                  <a:gd fmla="*/ 99 w 128" name="T14"/>
                  <a:gd fmla="*/ 0 h 129" name="T15"/>
                  <a:gd fmla="*/ 94 w 128" name="T16"/>
                  <a:gd fmla="*/ 7 h 129"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29" w="128">
                    <a:moveTo>
                      <a:pt x="94" y="7"/>
                    </a:moveTo>
                    <a:cubicBezTo>
                      <a:pt x="110" y="18"/>
                      <a:pt x="120" y="37"/>
                      <a:pt x="120" y="58"/>
                    </a:cubicBezTo>
                    <a:cubicBezTo>
                      <a:pt x="120" y="93"/>
                      <a:pt x="92" y="121"/>
                      <a:pt x="57" y="121"/>
                    </a:cubicBezTo>
                    <a:cubicBezTo>
                      <a:pt x="37" y="121"/>
                      <a:pt x="18" y="111"/>
                      <a:pt x="7" y="96"/>
                    </a:cubicBezTo>
                    <a:cubicBezTo>
                      <a:pt x="0" y="101"/>
                      <a:pt x="0" y="101"/>
                      <a:pt x="0" y="101"/>
                    </a:cubicBezTo>
                    <a:cubicBezTo>
                      <a:pt x="13" y="118"/>
                      <a:pt x="34" y="129"/>
                      <a:pt x="57" y="129"/>
                    </a:cubicBezTo>
                    <a:cubicBezTo>
                      <a:pt x="97" y="129"/>
                      <a:pt x="128" y="97"/>
                      <a:pt x="128" y="58"/>
                    </a:cubicBezTo>
                    <a:cubicBezTo>
                      <a:pt x="128" y="34"/>
                      <a:pt x="117" y="13"/>
                      <a:pt x="99" y="0"/>
                    </a:cubicBezTo>
                    <a:lnTo>
                      <a:pt x="94" y="7"/>
                    </a:lnTo>
                    <a:close/>
                  </a:path>
                </a:pathLst>
              </a:custGeom>
              <a:solidFill>
                <a:schemeClr val="accent4"/>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8" name="Freeform 3772"/>
              <p:cNvSpPr>
                <a:spLocks noEditPoints="1"/>
              </p:cNvSpPr>
              <p:nvPr/>
            </p:nvSpPr>
            <p:spPr bwMode="auto">
              <a:xfrm>
                <a:off x="8294064" y="4284301"/>
                <a:ext cx="339606" cy="335833"/>
              </a:xfrm>
              <a:custGeom>
                <a:avLst/>
                <a:gdLst>
                  <a:gd fmla="*/ 57 w 114" name="T0"/>
                  <a:gd fmla="*/ 0 h 113" name="T1"/>
                  <a:gd fmla="*/ 0 w 114" name="T2"/>
                  <a:gd fmla="*/ 56 h 113" name="T3"/>
                  <a:gd fmla="*/ 57 w 114" name="T4"/>
                  <a:gd fmla="*/ 113 h 113" name="T5"/>
                  <a:gd fmla="*/ 114 w 114" name="T6"/>
                  <a:gd fmla="*/ 56 h 113" name="T7"/>
                  <a:gd fmla="*/ 57 w 114" name="T8"/>
                  <a:gd fmla="*/ 0 h 113" name="T9"/>
                  <a:gd fmla="*/ 57 w 114" name="T10"/>
                  <a:gd fmla="*/ 110 h 113" name="T11"/>
                  <a:gd fmla="*/ 3 w 114" name="T12"/>
                  <a:gd fmla="*/ 56 h 113" name="T13"/>
                  <a:gd fmla="*/ 57 w 114" name="T14"/>
                  <a:gd fmla="*/ 2 h 113" name="T15"/>
                  <a:gd fmla="*/ 111 w 114" name="T16"/>
                  <a:gd fmla="*/ 56 h 113" name="T17"/>
                  <a:gd fmla="*/ 57 w 114" name="T18"/>
                  <a:gd fmla="*/ 110 h 113" name="T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b="b" l="0" r="r" t="0"/>
                <a:pathLst>
                  <a:path h="113" w="114">
                    <a:moveTo>
                      <a:pt x="57" y="0"/>
                    </a:moveTo>
                    <a:cubicBezTo>
                      <a:pt x="26" y="0"/>
                      <a:pt x="0" y="25"/>
                      <a:pt x="0" y="56"/>
                    </a:cubicBezTo>
                    <a:cubicBezTo>
                      <a:pt x="0" y="87"/>
                      <a:pt x="26" y="113"/>
                      <a:pt x="57" y="113"/>
                    </a:cubicBezTo>
                    <a:cubicBezTo>
                      <a:pt x="88" y="113"/>
                      <a:pt x="114" y="87"/>
                      <a:pt x="114" y="56"/>
                    </a:cubicBezTo>
                    <a:cubicBezTo>
                      <a:pt x="114" y="25"/>
                      <a:pt x="88" y="0"/>
                      <a:pt x="57" y="0"/>
                    </a:cubicBezTo>
                    <a:close/>
                    <a:moveTo>
                      <a:pt x="57" y="110"/>
                    </a:moveTo>
                    <a:cubicBezTo>
                      <a:pt x="27" y="110"/>
                      <a:pt x="3" y="86"/>
                      <a:pt x="3" y="56"/>
                    </a:cubicBezTo>
                    <a:cubicBezTo>
                      <a:pt x="3" y="26"/>
                      <a:pt x="27" y="2"/>
                      <a:pt x="57" y="2"/>
                    </a:cubicBezTo>
                    <a:cubicBezTo>
                      <a:pt x="87" y="2"/>
                      <a:pt x="111" y="26"/>
                      <a:pt x="111" y="56"/>
                    </a:cubicBezTo>
                    <a:cubicBezTo>
                      <a:pt x="111" y="86"/>
                      <a:pt x="87" y="110"/>
                      <a:pt x="57" y="110"/>
                    </a:cubicBezTo>
                    <a:close/>
                  </a:path>
                </a:pathLst>
              </a:custGeom>
              <a:solidFill>
                <a:schemeClr val="accent4"/>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59" name="Freeform 3773"/>
              <p:cNvSpPr/>
              <p:nvPr/>
            </p:nvSpPr>
            <p:spPr bwMode="auto">
              <a:xfrm>
                <a:off x="8285261" y="4289332"/>
                <a:ext cx="378597" cy="330800"/>
              </a:xfrm>
              <a:custGeom>
                <a:avLst/>
                <a:gdLst>
                  <a:gd fmla="*/ 37 w 127" name="T0"/>
                  <a:gd fmla="*/ 8 h 111" name="T1"/>
                  <a:gd fmla="*/ 35 w 127" name="T2"/>
                  <a:gd fmla="*/ 13 h 111" name="T3"/>
                  <a:gd fmla="*/ 32 w 127" name="T4"/>
                  <a:gd fmla="*/ 16 h 111" name="T5"/>
                  <a:gd fmla="*/ 30 w 127" name="T6"/>
                  <a:gd fmla="*/ 14 h 111" name="T7"/>
                  <a:gd fmla="*/ 30 w 127" name="T8"/>
                  <a:gd fmla="*/ 18 h 111" name="T9"/>
                  <a:gd fmla="*/ 24 w 127" name="T10"/>
                  <a:gd fmla="*/ 19 h 111" name="T11"/>
                  <a:gd fmla="*/ 20 w 127" name="T12"/>
                  <a:gd fmla="*/ 23 h 111" name="T13"/>
                  <a:gd fmla="*/ 16 w 127" name="T14"/>
                  <a:gd fmla="*/ 30 h 111" name="T15"/>
                  <a:gd fmla="*/ 12 w 127" name="T16"/>
                  <a:gd fmla="*/ 34 h 111" name="T17"/>
                  <a:gd fmla="*/ 15 w 127" name="T18"/>
                  <a:gd fmla="*/ 37 h 111" name="T19"/>
                  <a:gd fmla="*/ 16 w 127" name="T20"/>
                  <a:gd fmla="*/ 39 h 111" name="T21"/>
                  <a:gd fmla="*/ 13 w 127" name="T22"/>
                  <a:gd fmla="*/ 36 h 111" name="T23"/>
                  <a:gd fmla="*/ 11 w 127" name="T24"/>
                  <a:gd fmla="*/ 33 h 111" name="T25"/>
                  <a:gd fmla="*/ 10 w 127" name="T26"/>
                  <a:gd fmla="*/ 38 h 111" name="T27"/>
                  <a:gd fmla="*/ 10 w 127" name="T28"/>
                  <a:gd fmla="*/ 46 h 111" name="T29"/>
                  <a:gd fmla="*/ 14 w 127" name="T30"/>
                  <a:gd fmla="*/ 44 h 111" name="T31"/>
                  <a:gd fmla="*/ 18 w 127" name="T32"/>
                  <a:gd fmla="*/ 49 h 111" name="T33"/>
                  <a:gd fmla="*/ 23 w 127" name="T34"/>
                  <a:gd fmla="*/ 54 h 111" name="T35"/>
                  <a:gd fmla="*/ 28 w 127" name="T36"/>
                  <a:gd fmla="*/ 59 h 111" name="T37"/>
                  <a:gd fmla="*/ 35 w 127" name="T38"/>
                  <a:gd fmla="*/ 65 h 111" name="T39"/>
                  <a:gd fmla="*/ 33 w 127" name="T40"/>
                  <a:gd fmla="*/ 75 h 111" name="T41"/>
                  <a:gd fmla="*/ 28 w 127" name="T42"/>
                  <a:gd fmla="*/ 86 h 111" name="T43"/>
                  <a:gd fmla="*/ 29 w 127" name="T44"/>
                  <a:gd fmla="*/ 94 h 111" name="T45"/>
                  <a:gd fmla="*/ 26 w 127" name="T46"/>
                  <a:gd fmla="*/ 95 h 111" name="T47"/>
                  <a:gd fmla="*/ 18 w 127" name="T48"/>
                  <a:gd fmla="*/ 82 h 111" name="T49"/>
                  <a:gd fmla="*/ 10 w 127" name="T50"/>
                  <a:gd fmla="*/ 63 h 111" name="T51"/>
                  <a:gd fmla="*/ 7 w 127" name="T52"/>
                  <a:gd fmla="*/ 48 h 111" name="T53"/>
                  <a:gd fmla="*/ 41 w 127" name="T54"/>
                  <a:gd fmla="*/ 102 h 111" name="T55"/>
                  <a:gd fmla="*/ 50 w 127" name="T56"/>
                  <a:gd fmla="*/ 101 h 111" name="T57"/>
                  <a:gd fmla="*/ 62 w 127" name="T58"/>
                  <a:gd fmla="*/ 99 h 111" name="T59"/>
                  <a:gd fmla="*/ 61 w 127" name="T60"/>
                  <a:gd fmla="*/ 104 h 111" name="T61"/>
                  <a:gd fmla="*/ 68 w 127" name="T62"/>
                  <a:gd fmla="*/ 104 h 111" name="T63"/>
                  <a:gd fmla="*/ 78 w 127" name="T64"/>
                  <a:gd fmla="*/ 102 h 111" name="T65"/>
                  <a:gd fmla="*/ 77 w 127" name="T66"/>
                  <a:gd fmla="*/ 1 h 111" name="T67"/>
                  <a:gd fmla="*/ 110 w 127" name="T68"/>
                  <a:gd fmla="*/ 35 h 111" name="T69"/>
                  <a:gd fmla="*/ 106 w 127" name="T70"/>
                  <a:gd fmla="*/ 32 h 111" name="T71"/>
                  <a:gd fmla="*/ 101 w 127" name="T72"/>
                  <a:gd fmla="*/ 41 h 111" name="T73"/>
                  <a:gd fmla="*/ 95 w 127" name="T74"/>
                  <a:gd fmla="*/ 33 h 111" name="T75"/>
                  <a:gd fmla="*/ 98 w 127" name="T76"/>
                  <a:gd fmla="*/ 41 h 111" name="T77"/>
                  <a:gd fmla="*/ 104 w 127" name="T78"/>
                  <a:gd fmla="*/ 44 h 111" name="T79"/>
                  <a:gd fmla="*/ 101 w 127" name="T80"/>
                  <a:gd fmla="*/ 56 h 111" name="T81"/>
                  <a:gd fmla="*/ 98 w 127" name="T82"/>
                  <a:gd fmla="*/ 68 h 111" name="T83"/>
                  <a:gd fmla="*/ 94 w 127" name="T84"/>
                  <a:gd fmla="*/ 76 h 111" name="T85"/>
                  <a:gd fmla="*/ 82 w 127" name="T86"/>
                  <a:gd fmla="*/ 86 h 111" name="T87"/>
                  <a:gd fmla="*/ 79 w 127" name="T88"/>
                  <a:gd fmla="*/ 77 h 111" name="T89"/>
                  <a:gd fmla="*/ 80 w 127" name="T90"/>
                  <a:gd fmla="*/ 67 h 111" name="T91"/>
                  <a:gd fmla="*/ 76 w 127" name="T92"/>
                  <a:gd fmla="*/ 56 h 111" name="T93"/>
                  <a:gd fmla="*/ 70 w 127" name="T94"/>
                  <a:gd fmla="*/ 50 h 111" name="T95"/>
                  <a:gd fmla="*/ 56 w 127" name="T96"/>
                  <a:gd fmla="*/ 50 h 111" name="T97"/>
                  <a:gd fmla="*/ 50 w 127" name="T98"/>
                  <a:gd fmla="*/ 42 h 111" name="T99"/>
                  <a:gd fmla="*/ 56 w 127" name="T100"/>
                  <a:gd fmla="*/ 27 h 111" name="T101"/>
                  <a:gd fmla="*/ 67 w 127" name="T102"/>
                  <a:gd fmla="*/ 23 h 111" name="T103"/>
                  <a:gd fmla="*/ 73 w 127" name="T104"/>
                  <a:gd fmla="*/ 26 h 111" name="T105"/>
                  <a:gd fmla="*/ 82 w 127" name="T106"/>
                  <a:gd fmla="*/ 26 h 111" name="T107"/>
                  <a:gd fmla="*/ 91 w 127" name="T108"/>
                  <a:gd fmla="*/ 24 h 111" name="T109"/>
                  <a:gd fmla="*/ 83 w 127" name="T110"/>
                  <a:gd fmla="*/ 21 h 111" name="T111"/>
                  <a:gd fmla="*/ 82 w 127" name="T112"/>
                  <a:gd fmla="*/ 18 h 111" name="T113"/>
                  <a:gd fmla="*/ 71 w 127" name="T114"/>
                  <a:gd fmla="*/ 18 h 111" name="T115"/>
                  <a:gd fmla="*/ 62 w 127" name="T116"/>
                  <a:gd fmla="*/ 21 h 111" name="T117"/>
                  <a:gd fmla="*/ 60 w 127" name="T118"/>
                  <a:gd fmla="*/ 11 h 111" name="T119"/>
                  <a:gd fmla="*/ 54 w 127" name="T120"/>
                  <a:gd fmla="*/ 6 h 111" name="T121"/>
                  <a:gd fmla="*/ 61 w 127" name="T122"/>
                  <a:gd fmla="*/ 2 h 111" name="T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b="b" l="0" r="r" t="0"/>
                <a:pathLst>
                  <a:path h="111" w="127">
                    <a:moveTo>
                      <a:pt x="52" y="0"/>
                    </a:moveTo>
                    <a:cubicBezTo>
                      <a:pt x="52" y="0"/>
                      <a:pt x="33" y="3"/>
                      <a:pt x="20" y="17"/>
                    </a:cubicBezTo>
                    <a:cubicBezTo>
                      <a:pt x="20" y="17"/>
                      <a:pt x="30" y="7"/>
                      <a:pt x="36" y="7"/>
                    </a:cubicBezTo>
                    <a:cubicBezTo>
                      <a:pt x="37" y="8"/>
                      <a:pt x="37" y="8"/>
                      <a:pt x="37" y="8"/>
                    </a:cubicBezTo>
                    <a:cubicBezTo>
                      <a:pt x="37" y="8"/>
                      <a:pt x="37" y="8"/>
                      <a:pt x="37" y="8"/>
                    </a:cubicBezTo>
                    <a:cubicBezTo>
                      <a:pt x="37" y="9"/>
                      <a:pt x="36" y="10"/>
                      <a:pt x="36" y="10"/>
                    </a:cubicBezTo>
                    <a:cubicBezTo>
                      <a:pt x="36" y="10"/>
                      <a:pt x="36" y="11"/>
                      <a:pt x="36" y="11"/>
                    </a:cubicBezTo>
                    <a:cubicBezTo>
                      <a:pt x="36" y="12"/>
                      <a:pt x="36" y="12"/>
                      <a:pt x="36" y="12"/>
                    </a:cubicBezTo>
                    <a:cubicBezTo>
                      <a:pt x="36" y="12"/>
                      <a:pt x="35" y="12"/>
                      <a:pt x="35" y="12"/>
                    </a:cubicBezTo>
                    <a:cubicBezTo>
                      <a:pt x="35" y="12"/>
                      <a:pt x="35" y="12"/>
                      <a:pt x="35" y="13"/>
                    </a:cubicBezTo>
                    <a:cubicBezTo>
                      <a:pt x="35" y="13"/>
                      <a:pt x="35" y="14"/>
                      <a:pt x="35" y="14"/>
                    </a:cubicBezTo>
                    <a:cubicBezTo>
                      <a:pt x="35" y="15"/>
                      <a:pt x="35" y="15"/>
                      <a:pt x="35" y="15"/>
                    </a:cubicBezTo>
                    <a:cubicBezTo>
                      <a:pt x="35" y="16"/>
                      <a:pt x="35" y="16"/>
                      <a:pt x="35" y="16"/>
                    </a:cubicBezTo>
                    <a:cubicBezTo>
                      <a:pt x="34" y="16"/>
                      <a:pt x="34" y="16"/>
                      <a:pt x="34" y="16"/>
                    </a:cubicBezTo>
                    <a:cubicBezTo>
                      <a:pt x="34" y="16"/>
                      <a:pt x="33" y="16"/>
                      <a:pt x="32" y="16"/>
                    </a:cubicBezTo>
                    <a:cubicBezTo>
                      <a:pt x="32" y="16"/>
                      <a:pt x="32" y="15"/>
                      <a:pt x="32" y="15"/>
                    </a:cubicBezTo>
                    <a:cubicBezTo>
                      <a:pt x="33" y="14"/>
                      <a:pt x="33" y="14"/>
                      <a:pt x="33" y="14"/>
                    </a:cubicBezTo>
                    <a:cubicBezTo>
                      <a:pt x="33" y="14"/>
                      <a:pt x="33" y="14"/>
                      <a:pt x="33" y="14"/>
                    </a:cubicBezTo>
                    <a:cubicBezTo>
                      <a:pt x="32" y="14"/>
                      <a:pt x="32" y="13"/>
                      <a:pt x="32" y="13"/>
                    </a:cubicBezTo>
                    <a:cubicBezTo>
                      <a:pt x="31" y="13"/>
                      <a:pt x="30" y="14"/>
                      <a:pt x="30" y="14"/>
                    </a:cubicBezTo>
                    <a:cubicBezTo>
                      <a:pt x="29" y="15"/>
                      <a:pt x="29" y="15"/>
                      <a:pt x="29" y="15"/>
                    </a:cubicBezTo>
                    <a:cubicBezTo>
                      <a:pt x="29" y="15"/>
                      <a:pt x="29" y="16"/>
                      <a:pt x="29" y="16"/>
                    </a:cubicBezTo>
                    <a:cubicBezTo>
                      <a:pt x="29" y="16"/>
                      <a:pt x="30" y="16"/>
                      <a:pt x="30" y="16"/>
                    </a:cubicBezTo>
                    <a:cubicBezTo>
                      <a:pt x="30" y="16"/>
                      <a:pt x="30" y="17"/>
                      <a:pt x="30" y="17"/>
                    </a:cubicBezTo>
                    <a:cubicBezTo>
                      <a:pt x="30" y="17"/>
                      <a:pt x="30" y="18"/>
                      <a:pt x="30" y="18"/>
                    </a:cubicBezTo>
                    <a:cubicBezTo>
                      <a:pt x="30" y="18"/>
                      <a:pt x="29" y="18"/>
                      <a:pt x="29" y="18"/>
                    </a:cubicBezTo>
                    <a:cubicBezTo>
                      <a:pt x="28" y="18"/>
                      <a:pt x="28" y="18"/>
                      <a:pt x="27" y="18"/>
                    </a:cubicBezTo>
                    <a:cubicBezTo>
                      <a:pt x="27" y="18"/>
                      <a:pt x="26" y="17"/>
                      <a:pt x="26" y="18"/>
                    </a:cubicBezTo>
                    <a:cubicBezTo>
                      <a:pt x="26" y="18"/>
                      <a:pt x="26" y="18"/>
                      <a:pt x="25" y="18"/>
                    </a:cubicBezTo>
                    <a:cubicBezTo>
                      <a:pt x="25" y="18"/>
                      <a:pt x="24" y="19"/>
                      <a:pt x="24" y="19"/>
                    </a:cubicBezTo>
                    <a:cubicBezTo>
                      <a:pt x="24" y="19"/>
                      <a:pt x="24" y="19"/>
                      <a:pt x="24" y="19"/>
                    </a:cubicBezTo>
                    <a:cubicBezTo>
                      <a:pt x="24" y="20"/>
                      <a:pt x="23" y="21"/>
                      <a:pt x="23" y="21"/>
                    </a:cubicBezTo>
                    <a:cubicBezTo>
                      <a:pt x="23" y="21"/>
                      <a:pt x="23" y="21"/>
                      <a:pt x="22" y="21"/>
                    </a:cubicBezTo>
                    <a:cubicBezTo>
                      <a:pt x="21" y="21"/>
                      <a:pt x="21" y="22"/>
                      <a:pt x="21" y="22"/>
                    </a:cubicBezTo>
                    <a:cubicBezTo>
                      <a:pt x="20" y="23"/>
                      <a:pt x="20" y="23"/>
                      <a:pt x="20" y="23"/>
                    </a:cubicBezTo>
                    <a:cubicBezTo>
                      <a:pt x="20" y="23"/>
                      <a:pt x="20" y="23"/>
                      <a:pt x="19" y="24"/>
                    </a:cubicBezTo>
                    <a:cubicBezTo>
                      <a:pt x="19" y="24"/>
                      <a:pt x="17" y="25"/>
                      <a:pt x="17" y="25"/>
                    </a:cubicBezTo>
                    <a:cubicBezTo>
                      <a:pt x="17" y="25"/>
                      <a:pt x="17" y="26"/>
                      <a:pt x="16" y="27"/>
                    </a:cubicBezTo>
                    <a:cubicBezTo>
                      <a:pt x="16" y="27"/>
                      <a:pt x="16" y="28"/>
                      <a:pt x="16" y="28"/>
                    </a:cubicBezTo>
                    <a:cubicBezTo>
                      <a:pt x="16" y="28"/>
                      <a:pt x="16" y="29"/>
                      <a:pt x="16" y="30"/>
                    </a:cubicBezTo>
                    <a:cubicBezTo>
                      <a:pt x="15" y="30"/>
                      <a:pt x="15" y="31"/>
                      <a:pt x="15" y="31"/>
                    </a:cubicBezTo>
                    <a:cubicBezTo>
                      <a:pt x="15" y="31"/>
                      <a:pt x="14" y="32"/>
                      <a:pt x="14" y="32"/>
                    </a:cubicBezTo>
                    <a:cubicBezTo>
                      <a:pt x="14" y="32"/>
                      <a:pt x="13" y="32"/>
                      <a:pt x="12" y="32"/>
                    </a:cubicBezTo>
                    <a:cubicBezTo>
                      <a:pt x="12" y="33"/>
                      <a:pt x="12" y="33"/>
                      <a:pt x="12" y="33"/>
                    </a:cubicBezTo>
                    <a:cubicBezTo>
                      <a:pt x="12" y="34"/>
                      <a:pt x="12" y="34"/>
                      <a:pt x="12" y="34"/>
                    </a:cubicBezTo>
                    <a:cubicBezTo>
                      <a:pt x="13" y="34"/>
                      <a:pt x="13" y="34"/>
                      <a:pt x="13" y="34"/>
                    </a:cubicBezTo>
                    <a:cubicBezTo>
                      <a:pt x="13" y="34"/>
                      <a:pt x="13" y="35"/>
                      <a:pt x="13" y="35"/>
                    </a:cubicBezTo>
                    <a:cubicBezTo>
                      <a:pt x="13" y="36"/>
                      <a:pt x="13" y="37"/>
                      <a:pt x="13" y="37"/>
                    </a:cubicBezTo>
                    <a:cubicBezTo>
                      <a:pt x="14" y="37"/>
                      <a:pt x="14" y="37"/>
                      <a:pt x="14" y="37"/>
                    </a:cubicBezTo>
                    <a:cubicBezTo>
                      <a:pt x="15" y="37"/>
                      <a:pt x="15" y="37"/>
                      <a:pt x="15" y="37"/>
                    </a:cubicBezTo>
                    <a:cubicBezTo>
                      <a:pt x="16" y="38"/>
                      <a:pt x="16" y="38"/>
                      <a:pt x="16" y="38"/>
                    </a:cubicBezTo>
                    <a:cubicBezTo>
                      <a:pt x="17" y="38"/>
                      <a:pt x="17" y="38"/>
                      <a:pt x="17" y="38"/>
                    </a:cubicBezTo>
                    <a:cubicBezTo>
                      <a:pt x="17" y="38"/>
                      <a:pt x="17" y="39"/>
                      <a:pt x="16" y="39"/>
                    </a:cubicBezTo>
                    <a:cubicBezTo>
                      <a:pt x="16" y="39"/>
                      <a:pt x="16" y="39"/>
                      <a:pt x="16" y="39"/>
                    </a:cubicBezTo>
                    <a:cubicBezTo>
                      <a:pt x="16" y="39"/>
                      <a:pt x="16" y="39"/>
                      <a:pt x="16" y="39"/>
                    </a:cubicBezTo>
                    <a:cubicBezTo>
                      <a:pt x="15" y="38"/>
                      <a:pt x="15" y="38"/>
                      <a:pt x="15" y="38"/>
                    </a:cubicBezTo>
                    <a:cubicBezTo>
                      <a:pt x="15" y="38"/>
                      <a:pt x="14" y="38"/>
                      <a:pt x="14" y="38"/>
                    </a:cubicBezTo>
                    <a:cubicBezTo>
                      <a:pt x="14" y="38"/>
                      <a:pt x="13" y="38"/>
                      <a:pt x="13" y="38"/>
                    </a:cubicBezTo>
                    <a:cubicBezTo>
                      <a:pt x="13" y="37"/>
                      <a:pt x="13" y="38"/>
                      <a:pt x="13" y="37"/>
                    </a:cubicBezTo>
                    <a:cubicBezTo>
                      <a:pt x="13" y="37"/>
                      <a:pt x="13" y="37"/>
                      <a:pt x="13" y="36"/>
                    </a:cubicBezTo>
                    <a:cubicBezTo>
                      <a:pt x="13" y="36"/>
                      <a:pt x="12" y="36"/>
                      <a:pt x="12" y="36"/>
                    </a:cubicBezTo>
                    <a:cubicBezTo>
                      <a:pt x="12" y="36"/>
                      <a:pt x="12" y="36"/>
                      <a:pt x="12" y="36"/>
                    </a:cubicBezTo>
                    <a:cubicBezTo>
                      <a:pt x="11" y="35"/>
                      <a:pt x="11" y="35"/>
                      <a:pt x="11" y="35"/>
                    </a:cubicBezTo>
                    <a:cubicBezTo>
                      <a:pt x="11" y="35"/>
                      <a:pt x="11" y="35"/>
                      <a:pt x="11" y="35"/>
                    </a:cubicBezTo>
                    <a:cubicBezTo>
                      <a:pt x="11" y="34"/>
                      <a:pt x="11" y="34"/>
                      <a:pt x="11" y="33"/>
                    </a:cubicBezTo>
                    <a:cubicBezTo>
                      <a:pt x="11" y="33"/>
                      <a:pt x="11" y="33"/>
                      <a:pt x="11" y="32"/>
                    </a:cubicBezTo>
                    <a:cubicBezTo>
                      <a:pt x="11" y="32"/>
                      <a:pt x="11" y="30"/>
                      <a:pt x="11" y="30"/>
                    </a:cubicBezTo>
                    <a:cubicBezTo>
                      <a:pt x="11" y="30"/>
                      <a:pt x="10" y="34"/>
                      <a:pt x="9" y="36"/>
                    </a:cubicBezTo>
                    <a:cubicBezTo>
                      <a:pt x="9" y="36"/>
                      <a:pt x="10" y="36"/>
                      <a:pt x="10" y="37"/>
                    </a:cubicBezTo>
                    <a:cubicBezTo>
                      <a:pt x="10" y="37"/>
                      <a:pt x="10" y="38"/>
                      <a:pt x="10" y="38"/>
                    </a:cubicBezTo>
                    <a:cubicBezTo>
                      <a:pt x="10" y="39"/>
                      <a:pt x="10" y="38"/>
                      <a:pt x="10" y="40"/>
                    </a:cubicBezTo>
                    <a:cubicBezTo>
                      <a:pt x="10" y="41"/>
                      <a:pt x="10" y="42"/>
                      <a:pt x="10" y="42"/>
                    </a:cubicBezTo>
                    <a:cubicBezTo>
                      <a:pt x="10" y="42"/>
                      <a:pt x="9" y="43"/>
                      <a:pt x="9" y="44"/>
                    </a:cubicBezTo>
                    <a:cubicBezTo>
                      <a:pt x="9" y="44"/>
                      <a:pt x="10" y="45"/>
                      <a:pt x="10" y="46"/>
                    </a:cubicBezTo>
                    <a:cubicBezTo>
                      <a:pt x="10" y="46"/>
                      <a:pt x="10" y="46"/>
                      <a:pt x="10" y="46"/>
                    </a:cubicBezTo>
                    <a:cubicBezTo>
                      <a:pt x="10" y="47"/>
                      <a:pt x="10" y="48"/>
                      <a:pt x="10" y="47"/>
                    </a:cubicBezTo>
                    <a:cubicBezTo>
                      <a:pt x="11" y="45"/>
                      <a:pt x="11" y="45"/>
                      <a:pt x="11" y="45"/>
                    </a:cubicBezTo>
                    <a:cubicBezTo>
                      <a:pt x="12" y="45"/>
                      <a:pt x="12" y="45"/>
                      <a:pt x="12" y="45"/>
                    </a:cubicBezTo>
                    <a:cubicBezTo>
                      <a:pt x="12" y="45"/>
                      <a:pt x="12" y="44"/>
                      <a:pt x="13" y="44"/>
                    </a:cubicBezTo>
                    <a:cubicBezTo>
                      <a:pt x="14" y="44"/>
                      <a:pt x="14" y="44"/>
                      <a:pt x="14" y="44"/>
                    </a:cubicBezTo>
                    <a:cubicBezTo>
                      <a:pt x="14" y="45"/>
                      <a:pt x="14" y="46"/>
                      <a:pt x="14" y="46"/>
                    </a:cubicBezTo>
                    <a:cubicBezTo>
                      <a:pt x="14" y="46"/>
                      <a:pt x="16" y="45"/>
                      <a:pt x="16" y="45"/>
                    </a:cubicBezTo>
                    <a:cubicBezTo>
                      <a:pt x="16" y="45"/>
                      <a:pt x="17" y="45"/>
                      <a:pt x="17" y="46"/>
                    </a:cubicBezTo>
                    <a:cubicBezTo>
                      <a:pt x="17" y="47"/>
                      <a:pt x="17" y="47"/>
                      <a:pt x="18" y="48"/>
                    </a:cubicBezTo>
                    <a:cubicBezTo>
                      <a:pt x="18" y="48"/>
                      <a:pt x="18" y="49"/>
                      <a:pt x="18" y="49"/>
                    </a:cubicBezTo>
                    <a:cubicBezTo>
                      <a:pt x="18" y="50"/>
                      <a:pt x="20" y="50"/>
                      <a:pt x="20" y="50"/>
                    </a:cubicBezTo>
                    <a:cubicBezTo>
                      <a:pt x="20" y="50"/>
                      <a:pt x="21" y="50"/>
                      <a:pt x="22" y="50"/>
                    </a:cubicBezTo>
                    <a:cubicBezTo>
                      <a:pt x="22" y="50"/>
                      <a:pt x="22" y="51"/>
                      <a:pt x="22" y="51"/>
                    </a:cubicBezTo>
                    <a:cubicBezTo>
                      <a:pt x="23" y="51"/>
                      <a:pt x="23" y="53"/>
                      <a:pt x="23" y="53"/>
                    </a:cubicBezTo>
                    <a:cubicBezTo>
                      <a:pt x="23" y="53"/>
                      <a:pt x="24" y="54"/>
                      <a:pt x="23" y="54"/>
                    </a:cubicBezTo>
                    <a:cubicBezTo>
                      <a:pt x="23" y="55"/>
                      <a:pt x="23" y="55"/>
                      <a:pt x="24" y="55"/>
                    </a:cubicBezTo>
                    <a:cubicBezTo>
                      <a:pt x="24" y="55"/>
                      <a:pt x="25" y="56"/>
                      <a:pt x="25" y="56"/>
                    </a:cubicBezTo>
                    <a:cubicBezTo>
                      <a:pt x="25" y="56"/>
                      <a:pt x="25" y="57"/>
                      <a:pt x="26" y="57"/>
                    </a:cubicBezTo>
                    <a:cubicBezTo>
                      <a:pt x="27" y="57"/>
                      <a:pt x="27" y="58"/>
                      <a:pt x="28" y="58"/>
                    </a:cubicBezTo>
                    <a:cubicBezTo>
                      <a:pt x="28" y="58"/>
                      <a:pt x="27" y="59"/>
                      <a:pt x="28" y="59"/>
                    </a:cubicBezTo>
                    <a:cubicBezTo>
                      <a:pt x="29" y="59"/>
                      <a:pt x="30" y="58"/>
                      <a:pt x="31" y="59"/>
                    </a:cubicBezTo>
                    <a:cubicBezTo>
                      <a:pt x="31" y="59"/>
                      <a:pt x="31" y="60"/>
                      <a:pt x="32" y="61"/>
                    </a:cubicBezTo>
                    <a:cubicBezTo>
                      <a:pt x="34" y="61"/>
                      <a:pt x="34" y="62"/>
                      <a:pt x="35" y="62"/>
                    </a:cubicBezTo>
                    <a:cubicBezTo>
                      <a:pt x="35" y="62"/>
                      <a:pt x="36" y="62"/>
                      <a:pt x="35" y="63"/>
                    </a:cubicBezTo>
                    <a:cubicBezTo>
                      <a:pt x="35" y="64"/>
                      <a:pt x="35" y="65"/>
                      <a:pt x="35" y="65"/>
                    </a:cubicBezTo>
                    <a:cubicBezTo>
                      <a:pt x="34" y="66"/>
                      <a:pt x="33" y="67"/>
                      <a:pt x="33" y="67"/>
                    </a:cubicBezTo>
                    <a:cubicBezTo>
                      <a:pt x="33" y="68"/>
                      <a:pt x="32" y="69"/>
                      <a:pt x="33" y="69"/>
                    </a:cubicBezTo>
                    <a:cubicBezTo>
                      <a:pt x="33" y="70"/>
                      <a:pt x="33" y="71"/>
                      <a:pt x="33" y="71"/>
                    </a:cubicBezTo>
                    <a:cubicBezTo>
                      <a:pt x="33" y="72"/>
                      <a:pt x="34" y="73"/>
                      <a:pt x="33" y="73"/>
                    </a:cubicBezTo>
                    <a:cubicBezTo>
                      <a:pt x="33" y="74"/>
                      <a:pt x="33" y="75"/>
                      <a:pt x="33" y="75"/>
                    </a:cubicBezTo>
                    <a:cubicBezTo>
                      <a:pt x="33" y="75"/>
                      <a:pt x="34" y="76"/>
                      <a:pt x="33" y="76"/>
                    </a:cubicBezTo>
                    <a:cubicBezTo>
                      <a:pt x="32" y="77"/>
                      <a:pt x="31" y="78"/>
                      <a:pt x="31" y="78"/>
                    </a:cubicBezTo>
                    <a:cubicBezTo>
                      <a:pt x="30" y="78"/>
                      <a:pt x="29" y="79"/>
                      <a:pt x="29" y="79"/>
                    </a:cubicBezTo>
                    <a:cubicBezTo>
                      <a:pt x="29" y="79"/>
                      <a:pt x="29" y="81"/>
                      <a:pt x="29" y="82"/>
                    </a:cubicBezTo>
                    <a:cubicBezTo>
                      <a:pt x="29" y="82"/>
                      <a:pt x="27" y="86"/>
                      <a:pt x="28" y="86"/>
                    </a:cubicBezTo>
                    <a:cubicBezTo>
                      <a:pt x="28" y="87"/>
                      <a:pt x="28" y="88"/>
                      <a:pt x="28" y="89"/>
                    </a:cubicBezTo>
                    <a:cubicBezTo>
                      <a:pt x="28" y="89"/>
                      <a:pt x="28" y="89"/>
                      <a:pt x="28" y="89"/>
                    </a:cubicBezTo>
                    <a:cubicBezTo>
                      <a:pt x="27" y="90"/>
                      <a:pt x="26" y="89"/>
                      <a:pt x="27" y="91"/>
                    </a:cubicBezTo>
                    <a:cubicBezTo>
                      <a:pt x="28" y="92"/>
                      <a:pt x="28" y="92"/>
                      <a:pt x="29" y="93"/>
                    </a:cubicBezTo>
                    <a:cubicBezTo>
                      <a:pt x="29" y="94"/>
                      <a:pt x="29" y="94"/>
                      <a:pt x="29" y="94"/>
                    </a:cubicBezTo>
                    <a:cubicBezTo>
                      <a:pt x="30" y="95"/>
                      <a:pt x="30" y="96"/>
                      <a:pt x="31" y="96"/>
                    </a:cubicBezTo>
                    <a:cubicBezTo>
                      <a:pt x="31" y="97"/>
                      <a:pt x="32" y="97"/>
                      <a:pt x="32" y="98"/>
                    </a:cubicBezTo>
                    <a:cubicBezTo>
                      <a:pt x="32" y="98"/>
                      <a:pt x="33" y="100"/>
                      <a:pt x="32" y="99"/>
                    </a:cubicBezTo>
                    <a:cubicBezTo>
                      <a:pt x="30" y="98"/>
                      <a:pt x="32" y="99"/>
                      <a:pt x="30" y="97"/>
                    </a:cubicBezTo>
                    <a:cubicBezTo>
                      <a:pt x="28" y="95"/>
                      <a:pt x="27" y="96"/>
                      <a:pt x="26" y="95"/>
                    </a:cubicBezTo>
                    <a:cubicBezTo>
                      <a:pt x="25" y="94"/>
                      <a:pt x="27" y="98"/>
                      <a:pt x="25" y="93"/>
                    </a:cubicBezTo>
                    <a:cubicBezTo>
                      <a:pt x="23" y="89"/>
                      <a:pt x="23" y="90"/>
                      <a:pt x="22" y="89"/>
                    </a:cubicBezTo>
                    <a:cubicBezTo>
                      <a:pt x="22" y="88"/>
                      <a:pt x="22" y="89"/>
                      <a:pt x="21" y="87"/>
                    </a:cubicBezTo>
                    <a:cubicBezTo>
                      <a:pt x="20" y="84"/>
                      <a:pt x="21" y="86"/>
                      <a:pt x="20" y="84"/>
                    </a:cubicBezTo>
                    <a:cubicBezTo>
                      <a:pt x="19" y="83"/>
                      <a:pt x="19" y="85"/>
                      <a:pt x="18" y="82"/>
                    </a:cubicBezTo>
                    <a:cubicBezTo>
                      <a:pt x="18" y="80"/>
                      <a:pt x="18" y="82"/>
                      <a:pt x="17" y="79"/>
                    </a:cubicBezTo>
                    <a:cubicBezTo>
                      <a:pt x="16" y="76"/>
                      <a:pt x="18" y="76"/>
                      <a:pt x="16" y="74"/>
                    </a:cubicBezTo>
                    <a:cubicBezTo>
                      <a:pt x="14" y="73"/>
                      <a:pt x="15" y="74"/>
                      <a:pt x="14" y="73"/>
                    </a:cubicBezTo>
                    <a:cubicBezTo>
                      <a:pt x="13" y="72"/>
                      <a:pt x="14" y="73"/>
                      <a:pt x="13" y="70"/>
                    </a:cubicBezTo>
                    <a:cubicBezTo>
                      <a:pt x="11" y="68"/>
                      <a:pt x="10" y="67"/>
                      <a:pt x="10" y="63"/>
                    </a:cubicBezTo>
                    <a:cubicBezTo>
                      <a:pt x="10" y="59"/>
                      <a:pt x="10" y="58"/>
                      <a:pt x="10" y="58"/>
                    </a:cubicBezTo>
                    <a:cubicBezTo>
                      <a:pt x="10" y="58"/>
                      <a:pt x="8" y="56"/>
                      <a:pt x="8" y="54"/>
                    </a:cubicBezTo>
                    <a:cubicBezTo>
                      <a:pt x="9" y="51"/>
                      <a:pt x="9" y="52"/>
                      <a:pt x="9" y="51"/>
                    </a:cubicBezTo>
                    <a:cubicBezTo>
                      <a:pt x="9" y="51"/>
                      <a:pt x="8" y="51"/>
                      <a:pt x="8" y="50"/>
                    </a:cubicBezTo>
                    <a:cubicBezTo>
                      <a:pt x="7" y="49"/>
                      <a:pt x="7" y="49"/>
                      <a:pt x="7" y="48"/>
                    </a:cubicBezTo>
                    <a:cubicBezTo>
                      <a:pt x="7" y="48"/>
                      <a:pt x="6" y="46"/>
                      <a:pt x="6" y="46"/>
                    </a:cubicBezTo>
                    <a:cubicBezTo>
                      <a:pt x="6" y="47"/>
                      <a:pt x="6" y="47"/>
                      <a:pt x="6" y="47"/>
                    </a:cubicBezTo>
                    <a:cubicBezTo>
                      <a:pt x="6" y="47"/>
                      <a:pt x="0" y="101"/>
                      <a:pt x="55" y="110"/>
                    </a:cubicBezTo>
                    <a:cubicBezTo>
                      <a:pt x="55" y="110"/>
                      <a:pt x="42" y="107"/>
                      <a:pt x="41" y="104"/>
                    </a:cubicBezTo>
                    <a:cubicBezTo>
                      <a:pt x="41" y="104"/>
                      <a:pt x="41" y="102"/>
                      <a:pt x="41" y="102"/>
                    </a:cubicBezTo>
                    <a:cubicBezTo>
                      <a:pt x="42" y="102"/>
                      <a:pt x="43" y="102"/>
                      <a:pt x="44" y="102"/>
                    </a:cubicBezTo>
                    <a:cubicBezTo>
                      <a:pt x="44" y="101"/>
                      <a:pt x="45" y="100"/>
                      <a:pt x="45" y="100"/>
                    </a:cubicBezTo>
                    <a:cubicBezTo>
                      <a:pt x="45" y="101"/>
                      <a:pt x="45" y="101"/>
                      <a:pt x="45" y="101"/>
                    </a:cubicBezTo>
                    <a:cubicBezTo>
                      <a:pt x="45" y="101"/>
                      <a:pt x="45" y="101"/>
                      <a:pt x="47" y="101"/>
                    </a:cubicBezTo>
                    <a:cubicBezTo>
                      <a:pt x="49" y="101"/>
                      <a:pt x="49" y="101"/>
                      <a:pt x="50" y="101"/>
                    </a:cubicBezTo>
                    <a:cubicBezTo>
                      <a:pt x="51" y="100"/>
                      <a:pt x="52" y="98"/>
                      <a:pt x="53" y="99"/>
                    </a:cubicBezTo>
                    <a:cubicBezTo>
                      <a:pt x="53" y="101"/>
                      <a:pt x="52" y="100"/>
                      <a:pt x="53" y="101"/>
                    </a:cubicBezTo>
                    <a:cubicBezTo>
                      <a:pt x="55" y="101"/>
                      <a:pt x="57" y="100"/>
                      <a:pt x="57" y="100"/>
                    </a:cubicBezTo>
                    <a:cubicBezTo>
                      <a:pt x="57" y="100"/>
                      <a:pt x="61" y="101"/>
                      <a:pt x="61" y="100"/>
                    </a:cubicBezTo>
                    <a:cubicBezTo>
                      <a:pt x="61" y="100"/>
                      <a:pt x="61" y="99"/>
                      <a:pt x="62" y="99"/>
                    </a:cubicBezTo>
                    <a:cubicBezTo>
                      <a:pt x="63" y="99"/>
                      <a:pt x="63" y="100"/>
                      <a:pt x="63" y="100"/>
                    </a:cubicBezTo>
                    <a:cubicBezTo>
                      <a:pt x="61" y="102"/>
                      <a:pt x="61" y="102"/>
                      <a:pt x="61" y="102"/>
                    </a:cubicBezTo>
                    <a:cubicBezTo>
                      <a:pt x="59" y="103"/>
                      <a:pt x="59" y="103"/>
                      <a:pt x="59" y="103"/>
                    </a:cubicBezTo>
                    <a:cubicBezTo>
                      <a:pt x="59" y="103"/>
                      <a:pt x="58" y="103"/>
                      <a:pt x="59" y="104"/>
                    </a:cubicBezTo>
                    <a:cubicBezTo>
                      <a:pt x="60" y="104"/>
                      <a:pt x="60" y="104"/>
                      <a:pt x="61" y="104"/>
                    </a:cubicBezTo>
                    <a:cubicBezTo>
                      <a:pt x="62" y="104"/>
                      <a:pt x="64" y="106"/>
                      <a:pt x="65" y="105"/>
                    </a:cubicBezTo>
                    <a:cubicBezTo>
                      <a:pt x="65" y="104"/>
                      <a:pt x="65" y="104"/>
                      <a:pt x="66" y="103"/>
                    </a:cubicBezTo>
                    <a:cubicBezTo>
                      <a:pt x="66" y="102"/>
                      <a:pt x="66" y="102"/>
                      <a:pt x="67" y="102"/>
                    </a:cubicBezTo>
                    <a:cubicBezTo>
                      <a:pt x="68" y="102"/>
                      <a:pt x="69" y="102"/>
                      <a:pt x="69" y="102"/>
                    </a:cubicBezTo>
                    <a:cubicBezTo>
                      <a:pt x="68" y="104"/>
                      <a:pt x="68" y="104"/>
                      <a:pt x="68" y="104"/>
                    </a:cubicBezTo>
                    <a:cubicBezTo>
                      <a:pt x="68" y="104"/>
                      <a:pt x="69" y="103"/>
                      <a:pt x="70" y="103"/>
                    </a:cubicBezTo>
                    <a:cubicBezTo>
                      <a:pt x="71" y="103"/>
                      <a:pt x="71" y="104"/>
                      <a:pt x="72" y="104"/>
                    </a:cubicBezTo>
                    <a:cubicBezTo>
                      <a:pt x="73" y="103"/>
                      <a:pt x="73" y="103"/>
                      <a:pt x="74" y="103"/>
                    </a:cubicBezTo>
                    <a:cubicBezTo>
                      <a:pt x="75" y="102"/>
                      <a:pt x="76" y="102"/>
                      <a:pt x="76" y="102"/>
                    </a:cubicBezTo>
                    <a:cubicBezTo>
                      <a:pt x="77" y="102"/>
                      <a:pt x="77" y="102"/>
                      <a:pt x="78" y="102"/>
                    </a:cubicBezTo>
                    <a:cubicBezTo>
                      <a:pt x="78" y="102"/>
                      <a:pt x="80" y="104"/>
                      <a:pt x="80" y="104"/>
                    </a:cubicBezTo>
                    <a:cubicBezTo>
                      <a:pt x="81" y="103"/>
                      <a:pt x="83" y="103"/>
                      <a:pt x="83" y="103"/>
                    </a:cubicBezTo>
                    <a:cubicBezTo>
                      <a:pt x="83" y="103"/>
                      <a:pt x="77" y="109"/>
                      <a:pt x="63" y="110"/>
                    </a:cubicBezTo>
                    <a:cubicBezTo>
                      <a:pt x="63" y="110"/>
                      <a:pt x="94" y="111"/>
                      <a:pt x="110" y="82"/>
                    </a:cubicBezTo>
                    <a:cubicBezTo>
                      <a:pt x="127" y="52"/>
                      <a:pt x="116" y="14"/>
                      <a:pt x="77" y="1"/>
                    </a:cubicBezTo>
                    <a:cubicBezTo>
                      <a:pt x="77" y="1"/>
                      <a:pt x="106" y="12"/>
                      <a:pt x="114" y="40"/>
                    </a:cubicBezTo>
                    <a:cubicBezTo>
                      <a:pt x="113" y="40"/>
                      <a:pt x="113" y="40"/>
                      <a:pt x="113" y="40"/>
                    </a:cubicBezTo>
                    <a:cubicBezTo>
                      <a:pt x="112" y="40"/>
                      <a:pt x="112" y="40"/>
                      <a:pt x="112" y="39"/>
                    </a:cubicBezTo>
                    <a:cubicBezTo>
                      <a:pt x="111" y="37"/>
                      <a:pt x="112" y="38"/>
                      <a:pt x="111" y="37"/>
                    </a:cubicBezTo>
                    <a:cubicBezTo>
                      <a:pt x="111" y="36"/>
                      <a:pt x="111" y="36"/>
                      <a:pt x="110" y="35"/>
                    </a:cubicBezTo>
                    <a:cubicBezTo>
                      <a:pt x="110" y="35"/>
                      <a:pt x="109" y="35"/>
                      <a:pt x="109" y="34"/>
                    </a:cubicBezTo>
                    <a:cubicBezTo>
                      <a:pt x="108" y="34"/>
                      <a:pt x="108" y="32"/>
                      <a:pt x="107" y="31"/>
                    </a:cubicBezTo>
                    <a:cubicBezTo>
                      <a:pt x="107" y="31"/>
                      <a:pt x="106" y="31"/>
                      <a:pt x="105" y="31"/>
                    </a:cubicBezTo>
                    <a:cubicBezTo>
                      <a:pt x="105" y="31"/>
                      <a:pt x="105" y="30"/>
                      <a:pt x="105" y="31"/>
                    </a:cubicBezTo>
                    <a:cubicBezTo>
                      <a:pt x="105" y="31"/>
                      <a:pt x="106" y="32"/>
                      <a:pt x="106" y="32"/>
                    </a:cubicBezTo>
                    <a:cubicBezTo>
                      <a:pt x="106" y="34"/>
                      <a:pt x="106" y="34"/>
                      <a:pt x="106" y="34"/>
                    </a:cubicBezTo>
                    <a:cubicBezTo>
                      <a:pt x="106" y="34"/>
                      <a:pt x="106" y="36"/>
                      <a:pt x="106" y="37"/>
                    </a:cubicBezTo>
                    <a:cubicBezTo>
                      <a:pt x="106" y="37"/>
                      <a:pt x="106" y="39"/>
                      <a:pt x="106" y="39"/>
                    </a:cubicBezTo>
                    <a:cubicBezTo>
                      <a:pt x="106" y="39"/>
                      <a:pt x="105" y="40"/>
                      <a:pt x="105" y="41"/>
                    </a:cubicBezTo>
                    <a:cubicBezTo>
                      <a:pt x="104" y="41"/>
                      <a:pt x="101" y="41"/>
                      <a:pt x="101" y="41"/>
                    </a:cubicBezTo>
                    <a:cubicBezTo>
                      <a:pt x="101" y="41"/>
                      <a:pt x="101" y="40"/>
                      <a:pt x="100" y="39"/>
                    </a:cubicBezTo>
                    <a:cubicBezTo>
                      <a:pt x="100" y="38"/>
                      <a:pt x="98" y="38"/>
                      <a:pt x="98" y="38"/>
                    </a:cubicBezTo>
                    <a:cubicBezTo>
                      <a:pt x="97" y="37"/>
                      <a:pt x="98" y="37"/>
                      <a:pt x="97" y="36"/>
                    </a:cubicBezTo>
                    <a:cubicBezTo>
                      <a:pt x="96" y="35"/>
                      <a:pt x="97" y="35"/>
                      <a:pt x="96" y="34"/>
                    </a:cubicBezTo>
                    <a:cubicBezTo>
                      <a:pt x="95" y="33"/>
                      <a:pt x="95" y="33"/>
                      <a:pt x="95" y="33"/>
                    </a:cubicBezTo>
                    <a:cubicBezTo>
                      <a:pt x="95" y="33"/>
                      <a:pt x="93" y="32"/>
                      <a:pt x="94" y="34"/>
                    </a:cubicBezTo>
                    <a:cubicBezTo>
                      <a:pt x="94" y="35"/>
                      <a:pt x="93" y="36"/>
                      <a:pt x="94" y="36"/>
                    </a:cubicBezTo>
                    <a:cubicBezTo>
                      <a:pt x="95" y="37"/>
                      <a:pt x="95" y="36"/>
                      <a:pt x="96" y="37"/>
                    </a:cubicBezTo>
                    <a:cubicBezTo>
                      <a:pt x="96" y="38"/>
                      <a:pt x="96" y="39"/>
                      <a:pt x="97" y="39"/>
                    </a:cubicBezTo>
                    <a:cubicBezTo>
                      <a:pt x="97" y="40"/>
                      <a:pt x="97" y="41"/>
                      <a:pt x="98" y="41"/>
                    </a:cubicBezTo>
                    <a:cubicBezTo>
                      <a:pt x="98" y="42"/>
                      <a:pt x="100" y="41"/>
                      <a:pt x="100" y="42"/>
                    </a:cubicBezTo>
                    <a:cubicBezTo>
                      <a:pt x="99" y="43"/>
                      <a:pt x="99" y="44"/>
                      <a:pt x="100" y="44"/>
                    </a:cubicBezTo>
                    <a:cubicBezTo>
                      <a:pt x="100" y="44"/>
                      <a:pt x="101" y="45"/>
                      <a:pt x="101" y="44"/>
                    </a:cubicBezTo>
                    <a:cubicBezTo>
                      <a:pt x="102" y="44"/>
                      <a:pt x="101" y="45"/>
                      <a:pt x="102" y="44"/>
                    </a:cubicBezTo>
                    <a:cubicBezTo>
                      <a:pt x="103" y="44"/>
                      <a:pt x="104" y="44"/>
                      <a:pt x="104" y="44"/>
                    </a:cubicBezTo>
                    <a:cubicBezTo>
                      <a:pt x="104" y="44"/>
                      <a:pt x="105" y="45"/>
                      <a:pt x="105" y="45"/>
                    </a:cubicBezTo>
                    <a:cubicBezTo>
                      <a:pt x="105" y="45"/>
                      <a:pt x="105" y="48"/>
                      <a:pt x="105" y="48"/>
                    </a:cubicBezTo>
                    <a:cubicBezTo>
                      <a:pt x="104" y="50"/>
                      <a:pt x="104" y="50"/>
                      <a:pt x="104" y="50"/>
                    </a:cubicBezTo>
                    <a:cubicBezTo>
                      <a:pt x="104" y="50"/>
                      <a:pt x="104" y="54"/>
                      <a:pt x="103" y="54"/>
                    </a:cubicBezTo>
                    <a:cubicBezTo>
                      <a:pt x="103" y="54"/>
                      <a:pt x="102" y="55"/>
                      <a:pt x="101" y="56"/>
                    </a:cubicBezTo>
                    <a:cubicBezTo>
                      <a:pt x="101" y="56"/>
                      <a:pt x="101" y="59"/>
                      <a:pt x="101" y="59"/>
                    </a:cubicBezTo>
                    <a:cubicBezTo>
                      <a:pt x="100" y="60"/>
                      <a:pt x="100" y="60"/>
                      <a:pt x="100" y="60"/>
                    </a:cubicBezTo>
                    <a:cubicBezTo>
                      <a:pt x="100" y="60"/>
                      <a:pt x="100" y="62"/>
                      <a:pt x="100" y="62"/>
                    </a:cubicBezTo>
                    <a:cubicBezTo>
                      <a:pt x="100" y="63"/>
                      <a:pt x="100" y="65"/>
                      <a:pt x="100" y="66"/>
                    </a:cubicBezTo>
                    <a:cubicBezTo>
                      <a:pt x="100" y="67"/>
                      <a:pt x="98" y="68"/>
                      <a:pt x="98" y="68"/>
                    </a:cubicBezTo>
                    <a:cubicBezTo>
                      <a:pt x="98" y="68"/>
                      <a:pt x="100" y="70"/>
                      <a:pt x="99" y="70"/>
                    </a:cubicBezTo>
                    <a:cubicBezTo>
                      <a:pt x="98" y="70"/>
                      <a:pt x="97" y="72"/>
                      <a:pt x="97" y="72"/>
                    </a:cubicBezTo>
                    <a:cubicBezTo>
                      <a:pt x="97" y="73"/>
                      <a:pt x="97" y="74"/>
                      <a:pt x="96" y="74"/>
                    </a:cubicBezTo>
                    <a:cubicBezTo>
                      <a:pt x="95" y="74"/>
                      <a:pt x="94" y="74"/>
                      <a:pt x="94" y="74"/>
                    </a:cubicBezTo>
                    <a:cubicBezTo>
                      <a:pt x="94" y="75"/>
                      <a:pt x="94" y="76"/>
                      <a:pt x="94" y="76"/>
                    </a:cubicBezTo>
                    <a:cubicBezTo>
                      <a:pt x="92" y="79"/>
                      <a:pt x="92" y="79"/>
                      <a:pt x="92" y="79"/>
                    </a:cubicBezTo>
                    <a:cubicBezTo>
                      <a:pt x="90" y="81"/>
                      <a:pt x="90" y="81"/>
                      <a:pt x="90" y="81"/>
                    </a:cubicBezTo>
                    <a:cubicBezTo>
                      <a:pt x="90" y="81"/>
                      <a:pt x="90" y="83"/>
                      <a:pt x="89" y="83"/>
                    </a:cubicBezTo>
                    <a:cubicBezTo>
                      <a:pt x="88" y="83"/>
                      <a:pt x="86" y="84"/>
                      <a:pt x="85" y="85"/>
                    </a:cubicBezTo>
                    <a:cubicBezTo>
                      <a:pt x="85" y="85"/>
                      <a:pt x="83" y="86"/>
                      <a:pt x="82" y="86"/>
                    </a:cubicBezTo>
                    <a:cubicBezTo>
                      <a:pt x="82" y="86"/>
                      <a:pt x="83" y="88"/>
                      <a:pt x="82" y="86"/>
                    </a:cubicBezTo>
                    <a:cubicBezTo>
                      <a:pt x="81" y="84"/>
                      <a:pt x="82" y="85"/>
                      <a:pt x="81" y="83"/>
                    </a:cubicBezTo>
                    <a:cubicBezTo>
                      <a:pt x="80" y="81"/>
                      <a:pt x="80" y="83"/>
                      <a:pt x="80" y="81"/>
                    </a:cubicBezTo>
                    <a:cubicBezTo>
                      <a:pt x="80" y="79"/>
                      <a:pt x="80" y="81"/>
                      <a:pt x="80" y="79"/>
                    </a:cubicBezTo>
                    <a:cubicBezTo>
                      <a:pt x="80" y="78"/>
                      <a:pt x="80" y="79"/>
                      <a:pt x="79" y="77"/>
                    </a:cubicBezTo>
                    <a:cubicBezTo>
                      <a:pt x="79" y="76"/>
                      <a:pt x="79" y="76"/>
                      <a:pt x="78" y="75"/>
                    </a:cubicBezTo>
                    <a:cubicBezTo>
                      <a:pt x="77" y="74"/>
                      <a:pt x="76" y="75"/>
                      <a:pt x="76" y="73"/>
                    </a:cubicBezTo>
                    <a:cubicBezTo>
                      <a:pt x="77" y="72"/>
                      <a:pt x="77" y="73"/>
                      <a:pt x="77" y="72"/>
                    </a:cubicBezTo>
                    <a:cubicBezTo>
                      <a:pt x="77" y="70"/>
                      <a:pt x="77" y="70"/>
                      <a:pt x="78" y="69"/>
                    </a:cubicBezTo>
                    <a:cubicBezTo>
                      <a:pt x="79" y="68"/>
                      <a:pt x="80" y="68"/>
                      <a:pt x="80" y="67"/>
                    </a:cubicBezTo>
                    <a:cubicBezTo>
                      <a:pt x="80" y="66"/>
                      <a:pt x="80" y="66"/>
                      <a:pt x="79" y="65"/>
                    </a:cubicBezTo>
                    <a:cubicBezTo>
                      <a:pt x="79" y="64"/>
                      <a:pt x="78" y="63"/>
                      <a:pt x="78" y="63"/>
                    </a:cubicBezTo>
                    <a:cubicBezTo>
                      <a:pt x="78" y="63"/>
                      <a:pt x="78" y="63"/>
                      <a:pt x="77" y="62"/>
                    </a:cubicBezTo>
                    <a:cubicBezTo>
                      <a:pt x="76" y="61"/>
                      <a:pt x="76" y="60"/>
                      <a:pt x="76" y="60"/>
                    </a:cubicBezTo>
                    <a:cubicBezTo>
                      <a:pt x="76" y="60"/>
                      <a:pt x="76" y="57"/>
                      <a:pt x="76" y="56"/>
                    </a:cubicBezTo>
                    <a:cubicBezTo>
                      <a:pt x="76" y="55"/>
                      <a:pt x="75" y="57"/>
                      <a:pt x="76" y="55"/>
                    </a:cubicBezTo>
                    <a:cubicBezTo>
                      <a:pt x="76" y="53"/>
                      <a:pt x="76" y="52"/>
                      <a:pt x="76" y="52"/>
                    </a:cubicBezTo>
                    <a:cubicBezTo>
                      <a:pt x="76" y="52"/>
                      <a:pt x="74" y="51"/>
                      <a:pt x="73" y="51"/>
                    </a:cubicBezTo>
                    <a:cubicBezTo>
                      <a:pt x="73" y="51"/>
                      <a:pt x="73" y="52"/>
                      <a:pt x="72" y="52"/>
                    </a:cubicBezTo>
                    <a:cubicBezTo>
                      <a:pt x="70" y="51"/>
                      <a:pt x="71" y="50"/>
                      <a:pt x="70" y="50"/>
                    </a:cubicBezTo>
                    <a:cubicBezTo>
                      <a:pt x="70" y="49"/>
                      <a:pt x="69" y="49"/>
                      <a:pt x="68" y="50"/>
                    </a:cubicBezTo>
                    <a:cubicBezTo>
                      <a:pt x="68" y="50"/>
                      <a:pt x="66" y="50"/>
                      <a:pt x="65" y="51"/>
                    </a:cubicBezTo>
                    <a:cubicBezTo>
                      <a:pt x="64" y="51"/>
                      <a:pt x="64" y="51"/>
                      <a:pt x="62" y="51"/>
                    </a:cubicBezTo>
                    <a:cubicBezTo>
                      <a:pt x="61" y="51"/>
                      <a:pt x="59" y="52"/>
                      <a:pt x="58" y="51"/>
                    </a:cubicBezTo>
                    <a:cubicBezTo>
                      <a:pt x="56" y="51"/>
                      <a:pt x="56" y="51"/>
                      <a:pt x="56" y="50"/>
                    </a:cubicBezTo>
                    <a:cubicBezTo>
                      <a:pt x="55" y="49"/>
                      <a:pt x="56" y="49"/>
                      <a:pt x="55" y="48"/>
                    </a:cubicBezTo>
                    <a:cubicBezTo>
                      <a:pt x="53" y="48"/>
                      <a:pt x="53" y="48"/>
                      <a:pt x="53" y="47"/>
                    </a:cubicBezTo>
                    <a:cubicBezTo>
                      <a:pt x="53" y="46"/>
                      <a:pt x="53" y="46"/>
                      <a:pt x="53" y="45"/>
                    </a:cubicBezTo>
                    <a:cubicBezTo>
                      <a:pt x="52" y="44"/>
                      <a:pt x="53" y="46"/>
                      <a:pt x="52" y="44"/>
                    </a:cubicBezTo>
                    <a:cubicBezTo>
                      <a:pt x="50" y="42"/>
                      <a:pt x="50" y="44"/>
                      <a:pt x="50" y="42"/>
                    </a:cubicBezTo>
                    <a:cubicBezTo>
                      <a:pt x="51" y="41"/>
                      <a:pt x="51" y="42"/>
                      <a:pt x="51" y="40"/>
                    </a:cubicBezTo>
                    <a:cubicBezTo>
                      <a:pt x="51" y="39"/>
                      <a:pt x="53" y="41"/>
                      <a:pt x="52" y="38"/>
                    </a:cubicBezTo>
                    <a:cubicBezTo>
                      <a:pt x="51" y="35"/>
                      <a:pt x="50" y="35"/>
                      <a:pt x="52" y="33"/>
                    </a:cubicBezTo>
                    <a:cubicBezTo>
                      <a:pt x="53" y="31"/>
                      <a:pt x="55" y="30"/>
                      <a:pt x="55" y="30"/>
                    </a:cubicBezTo>
                    <a:cubicBezTo>
                      <a:pt x="55" y="29"/>
                      <a:pt x="56" y="28"/>
                      <a:pt x="56" y="27"/>
                    </a:cubicBezTo>
                    <a:cubicBezTo>
                      <a:pt x="57" y="27"/>
                      <a:pt x="56" y="27"/>
                      <a:pt x="58" y="27"/>
                    </a:cubicBezTo>
                    <a:cubicBezTo>
                      <a:pt x="59" y="27"/>
                      <a:pt x="60" y="26"/>
                      <a:pt x="61" y="26"/>
                    </a:cubicBezTo>
                    <a:cubicBezTo>
                      <a:pt x="62" y="25"/>
                      <a:pt x="63" y="24"/>
                      <a:pt x="63" y="23"/>
                    </a:cubicBezTo>
                    <a:cubicBezTo>
                      <a:pt x="64" y="23"/>
                      <a:pt x="63" y="24"/>
                      <a:pt x="65" y="23"/>
                    </a:cubicBezTo>
                    <a:cubicBezTo>
                      <a:pt x="66" y="23"/>
                      <a:pt x="66" y="23"/>
                      <a:pt x="67" y="23"/>
                    </a:cubicBezTo>
                    <a:cubicBezTo>
                      <a:pt x="68" y="23"/>
                      <a:pt x="66" y="23"/>
                      <a:pt x="68" y="23"/>
                    </a:cubicBezTo>
                    <a:cubicBezTo>
                      <a:pt x="70" y="22"/>
                      <a:pt x="70" y="22"/>
                      <a:pt x="70" y="22"/>
                    </a:cubicBezTo>
                    <a:cubicBezTo>
                      <a:pt x="71" y="22"/>
                      <a:pt x="71" y="23"/>
                      <a:pt x="72" y="23"/>
                    </a:cubicBezTo>
                    <a:cubicBezTo>
                      <a:pt x="72" y="23"/>
                      <a:pt x="72" y="21"/>
                      <a:pt x="72" y="23"/>
                    </a:cubicBezTo>
                    <a:cubicBezTo>
                      <a:pt x="73" y="25"/>
                      <a:pt x="72" y="26"/>
                      <a:pt x="73" y="26"/>
                    </a:cubicBezTo>
                    <a:cubicBezTo>
                      <a:pt x="75" y="26"/>
                      <a:pt x="73" y="26"/>
                      <a:pt x="75" y="26"/>
                    </a:cubicBezTo>
                    <a:cubicBezTo>
                      <a:pt x="76" y="26"/>
                      <a:pt x="76" y="26"/>
                      <a:pt x="77" y="27"/>
                    </a:cubicBezTo>
                    <a:cubicBezTo>
                      <a:pt x="77" y="27"/>
                      <a:pt x="78" y="27"/>
                      <a:pt x="79" y="27"/>
                    </a:cubicBezTo>
                    <a:cubicBezTo>
                      <a:pt x="80" y="27"/>
                      <a:pt x="79" y="29"/>
                      <a:pt x="80" y="27"/>
                    </a:cubicBezTo>
                    <a:cubicBezTo>
                      <a:pt x="82" y="26"/>
                      <a:pt x="79" y="26"/>
                      <a:pt x="82" y="26"/>
                    </a:cubicBezTo>
                    <a:cubicBezTo>
                      <a:pt x="85" y="26"/>
                      <a:pt x="85" y="27"/>
                      <a:pt x="86" y="26"/>
                    </a:cubicBezTo>
                    <a:cubicBezTo>
                      <a:pt x="86" y="26"/>
                      <a:pt x="86" y="27"/>
                      <a:pt x="88" y="26"/>
                    </a:cubicBezTo>
                    <a:cubicBezTo>
                      <a:pt x="89" y="25"/>
                      <a:pt x="89" y="25"/>
                      <a:pt x="90" y="26"/>
                    </a:cubicBezTo>
                    <a:cubicBezTo>
                      <a:pt x="90" y="26"/>
                      <a:pt x="90" y="27"/>
                      <a:pt x="91" y="26"/>
                    </a:cubicBezTo>
                    <a:cubicBezTo>
                      <a:pt x="91" y="25"/>
                      <a:pt x="92" y="25"/>
                      <a:pt x="91" y="24"/>
                    </a:cubicBezTo>
                    <a:cubicBezTo>
                      <a:pt x="89" y="24"/>
                      <a:pt x="89" y="24"/>
                      <a:pt x="88" y="23"/>
                    </a:cubicBezTo>
                    <a:cubicBezTo>
                      <a:pt x="88" y="22"/>
                      <a:pt x="90" y="23"/>
                      <a:pt x="88" y="22"/>
                    </a:cubicBezTo>
                    <a:cubicBezTo>
                      <a:pt x="87" y="22"/>
                      <a:pt x="87" y="22"/>
                      <a:pt x="86" y="22"/>
                    </a:cubicBezTo>
                    <a:cubicBezTo>
                      <a:pt x="84" y="21"/>
                      <a:pt x="83" y="23"/>
                      <a:pt x="83" y="22"/>
                    </a:cubicBezTo>
                    <a:cubicBezTo>
                      <a:pt x="83" y="21"/>
                      <a:pt x="80" y="23"/>
                      <a:pt x="83" y="21"/>
                    </a:cubicBezTo>
                    <a:cubicBezTo>
                      <a:pt x="85" y="19"/>
                      <a:pt x="84" y="18"/>
                      <a:pt x="85" y="18"/>
                    </a:cubicBezTo>
                    <a:cubicBezTo>
                      <a:pt x="87" y="19"/>
                      <a:pt x="86" y="20"/>
                      <a:pt x="87" y="19"/>
                    </a:cubicBezTo>
                    <a:cubicBezTo>
                      <a:pt x="88" y="18"/>
                      <a:pt x="90" y="18"/>
                      <a:pt x="88" y="17"/>
                    </a:cubicBezTo>
                    <a:cubicBezTo>
                      <a:pt x="86" y="16"/>
                      <a:pt x="88" y="16"/>
                      <a:pt x="86" y="15"/>
                    </a:cubicBezTo>
                    <a:cubicBezTo>
                      <a:pt x="84" y="14"/>
                      <a:pt x="83" y="18"/>
                      <a:pt x="82" y="18"/>
                    </a:cubicBezTo>
                    <a:cubicBezTo>
                      <a:pt x="81" y="17"/>
                      <a:pt x="81" y="17"/>
                      <a:pt x="80" y="17"/>
                    </a:cubicBezTo>
                    <a:cubicBezTo>
                      <a:pt x="80" y="17"/>
                      <a:pt x="80" y="19"/>
                      <a:pt x="80" y="20"/>
                    </a:cubicBezTo>
                    <a:cubicBezTo>
                      <a:pt x="79" y="21"/>
                      <a:pt x="80" y="21"/>
                      <a:pt x="79" y="20"/>
                    </a:cubicBezTo>
                    <a:cubicBezTo>
                      <a:pt x="77" y="20"/>
                      <a:pt x="81" y="20"/>
                      <a:pt x="77" y="18"/>
                    </a:cubicBezTo>
                    <a:cubicBezTo>
                      <a:pt x="73" y="17"/>
                      <a:pt x="72" y="17"/>
                      <a:pt x="71" y="18"/>
                    </a:cubicBezTo>
                    <a:cubicBezTo>
                      <a:pt x="71" y="18"/>
                      <a:pt x="70" y="18"/>
                      <a:pt x="70" y="19"/>
                    </a:cubicBezTo>
                    <a:cubicBezTo>
                      <a:pt x="69" y="19"/>
                      <a:pt x="71" y="20"/>
                      <a:pt x="69" y="19"/>
                    </a:cubicBezTo>
                    <a:cubicBezTo>
                      <a:pt x="68" y="18"/>
                      <a:pt x="66" y="20"/>
                      <a:pt x="66" y="20"/>
                    </a:cubicBezTo>
                    <a:cubicBezTo>
                      <a:pt x="66" y="20"/>
                      <a:pt x="66" y="19"/>
                      <a:pt x="65" y="20"/>
                    </a:cubicBezTo>
                    <a:cubicBezTo>
                      <a:pt x="64" y="20"/>
                      <a:pt x="63" y="21"/>
                      <a:pt x="62" y="21"/>
                    </a:cubicBezTo>
                    <a:cubicBezTo>
                      <a:pt x="61" y="20"/>
                      <a:pt x="60" y="21"/>
                      <a:pt x="61" y="19"/>
                    </a:cubicBezTo>
                    <a:cubicBezTo>
                      <a:pt x="63" y="17"/>
                      <a:pt x="62" y="18"/>
                      <a:pt x="64" y="17"/>
                    </a:cubicBezTo>
                    <a:cubicBezTo>
                      <a:pt x="66" y="16"/>
                      <a:pt x="69" y="16"/>
                      <a:pt x="66" y="16"/>
                    </a:cubicBezTo>
                    <a:cubicBezTo>
                      <a:pt x="63" y="15"/>
                      <a:pt x="68" y="15"/>
                      <a:pt x="64" y="13"/>
                    </a:cubicBezTo>
                    <a:cubicBezTo>
                      <a:pt x="60" y="11"/>
                      <a:pt x="60" y="14"/>
                      <a:pt x="60" y="11"/>
                    </a:cubicBezTo>
                    <a:cubicBezTo>
                      <a:pt x="61" y="9"/>
                      <a:pt x="60" y="9"/>
                      <a:pt x="59" y="9"/>
                    </a:cubicBezTo>
                    <a:cubicBezTo>
                      <a:pt x="59" y="9"/>
                      <a:pt x="56" y="10"/>
                      <a:pt x="55" y="10"/>
                    </a:cubicBezTo>
                    <a:cubicBezTo>
                      <a:pt x="54" y="10"/>
                      <a:pt x="55" y="11"/>
                      <a:pt x="54" y="10"/>
                    </a:cubicBezTo>
                    <a:cubicBezTo>
                      <a:pt x="52" y="9"/>
                      <a:pt x="51" y="10"/>
                      <a:pt x="52" y="9"/>
                    </a:cubicBezTo>
                    <a:cubicBezTo>
                      <a:pt x="53" y="7"/>
                      <a:pt x="53" y="7"/>
                      <a:pt x="54" y="6"/>
                    </a:cubicBezTo>
                    <a:cubicBezTo>
                      <a:pt x="55" y="5"/>
                      <a:pt x="55" y="2"/>
                      <a:pt x="57" y="3"/>
                    </a:cubicBezTo>
                    <a:cubicBezTo>
                      <a:pt x="60" y="4"/>
                      <a:pt x="59" y="4"/>
                      <a:pt x="61" y="4"/>
                    </a:cubicBezTo>
                    <a:cubicBezTo>
                      <a:pt x="63" y="4"/>
                      <a:pt x="64" y="4"/>
                      <a:pt x="64" y="3"/>
                    </a:cubicBezTo>
                    <a:cubicBezTo>
                      <a:pt x="64" y="3"/>
                      <a:pt x="62" y="2"/>
                      <a:pt x="62" y="2"/>
                    </a:cubicBezTo>
                    <a:cubicBezTo>
                      <a:pt x="62" y="2"/>
                      <a:pt x="61" y="2"/>
                      <a:pt x="61" y="2"/>
                    </a:cubicBezTo>
                    <a:cubicBezTo>
                      <a:pt x="61" y="1"/>
                      <a:pt x="62" y="0"/>
                      <a:pt x="62" y="0"/>
                    </a:cubicBezTo>
                    <a:cubicBezTo>
                      <a:pt x="61" y="0"/>
                      <a:pt x="61" y="0"/>
                      <a:pt x="61" y="0"/>
                    </a:cubicBezTo>
                    <a:cubicBezTo>
                      <a:pt x="61" y="0"/>
                      <a:pt x="54" y="0"/>
                      <a:pt x="52" y="0"/>
                    </a:cubicBezTo>
                    <a:close/>
                  </a:path>
                </a:pathLst>
              </a:custGeom>
              <a:solidFill>
                <a:schemeClr val="accent4"/>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grpSp>
        <p:nvGrpSpPr>
          <p:cNvPr id="107" name="组合 106"/>
          <p:cNvGrpSpPr/>
          <p:nvPr/>
        </p:nvGrpSpPr>
        <p:grpSpPr>
          <a:xfrm>
            <a:off x="4054018" y="4873168"/>
            <a:ext cx="642736" cy="642736"/>
            <a:chOff x="4054018" y="4873168"/>
            <a:chExt cx="642736" cy="642736"/>
          </a:xfrm>
        </p:grpSpPr>
        <p:sp>
          <p:nvSpPr>
            <p:cNvPr id="8" name="Oval 3722"/>
            <p:cNvSpPr>
              <a:spLocks noChangeArrowheads="1"/>
            </p:cNvSpPr>
            <p:nvPr/>
          </p:nvSpPr>
          <p:spPr bwMode="auto">
            <a:xfrm>
              <a:off x="4054018" y="4873168"/>
              <a:ext cx="642736" cy="642736"/>
            </a:xfrm>
            <a:prstGeom prst="ellipse">
              <a:avLst/>
            </a:prstGeom>
            <a:solidFill>
              <a:schemeClr val="bg1"/>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nvGrpSpPr>
            <p:cNvPr id="4" name="组合 3"/>
            <p:cNvGrpSpPr/>
            <p:nvPr/>
          </p:nvGrpSpPr>
          <p:grpSpPr>
            <a:xfrm>
              <a:off x="4180427" y="4957442"/>
              <a:ext cx="389919" cy="474188"/>
              <a:chOff x="4187345" y="4696860"/>
              <a:chExt cx="389919" cy="474188"/>
            </a:xfrm>
          </p:grpSpPr>
          <p:sp>
            <p:nvSpPr>
              <p:cNvPr id="60" name="Freeform 3774"/>
              <p:cNvSpPr>
                <a:spLocks noEditPoints="1"/>
              </p:cNvSpPr>
              <p:nvPr/>
            </p:nvSpPr>
            <p:spPr bwMode="auto">
              <a:xfrm>
                <a:off x="4252753" y="4696860"/>
                <a:ext cx="217599" cy="221373"/>
              </a:xfrm>
              <a:custGeom>
                <a:avLst/>
                <a:gdLst>
                  <a:gd fmla="*/ 137 w 173" name="T0"/>
                  <a:gd fmla="*/ 176 h 176" name="T1"/>
                  <a:gd fmla="*/ 119 w 173" name="T2"/>
                  <a:gd fmla="*/ 131 h 176" name="T3"/>
                  <a:gd fmla="*/ 55 w 173" name="T4"/>
                  <a:gd fmla="*/ 131 h 176" name="T5"/>
                  <a:gd fmla="*/ 36 w 173" name="T6"/>
                  <a:gd fmla="*/ 176 h 176" name="T7"/>
                  <a:gd fmla="*/ 0 w 173" name="T8"/>
                  <a:gd fmla="*/ 176 h 176" name="T9"/>
                  <a:gd fmla="*/ 74 w 173" name="T10"/>
                  <a:gd fmla="*/ 0 h 176" name="T11"/>
                  <a:gd fmla="*/ 100 w 173" name="T12"/>
                  <a:gd fmla="*/ 0 h 176" name="T13"/>
                  <a:gd fmla="*/ 173 w 173" name="T14"/>
                  <a:gd fmla="*/ 176 h 176" name="T15"/>
                  <a:gd fmla="*/ 137 w 173" name="T16"/>
                  <a:gd fmla="*/ 176 h 176" name="T17"/>
                  <a:gd fmla="*/ 85 w 173" name="T18"/>
                  <a:gd fmla="*/ 45 h 176" name="T19"/>
                  <a:gd fmla="*/ 67 w 173" name="T20"/>
                  <a:gd fmla="*/ 100 h 176" name="T21"/>
                  <a:gd fmla="*/ 104 w 173" name="T22"/>
                  <a:gd fmla="*/ 100 h 176" name="T23"/>
                  <a:gd fmla="*/ 85 w 173" name="T24"/>
                  <a:gd fmla="*/ 45 h 176" name="T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b="b" l="0" r="r" t="0"/>
                <a:pathLst>
                  <a:path h="176" w="173">
                    <a:moveTo>
                      <a:pt x="137" y="176"/>
                    </a:moveTo>
                    <a:lnTo>
                      <a:pt x="119" y="131"/>
                    </a:lnTo>
                    <a:lnTo>
                      <a:pt x="55" y="131"/>
                    </a:lnTo>
                    <a:lnTo>
                      <a:pt x="36" y="176"/>
                    </a:lnTo>
                    <a:lnTo>
                      <a:pt x="0" y="176"/>
                    </a:lnTo>
                    <a:lnTo>
                      <a:pt x="74" y="0"/>
                    </a:lnTo>
                    <a:lnTo>
                      <a:pt x="100" y="0"/>
                    </a:lnTo>
                    <a:lnTo>
                      <a:pt x="173" y="176"/>
                    </a:lnTo>
                    <a:lnTo>
                      <a:pt x="137" y="176"/>
                    </a:lnTo>
                    <a:close/>
                    <a:moveTo>
                      <a:pt x="85" y="45"/>
                    </a:moveTo>
                    <a:lnTo>
                      <a:pt x="67" y="100"/>
                    </a:lnTo>
                    <a:lnTo>
                      <a:pt x="104" y="100"/>
                    </a:lnTo>
                    <a:lnTo>
                      <a:pt x="85" y="45"/>
                    </a:lnTo>
                    <a:close/>
                  </a:path>
                </a:pathLst>
              </a:custGeom>
              <a:solidFill>
                <a:schemeClr val="accent3"/>
              </a:solidFill>
              <a:ln>
                <a:noFill/>
              </a:ln>
            </p:spPr>
            <p:txBody>
              <a:bodyPr anchor="t" anchorCtr="0" bIns="48216" compatLnSpc="1" lIns="96430" numCol="1" rIns="96430" tIns="48216" vert="horz" wrap="square">
                <a:normAutofit fontScale="75000" lnSpcReduction="1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1" name="Freeform 3775"/>
              <p:cNvSpPr>
                <a:spLocks noEditPoints="1"/>
              </p:cNvSpPr>
              <p:nvPr/>
            </p:nvSpPr>
            <p:spPr bwMode="auto">
              <a:xfrm>
                <a:off x="4187345" y="4944645"/>
                <a:ext cx="143390" cy="222631"/>
              </a:xfrm>
              <a:custGeom>
                <a:avLst/>
                <a:gdLst>
                  <a:gd fmla="*/ 20 w 48" name="T0"/>
                  <a:gd fmla="*/ 75 h 75" name="T1"/>
                  <a:gd fmla="*/ 0 w 48" name="T2"/>
                  <a:gd fmla="*/ 75 h 75" name="T3"/>
                  <a:gd fmla="*/ 0 w 48" name="T4"/>
                  <a:gd fmla="*/ 0 h 75" name="T5"/>
                  <a:gd fmla="*/ 15 w 48" name="T6"/>
                  <a:gd fmla="*/ 0 h 75" name="T7"/>
                  <a:gd fmla="*/ 35 w 48" name="T8"/>
                  <a:gd fmla="*/ 4 h 75" name="T9"/>
                  <a:gd fmla="*/ 44 w 48" name="T10"/>
                  <a:gd fmla="*/ 20 h 75" name="T11"/>
                  <a:gd fmla="*/ 36 w 48" name="T12"/>
                  <a:gd fmla="*/ 34 h 75" name="T13"/>
                  <a:gd fmla="*/ 48 w 48" name="T14"/>
                  <a:gd fmla="*/ 53 h 75" name="T15"/>
                  <a:gd fmla="*/ 20 w 48" name="T16"/>
                  <a:gd fmla="*/ 75 h 75" name="T17"/>
                  <a:gd fmla="*/ 19 w 48" name="T18"/>
                  <a:gd fmla="*/ 14 h 75" name="T19"/>
                  <a:gd fmla="*/ 14 w 48" name="T20"/>
                  <a:gd fmla="*/ 14 h 75" name="T21"/>
                  <a:gd fmla="*/ 14 w 48" name="T22"/>
                  <a:gd fmla="*/ 29 h 75" name="T23"/>
                  <a:gd fmla="*/ 18 w 48" name="T24"/>
                  <a:gd fmla="*/ 29 h 75" name="T25"/>
                  <a:gd fmla="*/ 30 w 48" name="T26"/>
                  <a:gd fmla="*/ 21 h 75" name="T27"/>
                  <a:gd fmla="*/ 19 w 48" name="T28"/>
                  <a:gd fmla="*/ 14 h 75" name="T29"/>
                  <a:gd fmla="*/ 20 w 48" name="T30"/>
                  <a:gd fmla="*/ 43 h 75" name="T31"/>
                  <a:gd fmla="*/ 14 w 48" name="T32"/>
                  <a:gd fmla="*/ 43 h 75" name="T33"/>
                  <a:gd fmla="*/ 14 w 48" name="T34"/>
                  <a:gd fmla="*/ 62 h 75" name="T35"/>
                  <a:gd fmla="*/ 21 w 48" name="T36"/>
                  <a:gd fmla="*/ 62 h 75" name="T37"/>
                  <a:gd fmla="*/ 34 w 48" name="T38"/>
                  <a:gd fmla="*/ 52 h 75" name="T39"/>
                  <a:gd fmla="*/ 20 w 48" name="T40"/>
                  <a:gd fmla="*/ 43 h 75" name="T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b="b" l="0" r="r" t="0"/>
                <a:pathLst>
                  <a:path h="75" w="48">
                    <a:moveTo>
                      <a:pt x="20" y="75"/>
                    </a:moveTo>
                    <a:cubicBezTo>
                      <a:pt x="0" y="75"/>
                      <a:pt x="0" y="75"/>
                      <a:pt x="0" y="75"/>
                    </a:cubicBezTo>
                    <a:cubicBezTo>
                      <a:pt x="0" y="0"/>
                      <a:pt x="0" y="0"/>
                      <a:pt x="0" y="0"/>
                    </a:cubicBezTo>
                    <a:cubicBezTo>
                      <a:pt x="15" y="0"/>
                      <a:pt x="15" y="0"/>
                      <a:pt x="15" y="0"/>
                    </a:cubicBezTo>
                    <a:cubicBezTo>
                      <a:pt x="26" y="0"/>
                      <a:pt x="31" y="1"/>
                      <a:pt x="35" y="4"/>
                    </a:cubicBezTo>
                    <a:cubicBezTo>
                      <a:pt x="41" y="7"/>
                      <a:pt x="44" y="13"/>
                      <a:pt x="44" y="20"/>
                    </a:cubicBezTo>
                    <a:cubicBezTo>
                      <a:pt x="44" y="27"/>
                      <a:pt x="42" y="31"/>
                      <a:pt x="36" y="34"/>
                    </a:cubicBezTo>
                    <a:cubicBezTo>
                      <a:pt x="45" y="38"/>
                      <a:pt x="48" y="44"/>
                      <a:pt x="48" y="53"/>
                    </a:cubicBezTo>
                    <a:cubicBezTo>
                      <a:pt x="48" y="66"/>
                      <a:pt x="39" y="75"/>
                      <a:pt x="20" y="75"/>
                    </a:cubicBezTo>
                    <a:close/>
                    <a:moveTo>
                      <a:pt x="19" y="14"/>
                    </a:moveTo>
                    <a:cubicBezTo>
                      <a:pt x="14" y="14"/>
                      <a:pt x="14" y="14"/>
                      <a:pt x="14" y="14"/>
                    </a:cubicBezTo>
                    <a:cubicBezTo>
                      <a:pt x="14" y="29"/>
                      <a:pt x="14" y="29"/>
                      <a:pt x="14" y="29"/>
                    </a:cubicBezTo>
                    <a:cubicBezTo>
                      <a:pt x="18" y="29"/>
                      <a:pt x="18" y="29"/>
                      <a:pt x="18" y="29"/>
                    </a:cubicBezTo>
                    <a:cubicBezTo>
                      <a:pt x="27" y="29"/>
                      <a:pt x="30" y="27"/>
                      <a:pt x="30" y="21"/>
                    </a:cubicBezTo>
                    <a:cubicBezTo>
                      <a:pt x="30" y="16"/>
                      <a:pt x="27" y="14"/>
                      <a:pt x="19" y="14"/>
                    </a:cubicBezTo>
                    <a:close/>
                    <a:moveTo>
                      <a:pt x="20" y="43"/>
                    </a:moveTo>
                    <a:cubicBezTo>
                      <a:pt x="14" y="43"/>
                      <a:pt x="14" y="43"/>
                      <a:pt x="14" y="43"/>
                    </a:cubicBezTo>
                    <a:cubicBezTo>
                      <a:pt x="14" y="62"/>
                      <a:pt x="14" y="62"/>
                      <a:pt x="14" y="62"/>
                    </a:cubicBezTo>
                    <a:cubicBezTo>
                      <a:pt x="21" y="62"/>
                      <a:pt x="21" y="62"/>
                      <a:pt x="21" y="62"/>
                    </a:cubicBezTo>
                    <a:cubicBezTo>
                      <a:pt x="30" y="62"/>
                      <a:pt x="34" y="59"/>
                      <a:pt x="34" y="52"/>
                    </a:cubicBezTo>
                    <a:cubicBezTo>
                      <a:pt x="34" y="46"/>
                      <a:pt x="30" y="43"/>
                      <a:pt x="20" y="43"/>
                    </a:cubicBezTo>
                    <a:close/>
                  </a:path>
                </a:pathLst>
              </a:custGeom>
              <a:solidFill>
                <a:schemeClr val="accent3"/>
              </a:solidFill>
              <a:ln>
                <a:noFill/>
              </a:ln>
            </p:spPr>
            <p:txBody>
              <a:bodyPr anchor="t" anchorCtr="0" bIns="48216" compatLnSpc="1" lIns="96430" numCol="1" rIns="96430" tIns="48216" vert="horz" wrap="square">
                <a:normAutofit fontScale="85000" lnSpcReduction="2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2" name="Freeform 3776"/>
              <p:cNvSpPr/>
              <p:nvPr/>
            </p:nvSpPr>
            <p:spPr bwMode="auto">
              <a:xfrm>
                <a:off x="4357148" y="4940871"/>
                <a:ext cx="220116" cy="230177"/>
              </a:xfrm>
              <a:custGeom>
                <a:avLst/>
                <a:gdLst>
                  <a:gd fmla="*/ 39 w 74" name="T0"/>
                  <a:gd fmla="*/ 77 h 77" name="T1"/>
                  <a:gd fmla="*/ 0 w 74" name="T2"/>
                  <a:gd fmla="*/ 38 h 77" name="T3"/>
                  <a:gd fmla="*/ 39 w 74" name="T4"/>
                  <a:gd fmla="*/ 0 h 77" name="T5"/>
                  <a:gd fmla="*/ 74 w 74" name="T6"/>
                  <a:gd fmla="*/ 23 h 77" name="T7"/>
                  <a:gd fmla="*/ 58 w 74" name="T8"/>
                  <a:gd fmla="*/ 23 h 77" name="T9"/>
                  <a:gd fmla="*/ 39 w 74" name="T10"/>
                  <a:gd fmla="*/ 13 h 77" name="T11"/>
                  <a:gd fmla="*/ 14 w 74" name="T12"/>
                  <a:gd fmla="*/ 38 h 77" name="T13"/>
                  <a:gd fmla="*/ 39 w 74" name="T14"/>
                  <a:gd fmla="*/ 64 h 77" name="T15"/>
                  <a:gd fmla="*/ 58 w 74" name="T16"/>
                  <a:gd fmla="*/ 55 h 77" name="T17"/>
                  <a:gd fmla="*/ 74 w 74" name="T18"/>
                  <a:gd fmla="*/ 55 h 77" name="T19"/>
                  <a:gd fmla="*/ 39 w 74" name="T20"/>
                  <a:gd fmla="*/ 77 h 77" name="T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b="b" l="0" r="r" t="0"/>
                <a:pathLst>
                  <a:path h="77" w="74">
                    <a:moveTo>
                      <a:pt x="39" y="77"/>
                    </a:moveTo>
                    <a:cubicBezTo>
                      <a:pt x="18" y="77"/>
                      <a:pt x="0" y="60"/>
                      <a:pt x="0" y="38"/>
                    </a:cubicBezTo>
                    <a:cubicBezTo>
                      <a:pt x="0" y="17"/>
                      <a:pt x="17" y="0"/>
                      <a:pt x="39" y="0"/>
                    </a:cubicBezTo>
                    <a:cubicBezTo>
                      <a:pt x="54" y="0"/>
                      <a:pt x="67" y="8"/>
                      <a:pt x="74" y="23"/>
                    </a:cubicBezTo>
                    <a:cubicBezTo>
                      <a:pt x="58" y="23"/>
                      <a:pt x="58" y="23"/>
                      <a:pt x="58" y="23"/>
                    </a:cubicBezTo>
                    <a:cubicBezTo>
                      <a:pt x="53" y="16"/>
                      <a:pt x="48" y="13"/>
                      <a:pt x="39" y="13"/>
                    </a:cubicBezTo>
                    <a:cubicBezTo>
                      <a:pt x="25" y="13"/>
                      <a:pt x="14" y="24"/>
                      <a:pt x="14" y="38"/>
                    </a:cubicBezTo>
                    <a:cubicBezTo>
                      <a:pt x="14" y="52"/>
                      <a:pt x="25" y="64"/>
                      <a:pt x="39" y="64"/>
                    </a:cubicBezTo>
                    <a:cubicBezTo>
                      <a:pt x="46" y="64"/>
                      <a:pt x="52" y="61"/>
                      <a:pt x="58" y="55"/>
                    </a:cubicBezTo>
                    <a:cubicBezTo>
                      <a:pt x="74" y="55"/>
                      <a:pt x="74" y="55"/>
                      <a:pt x="74" y="55"/>
                    </a:cubicBezTo>
                    <a:cubicBezTo>
                      <a:pt x="68" y="69"/>
                      <a:pt x="55" y="77"/>
                      <a:pt x="39" y="77"/>
                    </a:cubicBezTo>
                    <a:close/>
                  </a:path>
                </a:pathLst>
              </a:custGeom>
              <a:solidFill>
                <a:schemeClr val="accent3"/>
              </a:solidFill>
              <a:ln>
                <a:noFill/>
              </a:ln>
            </p:spPr>
            <p:txBody>
              <a:bodyPr anchor="t" anchorCtr="0" bIns="48216" compatLnSpc="1" lIns="96430" numCol="1" rIns="96430" tIns="48216" vert="horz" wrap="square">
                <a:normAutofit fontScale="85000" lnSpcReduction="1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grpSp>
        <p:nvGrpSpPr>
          <p:cNvPr id="104" name="组合 103"/>
          <p:cNvGrpSpPr/>
          <p:nvPr/>
        </p:nvGrpSpPr>
        <p:grpSpPr>
          <a:xfrm>
            <a:off x="8470157" y="3209097"/>
            <a:ext cx="755938" cy="755938"/>
            <a:chOff x="8470157" y="3209097"/>
            <a:chExt cx="755938" cy="755938"/>
          </a:xfrm>
        </p:grpSpPr>
        <p:sp>
          <p:nvSpPr>
            <p:cNvPr id="29" name="Oval 3743"/>
            <p:cNvSpPr>
              <a:spLocks noChangeArrowheads="1"/>
            </p:cNvSpPr>
            <p:nvPr/>
          </p:nvSpPr>
          <p:spPr bwMode="auto">
            <a:xfrm>
              <a:off x="8470157" y="3209097"/>
              <a:ext cx="755938" cy="755938"/>
            </a:xfrm>
            <a:prstGeom prst="ellipse">
              <a:avLst/>
            </a:prstGeom>
            <a:solidFill>
              <a:schemeClr val="bg1"/>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nvGrpSpPr>
            <p:cNvPr id="91" name="组合 90"/>
            <p:cNvGrpSpPr/>
            <p:nvPr/>
          </p:nvGrpSpPr>
          <p:grpSpPr>
            <a:xfrm>
              <a:off x="8593421" y="3417263"/>
              <a:ext cx="509410" cy="339606"/>
              <a:chOff x="8609773" y="3176177"/>
              <a:chExt cx="509410" cy="339606"/>
            </a:xfrm>
          </p:grpSpPr>
          <p:sp>
            <p:nvSpPr>
              <p:cNvPr id="63" name="Freeform 3777"/>
              <p:cNvSpPr>
                <a:spLocks noEditPoints="1"/>
              </p:cNvSpPr>
              <p:nvPr/>
            </p:nvSpPr>
            <p:spPr bwMode="auto">
              <a:xfrm>
                <a:off x="8609773" y="3176177"/>
                <a:ext cx="509410" cy="339606"/>
              </a:xfrm>
              <a:custGeom>
                <a:avLst/>
                <a:gdLst>
                  <a:gd fmla="*/ 0 w 405" name="T0"/>
                  <a:gd fmla="*/ 0 h 270" name="T1"/>
                  <a:gd fmla="*/ 0 w 405" name="T2"/>
                  <a:gd fmla="*/ 270 h 270" name="T3"/>
                  <a:gd fmla="*/ 405 w 405" name="T4"/>
                  <a:gd fmla="*/ 270 h 270" name="T5"/>
                  <a:gd fmla="*/ 405 w 405" name="T6"/>
                  <a:gd fmla="*/ 0 h 270" name="T7"/>
                  <a:gd fmla="*/ 0 w 405" name="T8"/>
                  <a:gd fmla="*/ 0 h 270" name="T9"/>
                  <a:gd fmla="*/ 379 w 405" name="T10"/>
                  <a:gd fmla="*/ 246 h 270" name="T11"/>
                  <a:gd fmla="*/ 26 w 405" name="T12"/>
                  <a:gd fmla="*/ 246 h 270" name="T13"/>
                  <a:gd fmla="*/ 26 w 405" name="T14"/>
                  <a:gd fmla="*/ 24 h 270" name="T15"/>
                  <a:gd fmla="*/ 379 w 405" name="T16"/>
                  <a:gd fmla="*/ 24 h 270" name="T17"/>
                  <a:gd fmla="*/ 379 w 405" name="T18"/>
                  <a:gd fmla="*/ 246 h 270" name="T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b="b" l="0" r="r" t="0"/>
                <a:pathLst>
                  <a:path h="270" w="405">
                    <a:moveTo>
                      <a:pt x="0" y="0"/>
                    </a:moveTo>
                    <a:lnTo>
                      <a:pt x="0" y="270"/>
                    </a:lnTo>
                    <a:lnTo>
                      <a:pt x="405" y="270"/>
                    </a:lnTo>
                    <a:lnTo>
                      <a:pt x="405" y="0"/>
                    </a:lnTo>
                    <a:lnTo>
                      <a:pt x="0" y="0"/>
                    </a:lnTo>
                    <a:close/>
                    <a:moveTo>
                      <a:pt x="379" y="246"/>
                    </a:moveTo>
                    <a:lnTo>
                      <a:pt x="26" y="246"/>
                    </a:lnTo>
                    <a:lnTo>
                      <a:pt x="26" y="24"/>
                    </a:lnTo>
                    <a:lnTo>
                      <a:pt x="379" y="24"/>
                    </a:lnTo>
                    <a:lnTo>
                      <a:pt x="379" y="246"/>
                    </a:lnTo>
                    <a:close/>
                  </a:path>
                </a:pathLst>
              </a:custGeom>
              <a:solidFill>
                <a:schemeClr val="accent1"/>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4" name="Freeform 3778"/>
              <p:cNvSpPr/>
              <p:nvPr/>
            </p:nvSpPr>
            <p:spPr bwMode="auto">
              <a:xfrm>
                <a:off x="8677694" y="3265481"/>
                <a:ext cx="47797" cy="152194"/>
              </a:xfrm>
              <a:custGeom>
                <a:avLst/>
                <a:gdLst>
                  <a:gd fmla="*/ 17 w 38" name="T0"/>
                  <a:gd fmla="*/ 121 h 121" name="T1"/>
                  <a:gd fmla="*/ 17 w 38" name="T2"/>
                  <a:gd fmla="*/ 21 h 121" name="T3"/>
                  <a:gd fmla="*/ 0 w 38" name="T4"/>
                  <a:gd fmla="*/ 21 h 121" name="T5"/>
                  <a:gd fmla="*/ 0 w 38" name="T6"/>
                  <a:gd fmla="*/ 0 h 121" name="T7"/>
                  <a:gd fmla="*/ 38 w 38" name="T8"/>
                  <a:gd fmla="*/ 0 h 121" name="T9"/>
                  <a:gd fmla="*/ 38 w 38" name="T10"/>
                  <a:gd fmla="*/ 121 h 121" name="T11"/>
                  <a:gd fmla="*/ 17 w 38" name="T12"/>
                  <a:gd fmla="*/ 121 h 121" name="T13"/>
                </a:gdLst>
                <a:ahLst/>
                <a:cxnLst>
                  <a:cxn ang="0">
                    <a:pos x="T0" y="T1"/>
                  </a:cxn>
                  <a:cxn ang="0">
                    <a:pos x="T2" y="T3"/>
                  </a:cxn>
                  <a:cxn ang="0">
                    <a:pos x="T4" y="T5"/>
                  </a:cxn>
                  <a:cxn ang="0">
                    <a:pos x="T6" y="T7"/>
                  </a:cxn>
                  <a:cxn ang="0">
                    <a:pos x="T8" y="T9"/>
                  </a:cxn>
                  <a:cxn ang="0">
                    <a:pos x="T10" y="T11"/>
                  </a:cxn>
                  <a:cxn ang="0">
                    <a:pos x="T12" y="T13"/>
                  </a:cxn>
                </a:cxnLst>
                <a:rect b="b" l="0" r="r" t="0"/>
                <a:pathLst>
                  <a:path h="121" w="38">
                    <a:moveTo>
                      <a:pt x="17" y="121"/>
                    </a:moveTo>
                    <a:lnTo>
                      <a:pt x="17" y="21"/>
                    </a:lnTo>
                    <a:lnTo>
                      <a:pt x="0" y="21"/>
                    </a:lnTo>
                    <a:lnTo>
                      <a:pt x="0" y="0"/>
                    </a:lnTo>
                    <a:lnTo>
                      <a:pt x="38" y="0"/>
                    </a:lnTo>
                    <a:lnTo>
                      <a:pt x="38" y="121"/>
                    </a:lnTo>
                    <a:lnTo>
                      <a:pt x="17" y="121"/>
                    </a:lnTo>
                    <a:close/>
                  </a:path>
                </a:pathLst>
              </a:custGeom>
              <a:solidFill>
                <a:schemeClr val="accent1"/>
              </a:solidFill>
              <a:ln>
                <a:noFill/>
              </a:ln>
            </p:spPr>
            <p:txBody>
              <a:bodyPr anchor="t" anchorCtr="0" bIns="48216" compatLnSpc="1" lIns="96430" numCol="1" rIns="96430" tIns="48216" vert="horz" wrap="square">
                <a:normAutofit fontScale="32500" lnSpcReduction="2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5" name="Freeform 3779"/>
              <p:cNvSpPr/>
              <p:nvPr/>
            </p:nvSpPr>
            <p:spPr bwMode="auto">
              <a:xfrm>
                <a:off x="8773287" y="3315794"/>
                <a:ext cx="101882" cy="101882"/>
              </a:xfrm>
              <a:custGeom>
                <a:avLst/>
                <a:gdLst>
                  <a:gd fmla="*/ 52 w 81" name="T0"/>
                  <a:gd fmla="*/ 52 h 81" name="T1"/>
                  <a:gd fmla="*/ 52 w 81" name="T2"/>
                  <a:gd fmla="*/ 81 h 81" name="T3"/>
                  <a:gd fmla="*/ 31 w 81" name="T4"/>
                  <a:gd fmla="*/ 81 h 81" name="T5"/>
                  <a:gd fmla="*/ 31 w 81" name="T6"/>
                  <a:gd fmla="*/ 52 h 81" name="T7"/>
                  <a:gd fmla="*/ 0 w 81" name="T8"/>
                  <a:gd fmla="*/ 52 h 81" name="T9"/>
                  <a:gd fmla="*/ 0 w 81" name="T10"/>
                  <a:gd fmla="*/ 29 h 81" name="T11"/>
                  <a:gd fmla="*/ 31 w 81" name="T12"/>
                  <a:gd fmla="*/ 29 h 81" name="T13"/>
                  <a:gd fmla="*/ 31 w 81" name="T14"/>
                  <a:gd fmla="*/ 0 h 81" name="T15"/>
                  <a:gd fmla="*/ 52 w 81" name="T16"/>
                  <a:gd fmla="*/ 0 h 81" name="T17"/>
                  <a:gd fmla="*/ 52 w 81" name="T18"/>
                  <a:gd fmla="*/ 29 h 81" name="T19"/>
                  <a:gd fmla="*/ 81 w 81" name="T20"/>
                  <a:gd fmla="*/ 29 h 81" name="T21"/>
                  <a:gd fmla="*/ 81 w 81" name="T22"/>
                  <a:gd fmla="*/ 52 h 81" name="T23"/>
                  <a:gd fmla="*/ 52 w 81" name="T24"/>
                  <a:gd fmla="*/ 52 h 81" name="T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b="b" l="0" r="r" t="0"/>
                <a:pathLst>
                  <a:path h="81" w="81">
                    <a:moveTo>
                      <a:pt x="52" y="52"/>
                    </a:moveTo>
                    <a:lnTo>
                      <a:pt x="52" y="81"/>
                    </a:lnTo>
                    <a:lnTo>
                      <a:pt x="31" y="81"/>
                    </a:lnTo>
                    <a:lnTo>
                      <a:pt x="31" y="52"/>
                    </a:lnTo>
                    <a:lnTo>
                      <a:pt x="0" y="52"/>
                    </a:lnTo>
                    <a:lnTo>
                      <a:pt x="0" y="29"/>
                    </a:lnTo>
                    <a:lnTo>
                      <a:pt x="31" y="29"/>
                    </a:lnTo>
                    <a:lnTo>
                      <a:pt x="31" y="0"/>
                    </a:lnTo>
                    <a:lnTo>
                      <a:pt x="52" y="0"/>
                    </a:lnTo>
                    <a:lnTo>
                      <a:pt x="52" y="29"/>
                    </a:lnTo>
                    <a:lnTo>
                      <a:pt x="81" y="29"/>
                    </a:lnTo>
                    <a:lnTo>
                      <a:pt x="81" y="52"/>
                    </a:lnTo>
                    <a:lnTo>
                      <a:pt x="52" y="52"/>
                    </a:lnTo>
                    <a:close/>
                  </a:path>
                </a:pathLst>
              </a:custGeom>
              <a:solidFill>
                <a:schemeClr val="accent1"/>
              </a:solidFill>
              <a:ln>
                <a:noFill/>
              </a:ln>
            </p:spPr>
            <p:txBody>
              <a:bodyPr anchor="t" anchorCtr="0" bIns="48216" compatLnSpc="1" lIns="96430" numCol="1" rIns="96430" tIns="48216" vert="horz" wrap="square">
                <a:normAutofit fontScale="25000" lnSpcReduction="2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66" name="Freeform 3780"/>
              <p:cNvSpPr/>
              <p:nvPr/>
            </p:nvSpPr>
            <p:spPr bwMode="auto">
              <a:xfrm>
                <a:off x="8951895" y="3262965"/>
                <a:ext cx="74142" cy="154710"/>
              </a:xfrm>
              <a:custGeom>
                <a:avLst/>
                <a:gdLst>
                  <a:gd fmla="*/ 24 w 34" name="T0"/>
                  <a:gd fmla="*/ 34 h 52" name="T1"/>
                  <a:gd fmla="*/ 13 w 34" name="T2"/>
                  <a:gd fmla="*/ 44 h 52" name="T3"/>
                  <a:gd fmla="*/ 34 w 34" name="T4"/>
                  <a:gd fmla="*/ 44 h 52" name="T5"/>
                  <a:gd fmla="*/ 34 w 34" name="T6"/>
                  <a:gd fmla="*/ 52 h 52" name="T7"/>
                  <a:gd fmla="*/ 0 w 34" name="T8"/>
                  <a:gd fmla="*/ 52 h 52" name="T9"/>
                  <a:gd fmla="*/ 0 w 34" name="T10"/>
                  <a:gd fmla="*/ 44 h 52" name="T11"/>
                  <a:gd fmla="*/ 19 w 34" name="T12"/>
                  <a:gd fmla="*/ 27 h 52" name="T13"/>
                  <a:gd fmla="*/ 25 w 34" name="T14"/>
                  <a:gd fmla="*/ 17 h 52" name="T15"/>
                  <a:gd fmla="*/ 17 w 34" name="T16"/>
                  <a:gd fmla="*/ 9 h 52" name="T17"/>
                  <a:gd fmla="*/ 9 w 34" name="T18"/>
                  <a:gd fmla="*/ 19 h 52" name="T19"/>
                  <a:gd fmla="*/ 0 w 34" name="T20"/>
                  <a:gd fmla="*/ 19 h 52" name="T21"/>
                  <a:gd fmla="*/ 17 w 34" name="T22"/>
                  <a:gd fmla="*/ 0 h 52" name="T23"/>
                  <a:gd fmla="*/ 34 w 34" name="T24"/>
                  <a:gd fmla="*/ 17 h 52" name="T25"/>
                  <a:gd fmla="*/ 24 w 34" name="T26"/>
                  <a:gd fmla="*/ 34 h 52" name="T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b="b" l="0" r="r" t="0"/>
                <a:pathLst>
                  <a:path h="52" w="34">
                    <a:moveTo>
                      <a:pt x="24" y="34"/>
                    </a:moveTo>
                    <a:cubicBezTo>
                      <a:pt x="13" y="44"/>
                      <a:pt x="13" y="44"/>
                      <a:pt x="13" y="44"/>
                    </a:cubicBezTo>
                    <a:cubicBezTo>
                      <a:pt x="34" y="44"/>
                      <a:pt x="34" y="44"/>
                      <a:pt x="34" y="44"/>
                    </a:cubicBezTo>
                    <a:cubicBezTo>
                      <a:pt x="34" y="52"/>
                      <a:pt x="34" y="52"/>
                      <a:pt x="34" y="52"/>
                    </a:cubicBezTo>
                    <a:cubicBezTo>
                      <a:pt x="0" y="52"/>
                      <a:pt x="0" y="52"/>
                      <a:pt x="0" y="52"/>
                    </a:cubicBezTo>
                    <a:cubicBezTo>
                      <a:pt x="0" y="44"/>
                      <a:pt x="0" y="44"/>
                      <a:pt x="0" y="44"/>
                    </a:cubicBezTo>
                    <a:cubicBezTo>
                      <a:pt x="19" y="27"/>
                      <a:pt x="19" y="27"/>
                      <a:pt x="19" y="27"/>
                    </a:cubicBezTo>
                    <a:cubicBezTo>
                      <a:pt x="23" y="23"/>
                      <a:pt x="25" y="20"/>
                      <a:pt x="25" y="17"/>
                    </a:cubicBezTo>
                    <a:cubicBezTo>
                      <a:pt x="25" y="12"/>
                      <a:pt x="21" y="9"/>
                      <a:pt x="17" y="9"/>
                    </a:cubicBezTo>
                    <a:cubicBezTo>
                      <a:pt x="12" y="9"/>
                      <a:pt x="9" y="13"/>
                      <a:pt x="9" y="19"/>
                    </a:cubicBezTo>
                    <a:cubicBezTo>
                      <a:pt x="0" y="19"/>
                      <a:pt x="0" y="19"/>
                      <a:pt x="0" y="19"/>
                    </a:cubicBezTo>
                    <a:cubicBezTo>
                      <a:pt x="0" y="7"/>
                      <a:pt x="7" y="0"/>
                      <a:pt x="17" y="0"/>
                    </a:cubicBezTo>
                    <a:cubicBezTo>
                      <a:pt x="27" y="0"/>
                      <a:pt x="34" y="7"/>
                      <a:pt x="34" y="17"/>
                    </a:cubicBezTo>
                    <a:cubicBezTo>
                      <a:pt x="34" y="23"/>
                      <a:pt x="32" y="27"/>
                      <a:pt x="24" y="34"/>
                    </a:cubicBezTo>
                    <a:close/>
                  </a:path>
                </a:pathLst>
              </a:custGeom>
              <a:solidFill>
                <a:schemeClr val="accent1"/>
              </a:solidFill>
              <a:ln>
                <a:noFill/>
              </a:ln>
            </p:spPr>
            <p:txBody>
              <a:bodyPr anchor="t" anchorCtr="0" bIns="48216" compatLnSpc="1" lIns="96430" numCol="1" rIns="96430" tIns="48216" vert="horz" wrap="square">
                <a:normAutofit fontScale="40000" lnSpcReduction="20000"/>
              </a:bodyPr>
              <a:lstStyle/>
              <a:p>
                <a:pPr algn="just">
                  <a:lnSpc>
                    <a:spcPct val="120000"/>
                  </a:lnSpc>
                </a:pPr>
                <a:endParaRPr lang="en-GB" sz="800">
                  <a:latin charset="0" panose="020B0604020202020204" pitchFamily="34" typeface="Arial"/>
                  <a:ea charset="-122" panose="020B0503020204020204" pitchFamily="34" typeface="微软雅黑"/>
                  <a:cs typeface="+mn-ea"/>
                  <a:sym charset="0" panose="020B0604020202020204" pitchFamily="34" typeface="Arial"/>
                </a:endParaRPr>
              </a:p>
            </p:txBody>
          </p:sp>
        </p:grpSp>
      </p:grpSp>
      <p:grpSp>
        <p:nvGrpSpPr>
          <p:cNvPr id="105" name="组合 104"/>
          <p:cNvGrpSpPr/>
          <p:nvPr/>
        </p:nvGrpSpPr>
        <p:grpSpPr>
          <a:xfrm>
            <a:off x="3631397" y="3674484"/>
            <a:ext cx="758455" cy="755938"/>
            <a:chOff x="3631397" y="3674484"/>
            <a:chExt cx="758455" cy="755938"/>
          </a:xfrm>
        </p:grpSpPr>
        <p:sp>
          <p:nvSpPr>
            <p:cNvPr id="17" name="Oval 3731"/>
            <p:cNvSpPr>
              <a:spLocks noChangeArrowheads="1"/>
            </p:cNvSpPr>
            <p:nvPr/>
          </p:nvSpPr>
          <p:spPr bwMode="auto">
            <a:xfrm>
              <a:off x="3631397" y="3674484"/>
              <a:ext cx="758455" cy="755938"/>
            </a:xfrm>
            <a:prstGeom prst="ellipse">
              <a:avLst/>
            </a:prstGeom>
            <a:solidFill>
              <a:schemeClr val="bg1"/>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nvGrpSpPr>
            <p:cNvPr id="5" name="组合 4"/>
            <p:cNvGrpSpPr/>
            <p:nvPr/>
          </p:nvGrpSpPr>
          <p:grpSpPr>
            <a:xfrm>
              <a:off x="3690514" y="3895228"/>
              <a:ext cx="640221" cy="314450"/>
              <a:chOff x="3675420" y="3667978"/>
              <a:chExt cx="640221" cy="314450"/>
            </a:xfrm>
          </p:grpSpPr>
          <p:sp>
            <p:nvSpPr>
              <p:cNvPr id="72" name="Freeform 3786"/>
              <p:cNvSpPr/>
              <p:nvPr/>
            </p:nvSpPr>
            <p:spPr bwMode="auto">
              <a:xfrm>
                <a:off x="3806231" y="3818914"/>
                <a:ext cx="381114" cy="163514"/>
              </a:xfrm>
              <a:custGeom>
                <a:avLst/>
                <a:gdLst>
                  <a:gd fmla="*/ 63 w 128" name="T0"/>
                  <a:gd fmla="*/ 0 h 55" name="T1"/>
                  <a:gd fmla="*/ 0 w 128" name="T2"/>
                  <a:gd fmla="*/ 9 h 55" name="T3"/>
                  <a:gd fmla="*/ 0 w 128" name="T4"/>
                  <a:gd fmla="*/ 55 h 55" name="T5"/>
                  <a:gd fmla="*/ 64 w 128" name="T6"/>
                  <a:gd fmla="*/ 47 h 55" name="T7"/>
                  <a:gd fmla="*/ 64 w 128" name="T8"/>
                  <a:gd fmla="*/ 47 h 55" name="T9"/>
                  <a:gd fmla="*/ 117 w 128" name="T10"/>
                  <a:gd fmla="*/ 53 h 55" name="T11"/>
                  <a:gd fmla="*/ 128 w 128" name="T12"/>
                  <a:gd fmla="*/ 55 h 55" name="T13"/>
                  <a:gd fmla="*/ 128 w 128" name="T14"/>
                  <a:gd fmla="*/ 55 h 55" name="T15"/>
                  <a:gd fmla="*/ 128 w 128" name="T16"/>
                  <a:gd fmla="*/ 9 h 55" name="T17"/>
                  <a:gd fmla="*/ 128 w 128" name="T18"/>
                  <a:gd fmla="*/ 9 h 55" name="T19"/>
                  <a:gd fmla="*/ 121 w 128" name="T20"/>
                  <a:gd fmla="*/ 7 h 55" name="T21"/>
                  <a:gd fmla="*/ 63 w 128" name="T22"/>
                  <a:gd fmla="*/ 0 h 55"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55" w="128">
                    <a:moveTo>
                      <a:pt x="63" y="0"/>
                    </a:moveTo>
                    <a:cubicBezTo>
                      <a:pt x="22" y="0"/>
                      <a:pt x="0" y="9"/>
                      <a:pt x="0" y="9"/>
                    </a:cubicBezTo>
                    <a:cubicBezTo>
                      <a:pt x="0" y="55"/>
                      <a:pt x="0" y="55"/>
                      <a:pt x="0" y="55"/>
                    </a:cubicBezTo>
                    <a:cubicBezTo>
                      <a:pt x="0" y="55"/>
                      <a:pt x="31" y="47"/>
                      <a:pt x="64" y="47"/>
                    </a:cubicBezTo>
                    <a:cubicBezTo>
                      <a:pt x="64" y="47"/>
                      <a:pt x="64" y="47"/>
                      <a:pt x="64" y="47"/>
                    </a:cubicBezTo>
                    <a:cubicBezTo>
                      <a:pt x="85" y="47"/>
                      <a:pt x="105" y="50"/>
                      <a:pt x="117" y="53"/>
                    </a:cubicBezTo>
                    <a:cubicBezTo>
                      <a:pt x="124" y="54"/>
                      <a:pt x="128" y="55"/>
                      <a:pt x="128" y="55"/>
                    </a:cubicBezTo>
                    <a:cubicBezTo>
                      <a:pt x="128" y="55"/>
                      <a:pt x="128" y="55"/>
                      <a:pt x="128" y="55"/>
                    </a:cubicBezTo>
                    <a:cubicBezTo>
                      <a:pt x="128" y="9"/>
                      <a:pt x="128" y="9"/>
                      <a:pt x="128" y="9"/>
                    </a:cubicBezTo>
                    <a:cubicBezTo>
                      <a:pt x="128" y="9"/>
                      <a:pt x="128" y="9"/>
                      <a:pt x="128" y="9"/>
                    </a:cubicBezTo>
                    <a:cubicBezTo>
                      <a:pt x="128" y="9"/>
                      <a:pt x="125" y="8"/>
                      <a:pt x="121" y="7"/>
                    </a:cubicBezTo>
                    <a:cubicBezTo>
                      <a:pt x="111" y="4"/>
                      <a:pt x="91" y="0"/>
                      <a:pt x="63" y="0"/>
                    </a:cubicBezTo>
                    <a:close/>
                  </a:path>
                </a:pathLst>
              </a:custGeom>
              <a:solidFill>
                <a:schemeClr val="accent2"/>
              </a:solidFill>
              <a:ln>
                <a:noFill/>
              </a:ln>
            </p:spPr>
            <p:txBody>
              <a:bodyPr anchor="t" anchorCtr="0" bIns="48216" compatLnSpc="1" lIns="96430" numCol="1" rIns="96430" tIns="48216" vert="horz" wrap="square">
                <a:normAutofit fontScale="37500" lnSpcReduction="10000"/>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73" name="Freeform 3787"/>
              <p:cNvSpPr/>
              <p:nvPr/>
            </p:nvSpPr>
            <p:spPr bwMode="auto">
              <a:xfrm>
                <a:off x="3675420" y="3667978"/>
                <a:ext cx="640221" cy="303130"/>
              </a:xfrm>
              <a:custGeom>
                <a:avLst/>
                <a:gdLst>
                  <a:gd fmla="*/ 193 w 215" name="T0"/>
                  <a:gd fmla="*/ 84 h 102" name="T1"/>
                  <a:gd fmla="*/ 192 w 215" name="T2"/>
                  <a:gd fmla="*/ 81 h 102" name="T3"/>
                  <a:gd fmla="*/ 192 w 215" name="T4"/>
                  <a:gd fmla="*/ 78 h 102" name="T5"/>
                  <a:gd fmla="*/ 193 w 215" name="T6"/>
                  <a:gd fmla="*/ 75 h 102" name="T7"/>
                  <a:gd fmla="*/ 191 w 215" name="T8"/>
                  <a:gd fmla="*/ 72 h 102" name="T9"/>
                  <a:gd fmla="*/ 191 w 215" name="T10"/>
                  <a:gd fmla="*/ 58 h 102" name="T11"/>
                  <a:gd fmla="*/ 215 w 215" name="T12"/>
                  <a:gd fmla="*/ 48 h 102" name="T13"/>
                  <a:gd fmla="*/ 191 w 215" name="T14"/>
                  <a:gd fmla="*/ 37 h 102" name="T15"/>
                  <a:gd fmla="*/ 190 w 215" name="T16"/>
                  <a:gd fmla="*/ 36 h 102" name="T17"/>
                  <a:gd fmla="*/ 189 w 215" name="T18"/>
                  <a:gd fmla="*/ 36 h 102" name="T19"/>
                  <a:gd fmla="*/ 108 w 215" name="T20"/>
                  <a:gd fmla="*/ 0 h 102" name="T21"/>
                  <a:gd fmla="*/ 0 w 215" name="T22"/>
                  <a:gd fmla="*/ 48 h 102" name="T23"/>
                  <a:gd fmla="*/ 37 w 215" name="T24"/>
                  <a:gd fmla="*/ 64 h 102" name="T25"/>
                  <a:gd fmla="*/ 37 w 215" name="T26"/>
                  <a:gd fmla="*/ 58 h 102" name="T27"/>
                  <a:gd fmla="*/ 107 w 215" name="T28"/>
                  <a:gd fmla="*/ 48 h 102" name="T29"/>
                  <a:gd fmla="*/ 171 w 215" name="T30"/>
                  <a:gd fmla="*/ 56 h 102" name="T31"/>
                  <a:gd fmla="*/ 179 w 215" name="T32"/>
                  <a:gd fmla="*/ 58 h 102" name="T33"/>
                  <a:gd fmla="*/ 179 w 215" name="T34"/>
                  <a:gd fmla="*/ 58 h 102" name="T35"/>
                  <a:gd fmla="*/ 179 w 215" name="T36"/>
                  <a:gd fmla="*/ 64 h 102" name="T37"/>
                  <a:gd fmla="*/ 189 w 215" name="T38"/>
                  <a:gd fmla="*/ 59 h 102" name="T39"/>
                  <a:gd fmla="*/ 189 w 215" name="T40"/>
                  <a:gd fmla="*/ 72 h 102" name="T41"/>
                  <a:gd fmla="*/ 187 w 215" name="T42"/>
                  <a:gd fmla="*/ 75 h 102" name="T43"/>
                  <a:gd fmla="*/ 188 w 215" name="T44"/>
                  <a:gd fmla="*/ 78 h 102" name="T45"/>
                  <a:gd fmla="*/ 188 w 215" name="T46"/>
                  <a:gd fmla="*/ 81 h 102" name="T47"/>
                  <a:gd fmla="*/ 187 w 215" name="T48"/>
                  <a:gd fmla="*/ 84 h 102" name="T49"/>
                  <a:gd fmla="*/ 184 w 215" name="T50"/>
                  <a:gd fmla="*/ 97 h 102" name="T51"/>
                  <a:gd fmla="*/ 190 w 215" name="T52"/>
                  <a:gd fmla="*/ 102 h 102" name="T53"/>
                  <a:gd fmla="*/ 190 w 215" name="T54"/>
                  <a:gd fmla="*/ 102 h 102" name="T55"/>
                  <a:gd fmla="*/ 190 w 215" name="T56"/>
                  <a:gd fmla="*/ 102 h 102" name="T57"/>
                  <a:gd fmla="*/ 196 w 215" name="T58"/>
                  <a:gd fmla="*/ 97 h 102" name="T59"/>
                  <a:gd fmla="*/ 193 w 215" name="T60"/>
                  <a:gd fmla="*/ 84 h 102" name="T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b="b" l="0" r="r" t="0"/>
                <a:pathLst>
                  <a:path h="102" w="215">
                    <a:moveTo>
                      <a:pt x="193" y="84"/>
                    </a:moveTo>
                    <a:cubicBezTo>
                      <a:pt x="193" y="83"/>
                      <a:pt x="193" y="82"/>
                      <a:pt x="192" y="81"/>
                    </a:cubicBezTo>
                    <a:cubicBezTo>
                      <a:pt x="192" y="78"/>
                      <a:pt x="192" y="78"/>
                      <a:pt x="192" y="78"/>
                    </a:cubicBezTo>
                    <a:cubicBezTo>
                      <a:pt x="193" y="78"/>
                      <a:pt x="193" y="76"/>
                      <a:pt x="193" y="75"/>
                    </a:cubicBezTo>
                    <a:cubicBezTo>
                      <a:pt x="193" y="74"/>
                      <a:pt x="192" y="72"/>
                      <a:pt x="191" y="72"/>
                    </a:cubicBezTo>
                    <a:cubicBezTo>
                      <a:pt x="191" y="58"/>
                      <a:pt x="191" y="58"/>
                      <a:pt x="191" y="58"/>
                    </a:cubicBezTo>
                    <a:cubicBezTo>
                      <a:pt x="215" y="48"/>
                      <a:pt x="215" y="48"/>
                      <a:pt x="215" y="48"/>
                    </a:cubicBezTo>
                    <a:cubicBezTo>
                      <a:pt x="191" y="37"/>
                      <a:pt x="191" y="37"/>
                      <a:pt x="191" y="37"/>
                    </a:cubicBezTo>
                    <a:cubicBezTo>
                      <a:pt x="191" y="36"/>
                      <a:pt x="190" y="36"/>
                      <a:pt x="190" y="36"/>
                    </a:cubicBezTo>
                    <a:cubicBezTo>
                      <a:pt x="190" y="36"/>
                      <a:pt x="190" y="36"/>
                      <a:pt x="189" y="36"/>
                    </a:cubicBezTo>
                    <a:cubicBezTo>
                      <a:pt x="108" y="0"/>
                      <a:pt x="108" y="0"/>
                      <a:pt x="108" y="0"/>
                    </a:cubicBezTo>
                    <a:cubicBezTo>
                      <a:pt x="0" y="48"/>
                      <a:pt x="0" y="48"/>
                      <a:pt x="0" y="48"/>
                    </a:cubicBezTo>
                    <a:cubicBezTo>
                      <a:pt x="37" y="64"/>
                      <a:pt x="37" y="64"/>
                      <a:pt x="37" y="64"/>
                    </a:cubicBezTo>
                    <a:cubicBezTo>
                      <a:pt x="37" y="58"/>
                      <a:pt x="37" y="58"/>
                      <a:pt x="37" y="58"/>
                    </a:cubicBezTo>
                    <a:cubicBezTo>
                      <a:pt x="37" y="58"/>
                      <a:pt x="62" y="48"/>
                      <a:pt x="107" y="48"/>
                    </a:cubicBezTo>
                    <a:cubicBezTo>
                      <a:pt x="138" y="48"/>
                      <a:pt x="160" y="53"/>
                      <a:pt x="171" y="56"/>
                    </a:cubicBezTo>
                    <a:cubicBezTo>
                      <a:pt x="176" y="57"/>
                      <a:pt x="179" y="58"/>
                      <a:pt x="179" y="58"/>
                    </a:cubicBezTo>
                    <a:cubicBezTo>
                      <a:pt x="179" y="58"/>
                      <a:pt x="179" y="58"/>
                      <a:pt x="179" y="58"/>
                    </a:cubicBezTo>
                    <a:cubicBezTo>
                      <a:pt x="179" y="64"/>
                      <a:pt x="179" y="64"/>
                      <a:pt x="179" y="64"/>
                    </a:cubicBezTo>
                    <a:cubicBezTo>
                      <a:pt x="189" y="59"/>
                      <a:pt x="189" y="59"/>
                      <a:pt x="189" y="59"/>
                    </a:cubicBezTo>
                    <a:cubicBezTo>
                      <a:pt x="189" y="72"/>
                      <a:pt x="189" y="72"/>
                      <a:pt x="189" y="72"/>
                    </a:cubicBezTo>
                    <a:cubicBezTo>
                      <a:pt x="188" y="72"/>
                      <a:pt x="187" y="74"/>
                      <a:pt x="187" y="75"/>
                    </a:cubicBezTo>
                    <a:cubicBezTo>
                      <a:pt x="187" y="76"/>
                      <a:pt x="187" y="78"/>
                      <a:pt x="188" y="78"/>
                    </a:cubicBezTo>
                    <a:cubicBezTo>
                      <a:pt x="188" y="81"/>
                      <a:pt x="188" y="81"/>
                      <a:pt x="188" y="81"/>
                    </a:cubicBezTo>
                    <a:cubicBezTo>
                      <a:pt x="187" y="82"/>
                      <a:pt x="187" y="83"/>
                      <a:pt x="187" y="84"/>
                    </a:cubicBezTo>
                    <a:cubicBezTo>
                      <a:pt x="186" y="93"/>
                      <a:pt x="185" y="96"/>
                      <a:pt x="184" y="97"/>
                    </a:cubicBezTo>
                    <a:cubicBezTo>
                      <a:pt x="184" y="99"/>
                      <a:pt x="186" y="102"/>
                      <a:pt x="190" y="102"/>
                    </a:cubicBezTo>
                    <a:cubicBezTo>
                      <a:pt x="190" y="102"/>
                      <a:pt x="190" y="102"/>
                      <a:pt x="190" y="102"/>
                    </a:cubicBezTo>
                    <a:cubicBezTo>
                      <a:pt x="190" y="102"/>
                      <a:pt x="190" y="102"/>
                      <a:pt x="190" y="102"/>
                    </a:cubicBezTo>
                    <a:cubicBezTo>
                      <a:pt x="194" y="102"/>
                      <a:pt x="196" y="99"/>
                      <a:pt x="196" y="97"/>
                    </a:cubicBezTo>
                    <a:cubicBezTo>
                      <a:pt x="194" y="96"/>
                      <a:pt x="194" y="93"/>
                      <a:pt x="193" y="84"/>
                    </a:cubicBezTo>
                    <a:close/>
                  </a:path>
                </a:pathLst>
              </a:custGeom>
              <a:solidFill>
                <a:schemeClr val="accent2"/>
              </a:solidFill>
              <a:ln>
                <a:noFill/>
              </a:ln>
            </p:spPr>
            <p:txBody>
              <a:bodyPr anchor="t" anchorCtr="0" bIns="48216" compatLnSpc="1" lIns="96430" numCol="1" rIns="96430" tIns="48216" vert="horz" wrap="square">
                <a:normAutofit/>
              </a:bodyPr>
              <a:lstStyle/>
              <a:p>
                <a:pPr algn="just">
                  <a:lnSpc>
                    <a:spcPct val="120000"/>
                  </a:lnSpc>
                </a:pPr>
                <a:endParaRPr lang="en-GB" sz="950">
                  <a:latin charset="0" panose="020B0604020202020204" pitchFamily="34" typeface="Arial"/>
                  <a:ea charset="-122" panose="020B0503020204020204" pitchFamily="34" typeface="微软雅黑"/>
                  <a:cs typeface="+mn-ea"/>
                  <a:sym charset="0" panose="020B0604020202020204" pitchFamily="34" typeface="Arial"/>
                </a:endParaRPr>
              </a:p>
            </p:txBody>
          </p:sp>
        </p:grpSp>
      </p:grpSp>
      <p:sp>
        <p:nvSpPr>
          <p:cNvPr id="83" name="Title 20"/>
          <p:cNvSpPr txBox="1"/>
          <p:nvPr/>
        </p:nvSpPr>
        <p:spPr>
          <a:xfrm>
            <a:off x="8907145" y="2078355"/>
            <a:ext cx="3251200" cy="877570"/>
          </a:xfrm>
          <a:prstGeom prst="rect">
            <a:avLst/>
          </a:prstGeom>
        </p:spPr>
        <p:txBody>
          <a:bodyPr anchor="t" anchorCtr="0" bIns="64271" lIns="128545" rIns="128545" rtlCol="0" tIns="64271" vert="horz" wrap="square">
            <a:normAutofit/>
          </a:bodyPr>
          <a:lstStyle>
            <a:lvl1pPr algn="ctr" defTabSz="457200" eaLnBrk="1" hangingPunct="1" latinLnBrk="0" rtl="0">
              <a:spcBef>
                <a:spcPct val="0"/>
              </a:spcBef>
              <a:buNone/>
              <a:defRPr kern="1200" sz="2900">
                <a:solidFill>
                  <a:schemeClr val="accent6"/>
                </a:solidFill>
                <a:latin typeface="Source Sans Pro ExtraLight"/>
                <a:ea typeface="+mj-ea"/>
                <a:cs typeface="Source Sans Pro ExtraLight"/>
              </a:defRPr>
            </a:lvl1p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在实习中深入理解了物联网技术在智能灌溉、病虫害预警等方面的应用，增强了从理论到实践的工程化思维转换。</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84" name="Title 20"/>
          <p:cNvSpPr txBox="1"/>
          <p:nvPr/>
        </p:nvSpPr>
        <p:spPr>
          <a:xfrm>
            <a:off x="9592945" y="3263900"/>
            <a:ext cx="3194685" cy="877570"/>
          </a:xfrm>
          <a:prstGeom prst="rect">
            <a:avLst/>
          </a:prstGeom>
        </p:spPr>
        <p:txBody>
          <a:bodyPr anchor="t" anchorCtr="0" bIns="64271" lIns="128545" rIns="128545" rtlCol="0" tIns="64271" vert="horz" wrap="square">
            <a:normAutofit/>
          </a:bodyPr>
          <a:lstStyle>
            <a:lvl1pPr algn="ctr" defTabSz="457200" eaLnBrk="1" hangingPunct="1" latinLnBrk="0" rtl="0">
              <a:spcBef>
                <a:spcPct val="0"/>
              </a:spcBef>
              <a:buNone/>
              <a:defRPr kern="1200" sz="2900">
                <a:solidFill>
                  <a:schemeClr val="accent6"/>
                </a:solidFill>
                <a:latin typeface="Source Sans Pro ExtraLight"/>
                <a:ea typeface="+mj-ea"/>
                <a:cs typeface="Source Sans Pro ExtraLight"/>
              </a:defRPr>
            </a:lvl1p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通过团队协作完成农业环境监测平台开发，学习了项目管理与跨部门沟通技巧，强化了工程项目的全流程把控意识。</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86" name="Title 20"/>
          <p:cNvSpPr txBox="1"/>
          <p:nvPr/>
        </p:nvSpPr>
        <p:spPr>
          <a:xfrm>
            <a:off x="9072880" y="4363085"/>
            <a:ext cx="3159125" cy="877570"/>
          </a:xfrm>
          <a:prstGeom prst="rect">
            <a:avLst/>
          </a:prstGeom>
        </p:spPr>
        <p:txBody>
          <a:bodyPr anchor="t" anchorCtr="0" bIns="64271" lIns="128545" rIns="128545" rtlCol="0" tIns="64271" vert="horz" wrap="square">
            <a:normAutofit/>
          </a:bodyPr>
          <a:lstStyle>
            <a:lvl1pPr algn="ctr" defTabSz="457200" eaLnBrk="1" hangingPunct="1" latinLnBrk="0" rtl="0">
              <a:spcBef>
                <a:spcPct val="0"/>
              </a:spcBef>
              <a:buNone/>
              <a:defRPr kern="1200" sz="2900">
                <a:solidFill>
                  <a:schemeClr val="accent6"/>
                </a:solidFill>
                <a:latin typeface="Source Sans Pro ExtraLight"/>
                <a:ea typeface="+mj-ea"/>
                <a:cs typeface="Source Sans Pro ExtraLight"/>
              </a:defRPr>
            </a:lvl1pPr>
          </a:lstStyle>
          <a:p>
            <a:pPr algn="just">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未来将聚焦物联网与人工智能融合在农业中的创新应用，如精准施肥和作物生长预测，以推动智慧农业升级。</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87" name="Title 20"/>
          <p:cNvSpPr txBox="1"/>
          <p:nvPr/>
        </p:nvSpPr>
        <p:spPr>
          <a:xfrm>
            <a:off x="1050925" y="2570480"/>
            <a:ext cx="2919730" cy="895985"/>
          </a:xfrm>
          <a:prstGeom prst="rect">
            <a:avLst/>
          </a:prstGeom>
        </p:spPr>
        <p:txBody>
          <a:bodyPr anchor="t" anchorCtr="0" bIns="64271" lIns="128545" rIns="128545" rtlCol="0" tIns="64271" vert="horz" wrap="square">
            <a:normAutofit/>
          </a:bodyPr>
          <a:lstStyle>
            <a:lvl1pPr algn="ctr" defTabSz="457200" eaLnBrk="1" hangingPunct="1" latinLnBrk="0" rtl="0">
              <a:spcBef>
                <a:spcPct val="0"/>
              </a:spcBef>
              <a:buNone/>
              <a:defRPr kern="1200" sz="2900">
                <a:solidFill>
                  <a:schemeClr val="accent6"/>
                </a:solidFill>
                <a:latin typeface="Source Sans Pro ExtraLight"/>
                <a:ea typeface="+mj-ea"/>
                <a:cs typeface="Source Sans Pro ExtraLight"/>
              </a:defRPr>
            </a:lvl1pPr>
          </a:lstStyle>
          <a:p>
            <a:pPr algn="r">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通过参与农业物联网项目，掌握了传感器数据采集、远程监控系统部署及数据分析等关键技术，提升了实际问题解决能力。</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88" name="Title 20"/>
          <p:cNvSpPr txBox="1"/>
          <p:nvPr/>
        </p:nvSpPr>
        <p:spPr>
          <a:xfrm>
            <a:off x="323850" y="3756025"/>
            <a:ext cx="3015615" cy="895985"/>
          </a:xfrm>
          <a:prstGeom prst="rect">
            <a:avLst/>
          </a:prstGeom>
        </p:spPr>
        <p:txBody>
          <a:bodyPr anchor="t" anchorCtr="0" bIns="64271" lIns="128545" rIns="128545" rtlCol="0" tIns="64271" vert="horz" wrap="square">
            <a:normAutofit/>
          </a:bodyPr>
          <a:lstStyle>
            <a:lvl1pPr algn="ctr" defTabSz="457200" eaLnBrk="1" hangingPunct="1" latinLnBrk="0" rtl="0">
              <a:spcBef>
                <a:spcPct val="0"/>
              </a:spcBef>
              <a:buNone/>
              <a:defRPr kern="1200" sz="2900">
                <a:solidFill>
                  <a:schemeClr val="accent6"/>
                </a:solidFill>
                <a:latin typeface="Source Sans Pro ExtraLight"/>
                <a:ea typeface="+mj-ea"/>
                <a:cs typeface="Source Sans Pro ExtraLight"/>
              </a:defRPr>
            </a:lvl1pPr>
          </a:lstStyle>
          <a:p>
            <a:pPr algn="r">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展望职业生涯，致力于将物联网工程经验拓展至可持续发展领域，探索技术在粮食安全与环保中的跨界应用。</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90" name="Title 20"/>
          <p:cNvSpPr txBox="1"/>
          <p:nvPr/>
        </p:nvSpPr>
        <p:spPr>
          <a:xfrm>
            <a:off x="596900" y="4855210"/>
            <a:ext cx="3209925" cy="895985"/>
          </a:xfrm>
          <a:prstGeom prst="rect">
            <a:avLst/>
          </a:prstGeom>
        </p:spPr>
        <p:txBody>
          <a:bodyPr anchor="t" anchorCtr="0" bIns="64271" lIns="128545" rIns="128545" rtlCol="0" tIns="64271" vert="horz" wrap="square">
            <a:normAutofit/>
          </a:bodyPr>
          <a:lstStyle>
            <a:lvl1pPr algn="ctr" defTabSz="457200" eaLnBrk="1" hangingPunct="1" latinLnBrk="0" rtl="0">
              <a:spcBef>
                <a:spcPct val="0"/>
              </a:spcBef>
              <a:buNone/>
              <a:defRPr kern="1200" sz="2900">
                <a:solidFill>
                  <a:schemeClr val="accent6"/>
                </a:solidFill>
                <a:latin typeface="Source Sans Pro ExtraLight"/>
                <a:ea typeface="+mj-ea"/>
                <a:cs typeface="Source Sans Pro ExtraLight"/>
              </a:defRPr>
            </a:lvl1pPr>
          </a:lstStyle>
          <a:p>
            <a:pPr algn="r">
              <a:lnSpc>
                <a:spcPct val="120000"/>
              </a:lnSpc>
            </a:pPr>
            <a:r>
              <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rPr>
              <a:t>计划深化大数据分析技能，结合农业场景优化算法模型，提升技术落地效率，为行业数字化转型贡献价值。</a:t>
            </a:r>
            <a:endParaRPr altLang="zh-CN" dirty="0" lang="en-US" smtClean="0" sz="1200">
              <a:solidFill>
                <a:schemeClr val="bg1">
                  <a:lumMod val="65000"/>
                </a:schemeClr>
              </a:solidFill>
              <a:latin charset="0" panose="020B0604020202020204" pitchFamily="34" typeface="Arial"/>
              <a:ea charset="-122" panose="020B0503020204020204" pitchFamily="34" typeface="微软雅黑"/>
              <a:cs typeface="+mn-ea"/>
              <a:sym charset="0" panose="020B0604020202020204" pitchFamily="34" typeface="Arial"/>
            </a:endParaRPr>
          </a:p>
        </p:txBody>
      </p:sp>
      <p:sp>
        <p:nvSpPr>
          <p:cNvPr id="71" name="TextBox 8"/>
          <p:cNvSpPr txBox="1"/>
          <p:nvPr/>
        </p:nvSpPr>
        <p:spPr>
          <a:xfrm>
            <a:off x="824230" y="233680"/>
            <a:ext cx="11581765" cy="492125"/>
          </a:xfrm>
          <a:prstGeom prst="rect">
            <a:avLst/>
          </a:prstGeom>
          <a:noFill/>
        </p:spPr>
        <p:txBody>
          <a:bodyPr anchor="ctr" bIns="0" lIns="0" rIns="0" rtlCol="0" tIns="0" wrap="square">
            <a:normAutofit fontScale="90000"/>
          </a:bodyPr>
          <a:lstStyle/>
          <a:p>
            <a:pPr algn="l"/>
            <a:r>
              <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rPr>
              <a:t>实习收获</a:t>
            </a:r>
            <a:endParaRPr dirty="0" smtClean="0" sz="3200">
              <a:solidFill>
                <a:schemeClr val="bg1">
                  <a:lumMod val="65000"/>
                </a:schemeClr>
              </a:solidFill>
              <a:latin charset="0" panose="020B0604020202020204" pitchFamily="34" typeface="Arial"/>
              <a:ea charset="-122" panose="020B0503020204020204" pitchFamily="34" typeface="微软雅黑"/>
              <a:sym charset="0" panose="020B0604020202020204" pitchFamily="34" typeface="Arial"/>
            </a:endParaRPr>
          </a:p>
        </p:txBody>
      </p:sp>
    </p:spTree>
  </p:cSld>
  <p:clrMapOvr>
    <a:masterClrMapping/>
  </p:clrMapOvr>
  <mc:AlternateContent xmlns:mc="http://schemas.openxmlformats.org/markup-compatibility/2006">
    <mc:Choice xmlns:p14="http://schemas.microsoft.com/office/powerpoint/2010/main" Requires="p14">
      <p:transition advTm="0" p14:dur="1200" spd="slow">
        <p14:prism/>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2">
                                  <p:stCondLst>
                                    <p:cond delay="0"/>
                                  </p:stCondLst>
                                  <p:childTnLst>
                                    <p:set>
                                      <p:cBhvr>
                                        <p:cTn dur="1" fill="hold" id="6">
                                          <p:stCondLst>
                                            <p:cond delay="0"/>
                                          </p:stCondLst>
                                        </p:cTn>
                                        <p:tgtEl>
                                          <p:spTgt spid="94"/>
                                        </p:tgtEl>
                                        <p:attrNameLst>
                                          <p:attrName>style.visibility</p:attrName>
                                        </p:attrNameLst>
                                      </p:cBhvr>
                                      <p:to>
                                        <p:strVal val="visible"/>
                                      </p:to>
                                    </p:set>
                                    <p:animEffect filter="wipe(right)" transition="in">
                                      <p:cBhvr>
                                        <p:cTn dur="500" id="7"/>
                                        <p:tgtEl>
                                          <p:spTgt spid="94"/>
                                        </p:tgtEl>
                                      </p:cBhvr>
                                    </p:animEffect>
                                  </p:childTnLst>
                                </p:cTn>
                              </p:par>
                              <p:par>
                                <p:cTn fill="hold" id="8" nodeType="withEffect" presetClass="entr" presetID="22" presetSubtype="8">
                                  <p:stCondLst>
                                    <p:cond delay="0"/>
                                  </p:stCondLst>
                                  <p:childTnLst>
                                    <p:set>
                                      <p:cBhvr>
                                        <p:cTn dur="1" fill="hold" id="9">
                                          <p:stCondLst>
                                            <p:cond delay="0"/>
                                          </p:stCondLst>
                                        </p:cTn>
                                        <p:tgtEl>
                                          <p:spTgt spid="95"/>
                                        </p:tgtEl>
                                        <p:attrNameLst>
                                          <p:attrName>style.visibility</p:attrName>
                                        </p:attrNameLst>
                                      </p:cBhvr>
                                      <p:to>
                                        <p:strVal val="visible"/>
                                      </p:to>
                                    </p:set>
                                    <p:animEffect filter="wipe(left)" transition="in">
                                      <p:cBhvr>
                                        <p:cTn dur="500" id="10"/>
                                        <p:tgtEl>
                                          <p:spTgt spid="95"/>
                                        </p:tgtEl>
                                      </p:cBhvr>
                                    </p:animEffect>
                                  </p:childTnLst>
                                </p:cTn>
                              </p:par>
                              <p:par>
                                <p:cTn fill="hold" id="11" nodeType="withEffect" presetClass="entr" presetID="22" presetSubtype="2">
                                  <p:stCondLst>
                                    <p:cond delay="0"/>
                                  </p:stCondLst>
                                  <p:childTnLst>
                                    <p:set>
                                      <p:cBhvr>
                                        <p:cTn dur="1" fill="hold" id="12">
                                          <p:stCondLst>
                                            <p:cond delay="0"/>
                                          </p:stCondLst>
                                        </p:cTn>
                                        <p:tgtEl>
                                          <p:spTgt spid="101"/>
                                        </p:tgtEl>
                                        <p:attrNameLst>
                                          <p:attrName>style.visibility</p:attrName>
                                        </p:attrNameLst>
                                      </p:cBhvr>
                                      <p:to>
                                        <p:strVal val="visible"/>
                                      </p:to>
                                    </p:set>
                                    <p:animEffect filter="wipe(right)" transition="in">
                                      <p:cBhvr>
                                        <p:cTn dur="500" id="13"/>
                                        <p:tgtEl>
                                          <p:spTgt spid="101"/>
                                        </p:tgtEl>
                                      </p:cBhvr>
                                    </p:animEffect>
                                  </p:childTnLst>
                                </p:cTn>
                              </p:par>
                              <p:par>
                                <p:cTn fill="hold" id="14" nodeType="withEffect" presetClass="entr" presetID="22" presetSubtype="8">
                                  <p:stCondLst>
                                    <p:cond delay="0"/>
                                  </p:stCondLst>
                                  <p:childTnLst>
                                    <p:set>
                                      <p:cBhvr>
                                        <p:cTn dur="1" fill="hold" id="15">
                                          <p:stCondLst>
                                            <p:cond delay="0"/>
                                          </p:stCondLst>
                                        </p:cTn>
                                        <p:tgtEl>
                                          <p:spTgt spid="96"/>
                                        </p:tgtEl>
                                        <p:attrNameLst>
                                          <p:attrName>style.visibility</p:attrName>
                                        </p:attrNameLst>
                                      </p:cBhvr>
                                      <p:to>
                                        <p:strVal val="visible"/>
                                      </p:to>
                                    </p:set>
                                    <p:animEffect filter="wipe(left)" transition="in">
                                      <p:cBhvr>
                                        <p:cTn dur="500" id="16"/>
                                        <p:tgtEl>
                                          <p:spTgt spid="96"/>
                                        </p:tgtEl>
                                      </p:cBhvr>
                                    </p:animEffect>
                                  </p:childTnLst>
                                </p:cTn>
                              </p:par>
                              <p:par>
                                <p:cTn fill="hold" id="17" nodeType="withEffect" presetClass="entr" presetID="22" presetSubtype="2">
                                  <p:stCondLst>
                                    <p:cond delay="0"/>
                                  </p:stCondLst>
                                  <p:childTnLst>
                                    <p:set>
                                      <p:cBhvr>
                                        <p:cTn dur="1" fill="hold" id="18">
                                          <p:stCondLst>
                                            <p:cond delay="0"/>
                                          </p:stCondLst>
                                        </p:cTn>
                                        <p:tgtEl>
                                          <p:spTgt spid="100"/>
                                        </p:tgtEl>
                                        <p:attrNameLst>
                                          <p:attrName>style.visibility</p:attrName>
                                        </p:attrNameLst>
                                      </p:cBhvr>
                                      <p:to>
                                        <p:strVal val="visible"/>
                                      </p:to>
                                    </p:set>
                                    <p:animEffect filter="wipe(right)" transition="in">
                                      <p:cBhvr>
                                        <p:cTn dur="500" id="19"/>
                                        <p:tgtEl>
                                          <p:spTgt spid="100"/>
                                        </p:tgtEl>
                                      </p:cBhvr>
                                    </p:animEffect>
                                  </p:childTnLst>
                                </p:cTn>
                              </p:par>
                              <p:par>
                                <p:cTn fill="hold" id="20" nodeType="withEffect" presetClass="entr" presetID="22" presetSubtype="8">
                                  <p:stCondLst>
                                    <p:cond delay="0"/>
                                  </p:stCondLst>
                                  <p:childTnLst>
                                    <p:set>
                                      <p:cBhvr>
                                        <p:cTn dur="1" fill="hold" id="21">
                                          <p:stCondLst>
                                            <p:cond delay="0"/>
                                          </p:stCondLst>
                                        </p:cTn>
                                        <p:tgtEl>
                                          <p:spTgt spid="97"/>
                                        </p:tgtEl>
                                        <p:attrNameLst>
                                          <p:attrName>style.visibility</p:attrName>
                                        </p:attrNameLst>
                                      </p:cBhvr>
                                      <p:to>
                                        <p:strVal val="visible"/>
                                      </p:to>
                                    </p:set>
                                    <p:animEffect filter="wipe(left)" transition="in">
                                      <p:cBhvr>
                                        <p:cTn dur="500" id="22"/>
                                        <p:tgtEl>
                                          <p:spTgt spid="97"/>
                                        </p:tgtEl>
                                      </p:cBhvr>
                                    </p:animEffec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0" presetSubtype="0">
                                  <p:stCondLst>
                                    <p:cond delay="0"/>
                                  </p:stCondLst>
                                  <p:childTnLst>
                                    <p:set>
                                      <p:cBhvr>
                                        <p:cTn dur="1" fill="hold" id="26">
                                          <p:stCondLst>
                                            <p:cond delay="0"/>
                                          </p:stCondLst>
                                        </p:cTn>
                                        <p:tgtEl>
                                          <p:spTgt spid="102"/>
                                        </p:tgtEl>
                                        <p:attrNameLst>
                                          <p:attrName>style.visibility</p:attrName>
                                        </p:attrNameLst>
                                      </p:cBhvr>
                                      <p:to>
                                        <p:strVal val="visible"/>
                                      </p:to>
                                    </p:set>
                                    <p:animEffect filter="fade" transition="in">
                                      <p:cBhvr>
                                        <p:cTn dur="500" id="27"/>
                                        <p:tgtEl>
                                          <p:spTgt spid="102"/>
                                        </p:tgtEl>
                                      </p:cBhvr>
                                    </p:animEffect>
                                  </p:childTnLst>
                                </p:cTn>
                              </p:par>
                              <p:par>
                                <p:cTn fill="hold" id="28" nodeType="withEffect" presetClass="entr" presetID="10" presetSubtype="0">
                                  <p:stCondLst>
                                    <p:cond delay="0"/>
                                  </p:stCondLst>
                                  <p:childTnLst>
                                    <p:set>
                                      <p:cBhvr>
                                        <p:cTn dur="1" fill="hold" id="29">
                                          <p:stCondLst>
                                            <p:cond delay="0"/>
                                          </p:stCondLst>
                                        </p:cTn>
                                        <p:tgtEl>
                                          <p:spTgt spid="107"/>
                                        </p:tgtEl>
                                        <p:attrNameLst>
                                          <p:attrName>style.visibility</p:attrName>
                                        </p:attrNameLst>
                                      </p:cBhvr>
                                      <p:to>
                                        <p:strVal val="visible"/>
                                      </p:to>
                                    </p:set>
                                    <p:animEffect filter="fade" transition="in">
                                      <p:cBhvr>
                                        <p:cTn dur="500" id="30"/>
                                        <p:tgtEl>
                                          <p:spTgt spid="107"/>
                                        </p:tgtEl>
                                      </p:cBhvr>
                                    </p:animEffect>
                                  </p:childTnLst>
                                </p:cTn>
                              </p:par>
                              <p:par>
                                <p:cTn fill="hold" id="31" nodeType="withEffect" presetClass="entr" presetID="10" presetSubtype="0">
                                  <p:stCondLst>
                                    <p:cond delay="0"/>
                                  </p:stCondLst>
                                  <p:childTnLst>
                                    <p:set>
                                      <p:cBhvr>
                                        <p:cTn dur="1" fill="hold" id="32">
                                          <p:stCondLst>
                                            <p:cond delay="0"/>
                                          </p:stCondLst>
                                        </p:cTn>
                                        <p:tgtEl>
                                          <p:spTgt spid="105"/>
                                        </p:tgtEl>
                                        <p:attrNameLst>
                                          <p:attrName>style.visibility</p:attrName>
                                        </p:attrNameLst>
                                      </p:cBhvr>
                                      <p:to>
                                        <p:strVal val="visible"/>
                                      </p:to>
                                    </p:set>
                                    <p:animEffect filter="fade" transition="in">
                                      <p:cBhvr>
                                        <p:cTn dur="500" id="33"/>
                                        <p:tgtEl>
                                          <p:spTgt spid="105"/>
                                        </p:tgtEl>
                                      </p:cBhvr>
                                    </p:animEffect>
                                  </p:childTnLst>
                                </p:cTn>
                              </p:par>
                              <p:par>
                                <p:cTn fill="hold" id="34" nodeType="withEffect" presetClass="entr" presetID="10" presetSubtype="0">
                                  <p:stCondLst>
                                    <p:cond delay="0"/>
                                  </p:stCondLst>
                                  <p:childTnLst>
                                    <p:set>
                                      <p:cBhvr>
                                        <p:cTn dur="1" fill="hold" id="35">
                                          <p:stCondLst>
                                            <p:cond delay="0"/>
                                          </p:stCondLst>
                                        </p:cTn>
                                        <p:tgtEl>
                                          <p:spTgt spid="103"/>
                                        </p:tgtEl>
                                        <p:attrNameLst>
                                          <p:attrName>style.visibility</p:attrName>
                                        </p:attrNameLst>
                                      </p:cBhvr>
                                      <p:to>
                                        <p:strVal val="visible"/>
                                      </p:to>
                                    </p:set>
                                    <p:animEffect filter="fade" transition="in">
                                      <p:cBhvr>
                                        <p:cTn dur="500" id="36"/>
                                        <p:tgtEl>
                                          <p:spTgt spid="103"/>
                                        </p:tgtEl>
                                      </p:cBhvr>
                                    </p:animEffect>
                                  </p:childTnLst>
                                </p:cTn>
                              </p:par>
                              <p:par>
                                <p:cTn fill="hold" id="37" nodeType="withEffect" presetClass="entr" presetID="10" presetSubtype="0">
                                  <p:stCondLst>
                                    <p:cond delay="0"/>
                                  </p:stCondLst>
                                  <p:childTnLst>
                                    <p:set>
                                      <p:cBhvr>
                                        <p:cTn dur="1" fill="hold" id="38">
                                          <p:stCondLst>
                                            <p:cond delay="0"/>
                                          </p:stCondLst>
                                        </p:cTn>
                                        <p:tgtEl>
                                          <p:spTgt spid="106"/>
                                        </p:tgtEl>
                                        <p:attrNameLst>
                                          <p:attrName>style.visibility</p:attrName>
                                        </p:attrNameLst>
                                      </p:cBhvr>
                                      <p:to>
                                        <p:strVal val="visible"/>
                                      </p:to>
                                    </p:set>
                                    <p:animEffect filter="fade" transition="in">
                                      <p:cBhvr>
                                        <p:cTn dur="500" id="39"/>
                                        <p:tgtEl>
                                          <p:spTgt spid="106"/>
                                        </p:tgtEl>
                                      </p:cBhvr>
                                    </p:animEffect>
                                  </p:childTnLst>
                                </p:cTn>
                              </p:par>
                              <p:par>
                                <p:cTn fill="hold" id="40" nodeType="withEffect" presetClass="entr" presetID="10" presetSubtype="0">
                                  <p:stCondLst>
                                    <p:cond delay="0"/>
                                  </p:stCondLst>
                                  <p:childTnLst>
                                    <p:set>
                                      <p:cBhvr>
                                        <p:cTn dur="1" fill="hold" id="41">
                                          <p:stCondLst>
                                            <p:cond delay="0"/>
                                          </p:stCondLst>
                                        </p:cTn>
                                        <p:tgtEl>
                                          <p:spTgt spid="104"/>
                                        </p:tgtEl>
                                        <p:attrNameLst>
                                          <p:attrName>style.visibility</p:attrName>
                                        </p:attrNameLst>
                                      </p:cBhvr>
                                      <p:to>
                                        <p:strVal val="visible"/>
                                      </p:to>
                                    </p:set>
                                    <p:animEffect filter="fade" transition="in">
                                      <p:cBhvr>
                                        <p:cTn dur="500" id="42"/>
                                        <p:tgtEl>
                                          <p:spTgt spid="104"/>
                                        </p:tgtEl>
                                      </p:cBhvr>
                                    </p:animEffect>
                                  </p:childTnLst>
                                </p:cTn>
                              </p:par>
                            </p:childTnLst>
                          </p:cTn>
                        </p:par>
                        <p:par>
                          <p:cTn fill="hold" id="43">
                            <p:stCondLst>
                              <p:cond delay="500"/>
                            </p:stCondLst>
                            <p:childTnLst>
                              <p:par>
                                <p:cTn fill="hold" grpId="0" id="44" nodeType="afterEffect" presetClass="entr" presetID="10" presetSubtype="0">
                                  <p:stCondLst>
                                    <p:cond delay="0"/>
                                  </p:stCondLst>
                                  <p:childTnLst>
                                    <p:set>
                                      <p:cBhvr>
                                        <p:cTn dur="1" fill="hold" id="45">
                                          <p:stCondLst>
                                            <p:cond delay="0"/>
                                          </p:stCondLst>
                                        </p:cTn>
                                        <p:tgtEl>
                                          <p:spTgt spid="83"/>
                                        </p:tgtEl>
                                        <p:attrNameLst>
                                          <p:attrName>style.visibility</p:attrName>
                                        </p:attrNameLst>
                                      </p:cBhvr>
                                      <p:to>
                                        <p:strVal val="visible"/>
                                      </p:to>
                                    </p:set>
                                    <p:animEffect filter="fade" transition="in">
                                      <p:cBhvr>
                                        <p:cTn dur="500" id="46"/>
                                        <p:tgtEl>
                                          <p:spTgt spid="83"/>
                                        </p:tgtEl>
                                      </p:cBhvr>
                                    </p:animEffect>
                                  </p:childTnLst>
                                </p:cTn>
                              </p:par>
                            </p:childTnLst>
                          </p:cTn>
                        </p:par>
                        <p:par>
                          <p:cTn fill="hold" id="47">
                            <p:stCondLst>
                              <p:cond delay="1000"/>
                            </p:stCondLst>
                            <p:childTnLst>
                              <p:par>
                                <p:cTn fill="hold" grpId="0" id="48" nodeType="afterEffect" presetClass="entr" presetID="10" presetSubtype="0">
                                  <p:stCondLst>
                                    <p:cond delay="0"/>
                                  </p:stCondLst>
                                  <p:childTnLst>
                                    <p:set>
                                      <p:cBhvr>
                                        <p:cTn dur="1" fill="hold" id="49">
                                          <p:stCondLst>
                                            <p:cond delay="0"/>
                                          </p:stCondLst>
                                        </p:cTn>
                                        <p:tgtEl>
                                          <p:spTgt spid="84"/>
                                        </p:tgtEl>
                                        <p:attrNameLst>
                                          <p:attrName>style.visibility</p:attrName>
                                        </p:attrNameLst>
                                      </p:cBhvr>
                                      <p:to>
                                        <p:strVal val="visible"/>
                                      </p:to>
                                    </p:set>
                                    <p:animEffect filter="fade" transition="in">
                                      <p:cBhvr>
                                        <p:cTn dur="500" id="50"/>
                                        <p:tgtEl>
                                          <p:spTgt spid="84"/>
                                        </p:tgtEl>
                                      </p:cBhvr>
                                    </p:animEffect>
                                  </p:childTnLst>
                                </p:cTn>
                              </p:par>
                            </p:childTnLst>
                          </p:cTn>
                        </p:par>
                        <p:par>
                          <p:cTn fill="hold" id="51">
                            <p:stCondLst>
                              <p:cond delay="1500"/>
                            </p:stCondLst>
                            <p:childTnLst>
                              <p:par>
                                <p:cTn fill="hold" grpId="0" id="52" nodeType="afterEffect" presetClass="entr" presetID="10" presetSubtype="0">
                                  <p:stCondLst>
                                    <p:cond delay="0"/>
                                  </p:stCondLst>
                                  <p:childTnLst>
                                    <p:set>
                                      <p:cBhvr>
                                        <p:cTn dur="1" fill="hold" id="53">
                                          <p:stCondLst>
                                            <p:cond delay="0"/>
                                          </p:stCondLst>
                                        </p:cTn>
                                        <p:tgtEl>
                                          <p:spTgt spid="86"/>
                                        </p:tgtEl>
                                        <p:attrNameLst>
                                          <p:attrName>style.visibility</p:attrName>
                                        </p:attrNameLst>
                                      </p:cBhvr>
                                      <p:to>
                                        <p:strVal val="visible"/>
                                      </p:to>
                                    </p:set>
                                    <p:animEffect filter="fade" transition="in">
                                      <p:cBhvr>
                                        <p:cTn dur="500" id="54"/>
                                        <p:tgtEl>
                                          <p:spTgt spid="86"/>
                                        </p:tgtEl>
                                      </p:cBhvr>
                                    </p:animEffect>
                                  </p:childTnLst>
                                </p:cTn>
                              </p:par>
                            </p:childTnLst>
                          </p:cTn>
                        </p:par>
                        <p:par>
                          <p:cTn fill="hold" id="55">
                            <p:stCondLst>
                              <p:cond delay="2000"/>
                            </p:stCondLst>
                            <p:childTnLst>
                              <p:par>
                                <p:cTn fill="hold" grpId="0" id="56" nodeType="afterEffect" presetClass="entr" presetID="10" presetSubtype="0">
                                  <p:stCondLst>
                                    <p:cond delay="0"/>
                                  </p:stCondLst>
                                  <p:childTnLst>
                                    <p:set>
                                      <p:cBhvr>
                                        <p:cTn dur="1" fill="hold" id="57">
                                          <p:stCondLst>
                                            <p:cond delay="0"/>
                                          </p:stCondLst>
                                        </p:cTn>
                                        <p:tgtEl>
                                          <p:spTgt spid="87"/>
                                        </p:tgtEl>
                                        <p:attrNameLst>
                                          <p:attrName>style.visibility</p:attrName>
                                        </p:attrNameLst>
                                      </p:cBhvr>
                                      <p:to>
                                        <p:strVal val="visible"/>
                                      </p:to>
                                    </p:set>
                                    <p:animEffect filter="fade" transition="in">
                                      <p:cBhvr>
                                        <p:cTn dur="500" id="58"/>
                                        <p:tgtEl>
                                          <p:spTgt spid="87"/>
                                        </p:tgtEl>
                                      </p:cBhvr>
                                    </p:animEffect>
                                  </p:childTnLst>
                                </p:cTn>
                              </p:par>
                            </p:childTnLst>
                          </p:cTn>
                        </p:par>
                        <p:par>
                          <p:cTn fill="hold" id="59">
                            <p:stCondLst>
                              <p:cond delay="2500"/>
                            </p:stCondLst>
                            <p:childTnLst>
                              <p:par>
                                <p:cTn fill="hold" grpId="0" id="60" nodeType="afterEffect" presetClass="entr" presetID="10" presetSubtype="0">
                                  <p:stCondLst>
                                    <p:cond delay="0"/>
                                  </p:stCondLst>
                                  <p:childTnLst>
                                    <p:set>
                                      <p:cBhvr>
                                        <p:cTn dur="1" fill="hold" id="61">
                                          <p:stCondLst>
                                            <p:cond delay="0"/>
                                          </p:stCondLst>
                                        </p:cTn>
                                        <p:tgtEl>
                                          <p:spTgt spid="88"/>
                                        </p:tgtEl>
                                        <p:attrNameLst>
                                          <p:attrName>style.visibility</p:attrName>
                                        </p:attrNameLst>
                                      </p:cBhvr>
                                      <p:to>
                                        <p:strVal val="visible"/>
                                      </p:to>
                                    </p:set>
                                    <p:animEffect filter="fade" transition="in">
                                      <p:cBhvr>
                                        <p:cTn dur="500" id="62"/>
                                        <p:tgtEl>
                                          <p:spTgt spid="88"/>
                                        </p:tgtEl>
                                      </p:cBhvr>
                                    </p:animEffect>
                                  </p:childTnLst>
                                </p:cTn>
                              </p:par>
                            </p:childTnLst>
                          </p:cTn>
                        </p:par>
                        <p:par>
                          <p:cTn fill="hold" id="63">
                            <p:stCondLst>
                              <p:cond delay="3000"/>
                            </p:stCondLst>
                            <p:childTnLst>
                              <p:par>
                                <p:cTn fill="hold" grpId="0" id="64" nodeType="afterEffect" presetClass="entr" presetID="10" presetSubtype="0">
                                  <p:stCondLst>
                                    <p:cond delay="0"/>
                                  </p:stCondLst>
                                  <p:childTnLst>
                                    <p:set>
                                      <p:cBhvr>
                                        <p:cTn dur="1" fill="hold" id="65">
                                          <p:stCondLst>
                                            <p:cond delay="0"/>
                                          </p:stCondLst>
                                        </p:cTn>
                                        <p:tgtEl>
                                          <p:spTgt spid="90"/>
                                        </p:tgtEl>
                                        <p:attrNameLst>
                                          <p:attrName>style.visibility</p:attrName>
                                        </p:attrNameLst>
                                      </p:cBhvr>
                                      <p:to>
                                        <p:strVal val="visible"/>
                                      </p:to>
                                    </p:set>
                                    <p:animEffect filter="fade" transition="in">
                                      <p:cBhvr>
                                        <p:cTn dur="500" id="66"/>
                                        <p:tgtEl>
                                          <p:spTgt spid="90"/>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83"/>
      <p:bldP grpId="0" spid="84"/>
      <p:bldP grpId="0" spid="86"/>
      <p:bldP grpId="0" spid="87"/>
      <p:bldP grpId="0" spid="88"/>
      <p:bldP grpId="0" spid="90"/>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cstate="screen" r:embed="rId1"/>
          <a:srcRect l="35439" r="11919"/>
          <a:stretch>
            <a:fillRect/>
          </a:stretch>
        </p:blipFill>
        <p:spPr>
          <a:xfrm>
            <a:off x="6011681" y="0"/>
            <a:ext cx="6768752" cy="7232650"/>
          </a:xfrm>
          <a:prstGeom prst="rect">
            <a:avLst/>
          </a:prstGeom>
        </p:spPr>
      </p:pic>
      <p:sp>
        <p:nvSpPr>
          <p:cNvPr id="15" name="椭圆 14"/>
          <p:cNvSpPr/>
          <p:nvPr/>
        </p:nvSpPr>
        <p:spPr>
          <a:xfrm>
            <a:off x="10942265" y="2526064"/>
            <a:ext cx="1206303" cy="1206303"/>
          </a:xfrm>
          <a:prstGeom prst="ellipse">
            <a:avLst/>
          </a:prstGeom>
          <a:solidFill>
            <a:schemeClr val="accent2"/>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sz="1400"/>
          </a:p>
        </p:txBody>
      </p:sp>
      <p:sp>
        <p:nvSpPr>
          <p:cNvPr id="11" name="矩形 259"/>
          <p:cNvSpPr>
            <a:spLocks noChangeArrowheads="1"/>
          </p:cNvSpPr>
          <p:nvPr/>
        </p:nvSpPr>
        <p:spPr bwMode="auto">
          <a:xfrm>
            <a:off x="852117" y="2984661"/>
            <a:ext cx="7342534"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spAutoFit/>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buNone/>
            </a:pPr>
            <a:r>
              <a:rPr altLang="zh-CN" b="1" dirty="0" lang="en-US" smtClean="0" sz="8800">
                <a:solidFill>
                  <a:schemeClr val="accent1">
                    <a:lumMod val="75000"/>
                  </a:schemeClr>
                </a:solidFill>
                <a:cs charset="0" panose="020B0604020202020204" pitchFamily="34" typeface="Arial"/>
              </a:rPr>
              <a:t>THANK YOU </a:t>
            </a:r>
            <a:endParaRPr altLang="en-US" b="1" dirty="0" lang="zh-CN" sz="6000">
              <a:solidFill>
                <a:schemeClr val="accent1">
                  <a:lumMod val="75000"/>
                </a:schemeClr>
              </a:solidFill>
              <a:cs charset="0" panose="020B0604020202020204" pitchFamily="34" typeface="Arial"/>
            </a:endParaRPr>
          </a:p>
        </p:txBody>
      </p:sp>
      <p:sp>
        <p:nvSpPr>
          <p:cNvPr id="13" name="矩形 259"/>
          <p:cNvSpPr>
            <a:spLocks noChangeArrowheads="1"/>
          </p:cNvSpPr>
          <p:nvPr/>
        </p:nvSpPr>
        <p:spPr bwMode="auto">
          <a:xfrm>
            <a:off x="852117" y="4666091"/>
            <a:ext cx="3921074"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spAutoFit/>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buNone/>
            </a:pPr>
            <a:r>
              <a:rPr altLang="en-US" dirty="0" lang="zh-CN" smtClean="0">
                <a:solidFill>
                  <a:schemeClr val="accent1">
                    <a:lumMod val="75000"/>
                  </a:schemeClr>
                </a:solidFill>
                <a:cs charset="0" panose="020B0604020202020204" pitchFamily="34" typeface="Arial"/>
              </a:rPr>
              <a:t>感谢聆听</a:t>
            </a:r>
            <a:endParaRPr altLang="en-US" dirty="0" lang="zh-CN">
              <a:solidFill>
                <a:schemeClr val="accent1">
                  <a:lumMod val="75000"/>
                </a:schemeClr>
              </a:solidFill>
              <a:cs charset="0" panose="020B0604020202020204" pitchFamily="34" typeface="Arial"/>
            </a:endParaRPr>
          </a:p>
        </p:txBody>
      </p:sp>
      <p:sp>
        <p:nvSpPr>
          <p:cNvPr id="4" name="椭圆 3"/>
          <p:cNvSpPr/>
          <p:nvPr/>
        </p:nvSpPr>
        <p:spPr>
          <a:xfrm>
            <a:off x="8794430" y="683617"/>
            <a:ext cx="2902270" cy="2902270"/>
          </a:xfrm>
          <a:prstGeom prst="ellipse">
            <a:avLst/>
          </a:prstGeom>
          <a:solidFill>
            <a:schemeClr val="accent1"/>
          </a:solidFill>
          <a:ln>
            <a:noFill/>
          </a:ln>
          <a:effectLst>
            <a:outerShdw algn="tl" blurRad="317500" dir="2700000" dist="1905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sz="1400"/>
          </a:p>
        </p:txBody>
      </p:sp>
      <p:sp>
        <p:nvSpPr>
          <p:cNvPr id="14" name="矩形 259"/>
          <p:cNvSpPr>
            <a:spLocks noChangeArrowheads="1"/>
          </p:cNvSpPr>
          <p:nvPr/>
        </p:nvSpPr>
        <p:spPr bwMode="auto">
          <a:xfrm>
            <a:off x="9202665" y="1592720"/>
            <a:ext cx="2085800" cy="12311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square">
            <a:spAutoFit/>
          </a:bodyPr>
          <a:lstStyle>
            <a:lvl1pPr>
              <a:spcBef>
                <a:spcPct val="20000"/>
              </a:spcBef>
              <a:buFont charset="0" panose="020B0604020202020204" pitchFamily="34" typeface="Arial"/>
              <a:buChar char="•"/>
              <a:defRPr sz="32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1pPr>
            <a:lvl2pPr indent="-285750" marL="742950">
              <a:spcBef>
                <a:spcPct val="20000"/>
              </a:spcBef>
              <a:buFont charset="0" panose="020B0604020202020204" pitchFamily="34" typeface="Arial"/>
              <a:buChar char="–"/>
              <a:defRPr sz="28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2pPr>
            <a:lvl3pPr indent="-228600" marL="1143000">
              <a:spcBef>
                <a:spcPct val="20000"/>
              </a:spcBef>
              <a:buFont charset="0" panose="020B0604020202020204" pitchFamily="34" typeface="Arial"/>
              <a:buChar char="•"/>
              <a:defRPr sz="24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3pPr>
            <a:lvl4pPr indent="-228600" marL="16002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4pPr>
            <a:lvl5pPr indent="-228600" marL="2057400">
              <a:spcBef>
                <a:spcPct val="20000"/>
              </a:spcBef>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5pPr>
            <a:lvl6pPr eaLnBrk="0" fontAlgn="base" hangingPunct="0" indent="-228600" marL="25146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6pPr>
            <a:lvl7pPr eaLnBrk="0" fontAlgn="base" hangingPunct="0" indent="-228600" marL="29718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7pPr>
            <a:lvl8pPr eaLnBrk="0" fontAlgn="base" hangingPunct="0" indent="-228600" marL="34290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8pPr>
            <a:lvl9pPr eaLnBrk="0" fontAlgn="base" hangingPunct="0" indent="-228600" marL="3886200">
              <a:spcBef>
                <a:spcPct val="20000"/>
              </a:spcBef>
              <a:spcAft>
                <a:spcPct val="0"/>
              </a:spcAft>
              <a:buFont charset="0" panose="020B0604020202020204" pitchFamily="34" typeface="Arial"/>
              <a:buChar char="»"/>
              <a:defRPr sz="2000">
                <a:solidFill>
                  <a:schemeClr val="tx1"/>
                </a:solidFill>
                <a:latin charset="-122" panose="020B0503020204020204" pitchFamily="34" typeface="微软雅黑"/>
                <a:ea charset="-122" panose="020B0503020204020204" pitchFamily="34" typeface="微软雅黑"/>
                <a:sym charset="0" panose="020F0502020204030204" pitchFamily="34" typeface="Calibri"/>
              </a:defRPr>
            </a:lvl9pPr>
          </a:lstStyle>
          <a:p>
            <a:pPr algn="ctr">
              <a:buNone/>
            </a:pPr>
            <a:r>
              <a:rPr altLang="zh-CN" cap="all" dirty="0" lang="en-US" smtClean="0" sz="8000">
                <a:solidFill>
                  <a:schemeClr val="bg1"/>
                </a:solidFill>
                <a:latin charset="0" panose="020B0806030902050204" pitchFamily="34" typeface="Impact"/>
                <a:cs charset="0" panose="020B0604020202020204" pitchFamily="34" typeface="Arial"/>
              </a:rPr>
              <a:t>202X</a:t>
            </a:r>
            <a:endParaRPr altLang="en-US" cap="all" dirty="0" lang="zh-CN" sz="8000">
              <a:solidFill>
                <a:schemeClr val="bg1"/>
              </a:solidFill>
              <a:latin charset="0" panose="020B0806030902050204" pitchFamily="34" typeface="Impact"/>
              <a:cs charset="0" panose="020B0604020202020204" pitchFamily="34" typeface="Aria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advTm="0" p14:dur="2000" spd="slow">
        <p15:prstTrans prst="crush"/>
      </p:transition>
    </mc:Choice>
    <mc:Fallback>
      <p:transition advTm="0"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8">
                                  <p:stCondLst>
                                    <p:cond delay="0"/>
                                  </p:stCondLst>
                                  <p:childTnLst>
                                    <p:set>
                                      <p:cBhvr>
                                        <p:cTn dur="1" fill="hold" id="6">
                                          <p:stCondLst>
                                            <p:cond delay="0"/>
                                          </p:stCondLst>
                                        </p:cTn>
                                        <p:tgtEl>
                                          <p:spTgt spid="3"/>
                                        </p:tgtEl>
                                        <p:attrNameLst>
                                          <p:attrName>style.visibility</p:attrName>
                                        </p:attrNameLst>
                                      </p:cBhvr>
                                      <p:to>
                                        <p:strVal val="visible"/>
                                      </p:to>
                                    </p:set>
                                    <p:animEffect filter="wipe(left)" transition="in">
                                      <p:cBhvr>
                                        <p:cTn dur="500" id="7"/>
                                        <p:tgtEl>
                                          <p:spTgt spid="3"/>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53" presetSubtype="16">
                                  <p:stCondLst>
                                    <p:cond delay="0"/>
                                  </p:stCondLst>
                                  <p:childTnLst>
                                    <p:set>
                                      <p:cBhvr>
                                        <p:cTn dur="1" fill="hold" id="11">
                                          <p:stCondLst>
                                            <p:cond delay="0"/>
                                          </p:stCondLst>
                                        </p:cTn>
                                        <p:tgtEl>
                                          <p:spTgt spid="14"/>
                                        </p:tgtEl>
                                        <p:attrNameLst>
                                          <p:attrName>style.visibility</p:attrName>
                                        </p:attrNameLst>
                                      </p:cBhvr>
                                      <p:to>
                                        <p:strVal val="visible"/>
                                      </p:to>
                                    </p:set>
                                    <p:anim calcmode="lin" valueType="num">
                                      <p:cBhvr>
                                        <p:cTn dur="500" fill="hold" id="12"/>
                                        <p:tgtEl>
                                          <p:spTgt spid="14"/>
                                        </p:tgtEl>
                                        <p:attrNameLst>
                                          <p:attrName>ppt_w</p:attrName>
                                        </p:attrNameLst>
                                      </p:cBhvr>
                                      <p:tavLst>
                                        <p:tav tm="0">
                                          <p:val>
                                            <p:fltVal val="0"/>
                                          </p:val>
                                        </p:tav>
                                        <p:tav tm="100000">
                                          <p:val>
                                            <p:strVal val="#ppt_w"/>
                                          </p:val>
                                        </p:tav>
                                      </p:tavLst>
                                    </p:anim>
                                    <p:anim calcmode="lin" valueType="num">
                                      <p:cBhvr>
                                        <p:cTn dur="500" fill="hold" id="13"/>
                                        <p:tgtEl>
                                          <p:spTgt spid="14"/>
                                        </p:tgtEl>
                                        <p:attrNameLst>
                                          <p:attrName>ppt_h</p:attrName>
                                        </p:attrNameLst>
                                      </p:cBhvr>
                                      <p:tavLst>
                                        <p:tav tm="0">
                                          <p:val>
                                            <p:fltVal val="0"/>
                                          </p:val>
                                        </p:tav>
                                        <p:tav tm="100000">
                                          <p:val>
                                            <p:strVal val="#ppt_h"/>
                                          </p:val>
                                        </p:tav>
                                      </p:tavLst>
                                    </p:anim>
                                    <p:animEffect filter="fade" transition="in">
                                      <p:cBhvr>
                                        <p:cTn dur="500" id="14"/>
                                        <p:tgtEl>
                                          <p:spTgt spid="14"/>
                                        </p:tgtEl>
                                      </p:cBhvr>
                                    </p:animEffect>
                                  </p:childTnLst>
                                </p:cTn>
                              </p:par>
                              <p:par>
                                <p:cTn fill="hold" grpId="0" id="15" nodeType="withEffect" presetClass="entr" presetID="53" presetSubtype="16">
                                  <p:stCondLst>
                                    <p:cond delay="0"/>
                                  </p:stCondLst>
                                  <p:childTnLst>
                                    <p:set>
                                      <p:cBhvr>
                                        <p:cTn dur="1" fill="hold" id="16">
                                          <p:stCondLst>
                                            <p:cond delay="0"/>
                                          </p:stCondLst>
                                        </p:cTn>
                                        <p:tgtEl>
                                          <p:spTgt spid="4"/>
                                        </p:tgtEl>
                                        <p:attrNameLst>
                                          <p:attrName>style.visibility</p:attrName>
                                        </p:attrNameLst>
                                      </p:cBhvr>
                                      <p:to>
                                        <p:strVal val="visible"/>
                                      </p:to>
                                    </p:set>
                                    <p:anim calcmode="lin" valueType="num">
                                      <p:cBhvr>
                                        <p:cTn dur="500" fill="hold" id="17"/>
                                        <p:tgtEl>
                                          <p:spTgt spid="4"/>
                                        </p:tgtEl>
                                        <p:attrNameLst>
                                          <p:attrName>ppt_w</p:attrName>
                                        </p:attrNameLst>
                                      </p:cBhvr>
                                      <p:tavLst>
                                        <p:tav tm="0">
                                          <p:val>
                                            <p:fltVal val="0"/>
                                          </p:val>
                                        </p:tav>
                                        <p:tav tm="100000">
                                          <p:val>
                                            <p:strVal val="#ppt_w"/>
                                          </p:val>
                                        </p:tav>
                                      </p:tavLst>
                                    </p:anim>
                                    <p:anim calcmode="lin" valueType="num">
                                      <p:cBhvr>
                                        <p:cTn dur="500" fill="hold" id="18"/>
                                        <p:tgtEl>
                                          <p:spTgt spid="4"/>
                                        </p:tgtEl>
                                        <p:attrNameLst>
                                          <p:attrName>ppt_h</p:attrName>
                                        </p:attrNameLst>
                                      </p:cBhvr>
                                      <p:tavLst>
                                        <p:tav tm="0">
                                          <p:val>
                                            <p:fltVal val="0"/>
                                          </p:val>
                                        </p:tav>
                                        <p:tav tm="100000">
                                          <p:val>
                                            <p:strVal val="#ppt_h"/>
                                          </p:val>
                                        </p:tav>
                                      </p:tavLst>
                                    </p:anim>
                                    <p:animEffect filter="fade" transition="in">
                                      <p:cBhvr>
                                        <p:cTn dur="500" id="19"/>
                                        <p:tgtEl>
                                          <p:spTgt spid="4"/>
                                        </p:tgtEl>
                                      </p:cBhvr>
                                    </p:animEffect>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53" presetSubtype="16">
                                  <p:stCondLst>
                                    <p:cond delay="0"/>
                                  </p:stCondLst>
                                  <p:childTnLst>
                                    <p:set>
                                      <p:cBhvr>
                                        <p:cTn dur="1" fill="hold" id="23">
                                          <p:stCondLst>
                                            <p:cond delay="0"/>
                                          </p:stCondLst>
                                        </p:cTn>
                                        <p:tgtEl>
                                          <p:spTgt spid="15"/>
                                        </p:tgtEl>
                                        <p:attrNameLst>
                                          <p:attrName>style.visibility</p:attrName>
                                        </p:attrNameLst>
                                      </p:cBhvr>
                                      <p:to>
                                        <p:strVal val="visible"/>
                                      </p:to>
                                    </p:set>
                                    <p:anim calcmode="lin" valueType="num">
                                      <p:cBhvr>
                                        <p:cTn dur="500" fill="hold" id="24"/>
                                        <p:tgtEl>
                                          <p:spTgt spid="15"/>
                                        </p:tgtEl>
                                        <p:attrNameLst>
                                          <p:attrName>ppt_w</p:attrName>
                                        </p:attrNameLst>
                                      </p:cBhvr>
                                      <p:tavLst>
                                        <p:tav tm="0">
                                          <p:val>
                                            <p:fltVal val="0"/>
                                          </p:val>
                                        </p:tav>
                                        <p:tav tm="100000">
                                          <p:val>
                                            <p:strVal val="#ppt_w"/>
                                          </p:val>
                                        </p:tav>
                                      </p:tavLst>
                                    </p:anim>
                                    <p:anim calcmode="lin" valueType="num">
                                      <p:cBhvr>
                                        <p:cTn dur="500" fill="hold" id="25"/>
                                        <p:tgtEl>
                                          <p:spTgt spid="15"/>
                                        </p:tgtEl>
                                        <p:attrNameLst>
                                          <p:attrName>ppt_h</p:attrName>
                                        </p:attrNameLst>
                                      </p:cBhvr>
                                      <p:tavLst>
                                        <p:tav tm="0">
                                          <p:val>
                                            <p:fltVal val="0"/>
                                          </p:val>
                                        </p:tav>
                                        <p:tav tm="100000">
                                          <p:val>
                                            <p:strVal val="#ppt_h"/>
                                          </p:val>
                                        </p:tav>
                                      </p:tavLst>
                                    </p:anim>
                                    <p:animEffect filter="fade" transition="in">
                                      <p:cBhvr>
                                        <p:cTn dur="500" id="26"/>
                                        <p:tgtEl>
                                          <p:spTgt spid="15"/>
                                        </p:tgtEl>
                                      </p:cBhvr>
                                    </p:animEffect>
                                  </p:childTnLst>
                                </p:cTn>
                              </p:par>
                            </p:childTnLst>
                          </p:cTn>
                        </p:par>
                        <p:par>
                          <p:cTn fill="hold" id="27">
                            <p:stCondLst>
                              <p:cond delay="500"/>
                            </p:stCondLst>
                            <p:childTnLst>
                              <p:par>
                                <p:cTn fill="hold" grpId="0" id="28" nodeType="afterEffect" presetClass="entr" presetID="41" presetSubtype="0">
                                  <p:stCondLst>
                                    <p:cond delay="0"/>
                                  </p:stCondLst>
                                  <p:iterate type="lt">
                                    <p:tmPct val="10000"/>
                                  </p:iterate>
                                  <p:childTnLst>
                                    <p:set>
                                      <p:cBhvr>
                                        <p:cTn dur="1" fill="hold" id="29">
                                          <p:stCondLst>
                                            <p:cond delay="0"/>
                                          </p:stCondLst>
                                        </p:cTn>
                                        <p:tgtEl>
                                          <p:spTgt spid="11"/>
                                        </p:tgtEl>
                                        <p:attrNameLst>
                                          <p:attrName>style.visibility</p:attrName>
                                        </p:attrNameLst>
                                      </p:cBhvr>
                                      <p:to>
                                        <p:strVal val="visible"/>
                                      </p:to>
                                    </p:set>
                                    <p:anim calcmode="lin" valueType="num">
                                      <p:cBhvr>
                                        <p:cTn dur="500" fill="hold" id="30"/>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dur="500" fill="hold" id="31"/>
                                        <p:tgtEl>
                                          <p:spTgt spid="11"/>
                                        </p:tgtEl>
                                        <p:attrNameLst>
                                          <p:attrName>ppt_y</p:attrName>
                                        </p:attrNameLst>
                                      </p:cBhvr>
                                      <p:tavLst>
                                        <p:tav tm="0">
                                          <p:val>
                                            <p:strVal val="#ppt_y"/>
                                          </p:val>
                                        </p:tav>
                                        <p:tav tm="100000">
                                          <p:val>
                                            <p:strVal val="#ppt_y"/>
                                          </p:val>
                                        </p:tav>
                                      </p:tavLst>
                                    </p:anim>
                                    <p:anim calcmode="lin" valueType="num">
                                      <p:cBhvr>
                                        <p:cTn dur="500" fill="hold" id="32"/>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id="33"/>
                                        <p:tgtEl>
                                          <p:spTgt spid="11"/>
                                        </p:tgtEl>
                                        <p:attrNameLst>
                                          <p:attrName>ppt_w</p:attrName>
                                        </p:attrNameLst>
                                      </p:cBhvr>
                                      <p:tavLst>
                                        <p:tav tm="0">
                                          <p:val>
                                            <p:strVal val="#ppt_w/10"/>
                                          </p:val>
                                        </p:tav>
                                        <p:tav tm="50000">
                                          <p:val>
                                            <p:strVal val="#ppt_w+.01"/>
                                          </p:val>
                                        </p:tav>
                                        <p:tav tm="100000">
                                          <p:val>
                                            <p:strVal val="#ppt_w"/>
                                          </p:val>
                                        </p:tav>
                                      </p:tavLst>
                                    </p:anim>
                                    <p:animEffect filter="fade" transition="in">
                                      <p:cBhvr>
                                        <p:cTn dur="500" id="34" tmFilter="0,0; .5, 1; 1, 1"/>
                                        <p:tgtEl>
                                          <p:spTgt spid="11"/>
                                        </p:tgtEl>
                                      </p:cBhvr>
                                    </p:animEffect>
                                  </p:childTnLst>
                                </p:cTn>
                              </p:par>
                            </p:childTnLst>
                          </p:cTn>
                        </p:par>
                        <p:par>
                          <p:cTn fill="hold" id="35">
                            <p:stCondLst>
                              <p:cond delay="1450"/>
                            </p:stCondLst>
                            <p:childTnLst>
                              <p:par>
                                <p:cTn fill="hold" grpId="1" id="36" nodeType="afterEffect" presetClass="emph" presetID="26" presetSubtype="0">
                                  <p:stCondLst>
                                    <p:cond delay="0"/>
                                  </p:stCondLst>
                                  <p:iterate type="lt">
                                    <p:tmPct val="0"/>
                                  </p:iterate>
                                  <p:childTnLst>
                                    <p:animEffect filter="fade" transition="out">
                                      <p:cBhvr>
                                        <p:cTn dur="500" id="37" tmFilter="0, 0; .2, .5; .8, .5; 1, 0"/>
                                        <p:tgtEl>
                                          <p:spTgt spid="11"/>
                                        </p:tgtEl>
                                      </p:cBhvr>
                                    </p:animEffect>
                                    <p:animScale>
                                      <p:cBhvr>
                                        <p:cTn autoRev="1" dur="250" fill="hold" id="38"/>
                                        <p:tgtEl>
                                          <p:spTgt spid="11"/>
                                        </p:tgtEl>
                                      </p:cBhvr>
                                      <p:by x="105000" y="105000"/>
                                    </p:animScale>
                                  </p:childTnLst>
                                </p:cTn>
                              </p:par>
                            </p:childTnLst>
                          </p:cTn>
                        </p:par>
                        <p:par>
                          <p:cTn fill="hold" id="39">
                            <p:stCondLst>
                              <p:cond delay="1950"/>
                            </p:stCondLst>
                            <p:childTnLst>
                              <p:par>
                                <p:cTn fill="hold" grpId="0" id="40" nodeType="afterEffect" presetClass="entr" presetID="41" presetSubtype="0">
                                  <p:stCondLst>
                                    <p:cond delay="0"/>
                                  </p:stCondLst>
                                  <p:iterate type="lt">
                                    <p:tmPct val="10000"/>
                                  </p:iterate>
                                  <p:childTnLst>
                                    <p:set>
                                      <p:cBhvr>
                                        <p:cTn dur="1" fill="hold" id="41">
                                          <p:stCondLst>
                                            <p:cond delay="0"/>
                                          </p:stCondLst>
                                        </p:cTn>
                                        <p:tgtEl>
                                          <p:spTgt spid="13"/>
                                        </p:tgtEl>
                                        <p:attrNameLst>
                                          <p:attrName>style.visibility</p:attrName>
                                        </p:attrNameLst>
                                      </p:cBhvr>
                                      <p:to>
                                        <p:strVal val="visible"/>
                                      </p:to>
                                    </p:set>
                                    <p:anim calcmode="lin" valueType="num">
                                      <p:cBhvr>
                                        <p:cTn dur="500" fill="hold" id="42"/>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dur="500" fill="hold" id="43"/>
                                        <p:tgtEl>
                                          <p:spTgt spid="13"/>
                                        </p:tgtEl>
                                        <p:attrNameLst>
                                          <p:attrName>ppt_y</p:attrName>
                                        </p:attrNameLst>
                                      </p:cBhvr>
                                      <p:tavLst>
                                        <p:tav tm="0">
                                          <p:val>
                                            <p:strVal val="#ppt_y"/>
                                          </p:val>
                                        </p:tav>
                                        <p:tav tm="100000">
                                          <p:val>
                                            <p:strVal val="#ppt_y"/>
                                          </p:val>
                                        </p:tav>
                                      </p:tavLst>
                                    </p:anim>
                                    <p:anim calcmode="lin" valueType="num">
                                      <p:cBhvr>
                                        <p:cTn dur="500" fill="hold" id="44"/>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id="45"/>
                                        <p:tgtEl>
                                          <p:spTgt spid="13"/>
                                        </p:tgtEl>
                                        <p:attrNameLst>
                                          <p:attrName>ppt_w</p:attrName>
                                        </p:attrNameLst>
                                      </p:cBhvr>
                                      <p:tavLst>
                                        <p:tav tm="0">
                                          <p:val>
                                            <p:strVal val="#ppt_w/10"/>
                                          </p:val>
                                        </p:tav>
                                        <p:tav tm="50000">
                                          <p:val>
                                            <p:strVal val="#ppt_w+.01"/>
                                          </p:val>
                                        </p:tav>
                                        <p:tav tm="100000">
                                          <p:val>
                                            <p:strVal val="#ppt_w"/>
                                          </p:val>
                                        </p:tav>
                                      </p:tavLst>
                                    </p:anim>
                                    <p:animEffect filter="fade" transition="in">
                                      <p:cBhvr>
                                        <p:cTn dur="500" id="46" tmFilter="0,0; .5, 1; 1, 1"/>
                                        <p:tgtEl>
                                          <p:spTgt spid="13"/>
                                        </p:tgtEl>
                                      </p:cBhvr>
                                    </p:animEffect>
                                  </p:childTnLst>
                                </p:cTn>
                              </p:par>
                            </p:childTnLst>
                          </p:cTn>
                        </p:par>
                        <p:par>
                          <p:cTn fill="hold" id="47">
                            <p:stCondLst>
                              <p:cond delay="2599"/>
                            </p:stCondLst>
                            <p:childTnLst>
                              <p:par>
                                <p:cTn fill="hold" grpId="1" id="48" nodeType="afterEffect" presetClass="emph" presetID="26" presetSubtype="0">
                                  <p:stCondLst>
                                    <p:cond delay="0"/>
                                  </p:stCondLst>
                                  <p:iterate type="lt">
                                    <p:tmPct val="0"/>
                                  </p:iterate>
                                  <p:childTnLst>
                                    <p:animEffect filter="fade" transition="out">
                                      <p:cBhvr>
                                        <p:cTn dur="500" id="49" tmFilter="0, 0; .2, .5; .8, .5; 1, 0"/>
                                        <p:tgtEl>
                                          <p:spTgt spid="13"/>
                                        </p:tgtEl>
                                      </p:cBhvr>
                                    </p:animEffect>
                                    <p:animScale>
                                      <p:cBhvr>
                                        <p:cTn autoRev="1" dur="250" fill="hold" id="50"/>
                                        <p:tgtEl>
                                          <p:spTgt spid="13"/>
                                        </p:tgtEl>
                                      </p:cBhvr>
                                      <p:by x="105000" y="105000"/>
                                    </p:animScale>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15"/>
      <p:bldP grpId="0" spid="11"/>
      <p:bldP grpId="1" spid="11"/>
      <p:bldP grpId="0" spid="13"/>
      <p:bldP grpId="1" spid="13"/>
      <p:bldP animBg="1" grpId="0" spid="4"/>
      <p:bldP grpId="0" spid="14"/>
    </p:bldLst>
  </p:timing>
</p:sld>
</file>

<file path=ppt/tags/tag1.xml><?xml version="1.0" encoding="utf-8"?>
<p:tagLst xmlns:p="http://schemas.openxmlformats.org/presentationml/2006/main">
  <p:tag name="MH" val="20161022203400"/>
  <p:tag name="MH_LIBRARY" val="GRAPHIC"/>
  <p:tag name="MH_TYPE" val="Other"/>
  <p:tag name="MH_ORDER" val="1"/>
</p:tagLst>
</file>

<file path=ppt/tags/tag2.xml><?xml version="1.0" encoding="utf-8"?>
<p:tagLst xmlns:p="http://schemas.openxmlformats.org/presentationml/2006/main">
  <p:tag name="MH" val="20161022203400"/>
  <p:tag name="MH_LIBRARY" val="GRAPHIC"/>
  <p:tag name="MH_TYPE" val="Other"/>
  <p:tag name="MH_ORDER" val="2"/>
</p:tagLst>
</file>

<file path=ppt/tags/tag3.xml><?xml version="1.0" encoding="utf-8"?>
<p:tagLst xmlns:p="http://schemas.openxmlformats.org/presentationml/2006/main">
  <p:tag name="MH" val="20161022203400"/>
  <p:tag name="MH_LIBRARY" val="GRAPHIC"/>
  <p:tag name="MH_TYPE" val="Other"/>
  <p:tag name="MH_ORDER" val="3"/>
</p:tagLst>
</file>

<file path=ppt/tags/tag4.xml><?xml version="1.0" encoding="utf-8"?>
<p:tagLst xmlns:p="http://schemas.openxmlformats.org/presentationml/2006/main">
  <p:tag name="MH" val="20161022192605"/>
  <p:tag name="MH_LIBRARY" val="GRAPHIC"/>
  <p:tag name="MH_TYPE" val="Text"/>
  <p:tag name="MH_ORDER" val="1"/>
</p:tagLst>
</file>

<file path=ppt/tags/tag5.xml><?xml version="1.0" encoding="utf-8"?>
<p:tagLst xmlns:p="http://schemas.openxmlformats.org/presentationml/2006/main">
  <p:tag name="MH" val="20161022192605"/>
  <p:tag name="MH_LIBRARY" val="GRAPHIC"/>
  <p:tag name="MH_TYPE" val="Text"/>
  <p:tag name="MH_ORDER" val="2"/>
</p:tagLst>
</file>

<file path=ppt/tags/tag6.xml><?xml version="1.0" encoding="utf-8"?>
<p:tagLst xmlns:p="http://schemas.openxmlformats.org/presentationml/2006/main">
  <p:tag name="MH" val="20161022192605"/>
  <p:tag name="MH_LIBRARY" val="GRAPHIC"/>
  <p:tag name="MH_TYPE" val="Text"/>
  <p:tag name="MH_ORDER" val="3"/>
</p:tagLst>
</file>

<file path=ppt/tags/tag7.xml><?xml version="1.0" encoding="utf-8"?>
<p:tagLst xmlns:p="http://schemas.openxmlformats.org/presentationml/2006/main">
  <p:tag name="MH_TYPE" val="#NeiR#"/>
  <p:tag name="MH_NUMBER" val="4"/>
  <p:tag name="MH_CATEGORY" val="#BingLLB#"/>
  <p:tag name="MH_LAYOUT" val="SubTitle"/>
  <p:tag name="MH" val="20161022203400"/>
  <p:tag name="MH_LIBRARY" val="GRAPHIC"/>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SCORM_PASSING_SCORE" val="100.000000"/>
  <p:tag name="ISPRING_PRESENTATION_TITLE" val="bt274"/>
  <p:tag name="ISPRING_SCORM_ENDPOINT" val="&lt;endpoint&gt;&lt;enable&gt;0&lt;/enable&gt;&lt;lrs&gt;http://&lt;/lrs&gt;&lt;auth&gt;0&lt;/auth&gt;&lt;login&gt;&lt;/login&gt;&lt;password&gt;&lt;/password&gt;&lt;key&gt;&lt;/key&gt;&lt;name&gt;&lt;/name&gt;&lt;email&gt;&lt;/email&gt;&lt;/endpoint&gt;&#10;"/>
  <p:tag name="COMMONDATA" val="eyJoZGlkIjoiYzRhY2M0MmVmNmJkMzlhOWZjNWEzYTljMWYyNTJmODkifQ=="/>
</p:tagLst>
</file>

<file path=ppt/theme/theme1.xml><?xml version="1.0" encoding="utf-8"?>
<a:theme xmlns:a="http://schemas.openxmlformats.org/drawingml/2006/main" name="第一PPT，www.1ppt.com">
  <a:themeElements>
    <a:clrScheme name="自定义 176">
      <a:dk1>
        <a:sysClr val="windowText" lastClr="000000"/>
      </a:dk1>
      <a:lt1>
        <a:sysClr val="window" lastClr="FFFFFF"/>
      </a:lt1>
      <a:dk2>
        <a:srgbClr val="44546A"/>
      </a:dk2>
      <a:lt2>
        <a:srgbClr val="E7E6E6"/>
      </a:lt2>
      <a:accent1>
        <a:srgbClr val="E56B00"/>
      </a:accent1>
      <a:accent2>
        <a:srgbClr val="BFBFBF"/>
      </a:accent2>
      <a:accent3>
        <a:srgbClr val="E56B00"/>
      </a:accent3>
      <a:accent4>
        <a:srgbClr val="BFBFBF"/>
      </a:accent4>
      <a:accent5>
        <a:srgbClr val="E56B00"/>
      </a:accent5>
      <a:accent6>
        <a:srgbClr val="BFBFBF"/>
      </a:accent6>
      <a:hlink>
        <a:srgbClr val="E56B00"/>
      </a:hlink>
      <a:folHlink>
        <a:srgbClr val="BFBFB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799</Words>
  <Application>WPS 演示</Application>
  <PresentationFormat>自定义</PresentationFormat>
  <Paragraphs>199</Paragraphs>
  <Slides>15</Slides>
  <Notes>15</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15</vt:i4>
      </vt:variant>
    </vt:vector>
  </HeadingPairs>
  <TitlesOfParts>
    <vt:vector size="34" baseType="lpstr">
      <vt:lpstr>Arial</vt:lpstr>
      <vt:lpstr>宋体</vt:lpstr>
      <vt:lpstr>Wingdings</vt:lpstr>
      <vt:lpstr>Calibri</vt:lpstr>
      <vt:lpstr>Calibri</vt:lpstr>
      <vt:lpstr>微软雅黑</vt:lpstr>
      <vt:lpstr>Impact</vt:lpstr>
      <vt:lpstr>Arial Narrow</vt:lpstr>
      <vt:lpstr>League Gothic Regular</vt:lpstr>
      <vt:lpstr>Segoe Print</vt:lpstr>
      <vt:lpstr>Lato Regular</vt:lpstr>
      <vt:lpstr>Gill Sans</vt:lpstr>
      <vt:lpstr>FontAwesome</vt:lpstr>
      <vt:lpstr>STIXGeneral-Bold</vt:lpstr>
      <vt:lpstr>Oxygen</vt:lpstr>
      <vt:lpstr>Source Sans Pro ExtraLight</vt:lpstr>
      <vt:lpstr>Arial Unicode MS</vt:lpstr>
      <vt:lpstr>Calibri Light</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2016-12-13T19:20:00Z</dcterms:created>
  <cp:keywords>www.1ppt.com</cp:keywords>
  <cp:lastModifiedBy>xiangjingtao</cp:lastModifiedBy>
  <dcterms:modified xsi:type="dcterms:W3CDTF">2024-10-16T07:31:23Z</dcterms:modified>
  <cp:revision>20</cp:revision>
  <dc:title>橙色曲线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ABC9B012A1F24567A8732C7A15748372_12</vt:lpwstr>
  </property>
  <property fmtid="{D5CDD505-2E9C-101B-9397-08002B2CF9AE}" pid="3" name="KSOProductBuildVer">
    <vt:lpwstr>2052-12.1.0.16120</vt:lpwstr>
  </property>
  <property fmtid="{D5CDD505-2E9C-101B-9397-08002B2CF9AE}" pid="4" name="fileWhereFroms">
    <vt:lpwstr>PpjeLB1gRN0lwrPqMaCTkmdPkJ/bv3X3qPZbozTn7DNxoAcamkUN5qG7OQaJb10n7J50p3PK78zWaVIZfROcKHf4hGuesX361/5WqlsTffWL1Kex5PfDuKQOg5o6epUR75MejGSayBx3nT/82PbUUCjB2pnLclH93rsMkRTxjtiMijZyygkV94fgwKv4NDVZfuaf23TZJ6WU2V4uS9VbrR7CllNqyFFVOXhLWItQQ5Xz6vvF/w++Ybp9IWYOUYT</vt:lpwstr>
  </property>
</Properties>
</file>